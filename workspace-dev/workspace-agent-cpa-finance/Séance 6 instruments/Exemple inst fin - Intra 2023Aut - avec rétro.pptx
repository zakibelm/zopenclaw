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97" r:id="rId2"/>
    <p:sldId id="398" r:id="rId3"/>
    <p:sldId id="408" r:id="rId4"/>
    <p:sldId id="409" r:id="rId5"/>
    <p:sldId id="406" r:id="rId6"/>
    <p:sldId id="407" r:id="rId7"/>
    <p:sldId id="389"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9FFD48-C7FC-4648-8127-D29C2B3097BB}" v="3" dt="2024-02-13T13:50:33.80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7" d="100"/>
          <a:sy n="57" d="100"/>
        </p:scale>
        <p:origin x="56"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e Overbeek" userId="5ffb9102-b48a-46c4-9734-67bf4ff91752" providerId="ADAL" clId="{D39FFD48-C7FC-4648-8127-D29C2B3097BB}"/>
    <pc:docChg chg="delSld modSld">
      <pc:chgData name="Louise Overbeek" userId="5ffb9102-b48a-46c4-9734-67bf4ff91752" providerId="ADAL" clId="{D39FFD48-C7FC-4648-8127-D29C2B3097BB}" dt="2024-02-13T13:50:33.805" v="17"/>
      <pc:docMkLst>
        <pc:docMk/>
      </pc:docMkLst>
      <pc:sldChg chg="del">
        <pc:chgData name="Louise Overbeek" userId="5ffb9102-b48a-46c4-9734-67bf4ff91752" providerId="ADAL" clId="{D39FFD48-C7FC-4648-8127-D29C2B3097BB}" dt="2024-02-13T13:48:11.318" v="5" actId="47"/>
        <pc:sldMkLst>
          <pc:docMk/>
          <pc:sldMk cId="2505739639" sldId="257"/>
        </pc:sldMkLst>
      </pc:sldChg>
      <pc:sldChg chg="del">
        <pc:chgData name="Louise Overbeek" userId="5ffb9102-b48a-46c4-9734-67bf4ff91752" providerId="ADAL" clId="{D39FFD48-C7FC-4648-8127-D29C2B3097BB}" dt="2024-02-13T13:48:11.318" v="5" actId="47"/>
        <pc:sldMkLst>
          <pc:docMk/>
          <pc:sldMk cId="874209191" sldId="258"/>
        </pc:sldMkLst>
      </pc:sldChg>
      <pc:sldChg chg="del">
        <pc:chgData name="Louise Overbeek" userId="5ffb9102-b48a-46c4-9734-67bf4ff91752" providerId="ADAL" clId="{D39FFD48-C7FC-4648-8127-D29C2B3097BB}" dt="2024-02-13T13:48:11.318" v="5" actId="47"/>
        <pc:sldMkLst>
          <pc:docMk/>
          <pc:sldMk cId="2675047367" sldId="261"/>
        </pc:sldMkLst>
      </pc:sldChg>
      <pc:sldChg chg="del">
        <pc:chgData name="Louise Overbeek" userId="5ffb9102-b48a-46c4-9734-67bf4ff91752" providerId="ADAL" clId="{D39FFD48-C7FC-4648-8127-D29C2B3097BB}" dt="2024-02-13T13:48:11.318" v="5" actId="47"/>
        <pc:sldMkLst>
          <pc:docMk/>
          <pc:sldMk cId="182609166" sldId="274"/>
        </pc:sldMkLst>
      </pc:sldChg>
      <pc:sldChg chg="del">
        <pc:chgData name="Louise Overbeek" userId="5ffb9102-b48a-46c4-9734-67bf4ff91752" providerId="ADAL" clId="{D39FFD48-C7FC-4648-8127-D29C2B3097BB}" dt="2024-02-13T13:48:11.318" v="5" actId="47"/>
        <pc:sldMkLst>
          <pc:docMk/>
          <pc:sldMk cId="1841516858" sldId="310"/>
        </pc:sldMkLst>
      </pc:sldChg>
      <pc:sldChg chg="del">
        <pc:chgData name="Louise Overbeek" userId="5ffb9102-b48a-46c4-9734-67bf4ff91752" providerId="ADAL" clId="{D39FFD48-C7FC-4648-8127-D29C2B3097BB}" dt="2024-02-13T13:48:11.318" v="5" actId="47"/>
        <pc:sldMkLst>
          <pc:docMk/>
          <pc:sldMk cId="748784965" sldId="318"/>
        </pc:sldMkLst>
      </pc:sldChg>
      <pc:sldChg chg="del">
        <pc:chgData name="Louise Overbeek" userId="5ffb9102-b48a-46c4-9734-67bf4ff91752" providerId="ADAL" clId="{D39FFD48-C7FC-4648-8127-D29C2B3097BB}" dt="2024-02-13T13:48:11.318" v="5" actId="47"/>
        <pc:sldMkLst>
          <pc:docMk/>
          <pc:sldMk cId="1695486687" sldId="353"/>
        </pc:sldMkLst>
      </pc:sldChg>
      <pc:sldChg chg="del">
        <pc:chgData name="Louise Overbeek" userId="5ffb9102-b48a-46c4-9734-67bf4ff91752" providerId="ADAL" clId="{D39FFD48-C7FC-4648-8127-D29C2B3097BB}" dt="2024-02-13T13:47:49.967" v="2" actId="47"/>
        <pc:sldMkLst>
          <pc:docMk/>
          <pc:sldMk cId="313219813" sldId="364"/>
        </pc:sldMkLst>
      </pc:sldChg>
      <pc:sldChg chg="del">
        <pc:chgData name="Louise Overbeek" userId="5ffb9102-b48a-46c4-9734-67bf4ff91752" providerId="ADAL" clId="{D39FFD48-C7FC-4648-8127-D29C2B3097BB}" dt="2024-02-13T13:47:52.204" v="3" actId="47"/>
        <pc:sldMkLst>
          <pc:docMk/>
          <pc:sldMk cId="1324344982" sldId="365"/>
        </pc:sldMkLst>
      </pc:sldChg>
      <pc:sldChg chg="del">
        <pc:chgData name="Louise Overbeek" userId="5ffb9102-b48a-46c4-9734-67bf4ff91752" providerId="ADAL" clId="{D39FFD48-C7FC-4648-8127-D29C2B3097BB}" dt="2024-02-13T13:47:56.480" v="4" actId="47"/>
        <pc:sldMkLst>
          <pc:docMk/>
          <pc:sldMk cId="3190043506" sldId="366"/>
        </pc:sldMkLst>
      </pc:sldChg>
      <pc:sldChg chg="del">
        <pc:chgData name="Louise Overbeek" userId="5ffb9102-b48a-46c4-9734-67bf4ff91752" providerId="ADAL" clId="{D39FFD48-C7FC-4648-8127-D29C2B3097BB}" dt="2024-02-13T13:48:11.318" v="5" actId="47"/>
        <pc:sldMkLst>
          <pc:docMk/>
          <pc:sldMk cId="1234194601" sldId="378"/>
        </pc:sldMkLst>
      </pc:sldChg>
      <pc:sldChg chg="del">
        <pc:chgData name="Louise Overbeek" userId="5ffb9102-b48a-46c4-9734-67bf4ff91752" providerId="ADAL" clId="{D39FFD48-C7FC-4648-8127-D29C2B3097BB}" dt="2024-02-13T13:48:11.318" v="5" actId="47"/>
        <pc:sldMkLst>
          <pc:docMk/>
          <pc:sldMk cId="3124486435" sldId="379"/>
        </pc:sldMkLst>
      </pc:sldChg>
      <pc:sldChg chg="del">
        <pc:chgData name="Louise Overbeek" userId="5ffb9102-b48a-46c4-9734-67bf4ff91752" providerId="ADAL" clId="{D39FFD48-C7FC-4648-8127-D29C2B3097BB}" dt="2024-02-13T13:48:11.318" v="5" actId="47"/>
        <pc:sldMkLst>
          <pc:docMk/>
          <pc:sldMk cId="2812293836" sldId="380"/>
        </pc:sldMkLst>
      </pc:sldChg>
      <pc:sldChg chg="del">
        <pc:chgData name="Louise Overbeek" userId="5ffb9102-b48a-46c4-9734-67bf4ff91752" providerId="ADAL" clId="{D39FFD48-C7FC-4648-8127-D29C2B3097BB}" dt="2024-02-13T13:48:11.318" v="5" actId="47"/>
        <pc:sldMkLst>
          <pc:docMk/>
          <pc:sldMk cId="2944830411" sldId="381"/>
        </pc:sldMkLst>
      </pc:sldChg>
      <pc:sldChg chg="del">
        <pc:chgData name="Louise Overbeek" userId="5ffb9102-b48a-46c4-9734-67bf4ff91752" providerId="ADAL" clId="{D39FFD48-C7FC-4648-8127-D29C2B3097BB}" dt="2024-02-13T13:47:47.262" v="1" actId="47"/>
        <pc:sldMkLst>
          <pc:docMk/>
          <pc:sldMk cId="2604455662" sldId="382"/>
        </pc:sldMkLst>
      </pc:sldChg>
      <pc:sldChg chg="del">
        <pc:chgData name="Louise Overbeek" userId="5ffb9102-b48a-46c4-9734-67bf4ff91752" providerId="ADAL" clId="{D39FFD48-C7FC-4648-8127-D29C2B3097BB}" dt="2024-02-13T13:48:11.318" v="5" actId="47"/>
        <pc:sldMkLst>
          <pc:docMk/>
          <pc:sldMk cId="2968840170" sldId="383"/>
        </pc:sldMkLst>
      </pc:sldChg>
      <pc:sldChg chg="del">
        <pc:chgData name="Louise Overbeek" userId="5ffb9102-b48a-46c4-9734-67bf4ff91752" providerId="ADAL" clId="{D39FFD48-C7FC-4648-8127-D29C2B3097BB}" dt="2024-02-13T13:48:11.318" v="5" actId="47"/>
        <pc:sldMkLst>
          <pc:docMk/>
          <pc:sldMk cId="3647853845" sldId="384"/>
        </pc:sldMkLst>
      </pc:sldChg>
      <pc:sldChg chg="del">
        <pc:chgData name="Louise Overbeek" userId="5ffb9102-b48a-46c4-9734-67bf4ff91752" providerId="ADAL" clId="{D39FFD48-C7FC-4648-8127-D29C2B3097BB}" dt="2024-02-13T13:48:11.318" v="5" actId="47"/>
        <pc:sldMkLst>
          <pc:docMk/>
          <pc:sldMk cId="425082541" sldId="387"/>
        </pc:sldMkLst>
      </pc:sldChg>
      <pc:sldChg chg="del">
        <pc:chgData name="Louise Overbeek" userId="5ffb9102-b48a-46c4-9734-67bf4ff91752" providerId="ADAL" clId="{D39FFD48-C7FC-4648-8127-D29C2B3097BB}" dt="2024-02-13T13:48:11.318" v="5" actId="47"/>
        <pc:sldMkLst>
          <pc:docMk/>
          <pc:sldMk cId="2275175284" sldId="388"/>
        </pc:sldMkLst>
      </pc:sldChg>
      <pc:sldChg chg="modSp mod setBg">
        <pc:chgData name="Louise Overbeek" userId="5ffb9102-b48a-46c4-9734-67bf4ff91752" providerId="ADAL" clId="{D39FFD48-C7FC-4648-8127-D29C2B3097BB}" dt="2024-02-13T13:50:33.805" v="17"/>
        <pc:sldMkLst>
          <pc:docMk/>
          <pc:sldMk cId="3539656721" sldId="389"/>
        </pc:sldMkLst>
        <pc:spChg chg="mod">
          <ac:chgData name="Louise Overbeek" userId="5ffb9102-b48a-46c4-9734-67bf4ff91752" providerId="ADAL" clId="{D39FFD48-C7FC-4648-8127-D29C2B3097BB}" dt="2024-02-13T13:49:27.224" v="16" actId="20577"/>
          <ac:spMkLst>
            <pc:docMk/>
            <pc:sldMk cId="3539656721" sldId="389"/>
            <ac:spMk id="2" creationId="{7AD53EF5-595C-4417-BD81-69C9E5AB5B20}"/>
          </ac:spMkLst>
        </pc:spChg>
      </pc:sldChg>
      <pc:sldChg chg="del">
        <pc:chgData name="Louise Overbeek" userId="5ffb9102-b48a-46c4-9734-67bf4ff91752" providerId="ADAL" clId="{D39FFD48-C7FC-4648-8127-D29C2B3097BB}" dt="2024-02-13T13:48:11.318" v="5" actId="47"/>
        <pc:sldMkLst>
          <pc:docMk/>
          <pc:sldMk cId="2451378101" sldId="390"/>
        </pc:sldMkLst>
      </pc:sldChg>
      <pc:sldChg chg="del">
        <pc:chgData name="Louise Overbeek" userId="5ffb9102-b48a-46c4-9734-67bf4ff91752" providerId="ADAL" clId="{D39FFD48-C7FC-4648-8127-D29C2B3097BB}" dt="2024-02-13T13:48:11.318" v="5" actId="47"/>
        <pc:sldMkLst>
          <pc:docMk/>
          <pc:sldMk cId="1619324509" sldId="391"/>
        </pc:sldMkLst>
      </pc:sldChg>
      <pc:sldChg chg="del">
        <pc:chgData name="Louise Overbeek" userId="5ffb9102-b48a-46c4-9734-67bf4ff91752" providerId="ADAL" clId="{D39FFD48-C7FC-4648-8127-D29C2B3097BB}" dt="2024-02-13T13:48:11.318" v="5" actId="47"/>
        <pc:sldMkLst>
          <pc:docMk/>
          <pc:sldMk cId="3169524573" sldId="392"/>
        </pc:sldMkLst>
      </pc:sldChg>
      <pc:sldChg chg="del">
        <pc:chgData name="Louise Overbeek" userId="5ffb9102-b48a-46c4-9734-67bf4ff91752" providerId="ADAL" clId="{D39FFD48-C7FC-4648-8127-D29C2B3097BB}" dt="2024-02-13T13:48:11.318" v="5" actId="47"/>
        <pc:sldMkLst>
          <pc:docMk/>
          <pc:sldMk cId="412454176" sldId="393"/>
        </pc:sldMkLst>
      </pc:sldChg>
      <pc:sldChg chg="del">
        <pc:chgData name="Louise Overbeek" userId="5ffb9102-b48a-46c4-9734-67bf4ff91752" providerId="ADAL" clId="{D39FFD48-C7FC-4648-8127-D29C2B3097BB}" dt="2024-02-13T13:48:11.318" v="5" actId="47"/>
        <pc:sldMkLst>
          <pc:docMk/>
          <pc:sldMk cId="1990825504" sldId="394"/>
        </pc:sldMkLst>
      </pc:sldChg>
      <pc:sldChg chg="del">
        <pc:chgData name="Louise Overbeek" userId="5ffb9102-b48a-46c4-9734-67bf4ff91752" providerId="ADAL" clId="{D39FFD48-C7FC-4648-8127-D29C2B3097BB}" dt="2024-02-13T13:48:11.318" v="5" actId="47"/>
        <pc:sldMkLst>
          <pc:docMk/>
          <pc:sldMk cId="2320210013" sldId="395"/>
        </pc:sldMkLst>
      </pc:sldChg>
      <pc:sldChg chg="del">
        <pc:chgData name="Louise Overbeek" userId="5ffb9102-b48a-46c4-9734-67bf4ff91752" providerId="ADAL" clId="{D39FFD48-C7FC-4648-8127-D29C2B3097BB}" dt="2024-02-13T13:48:11.318" v="5" actId="47"/>
        <pc:sldMkLst>
          <pc:docMk/>
          <pc:sldMk cId="1543261457" sldId="396"/>
        </pc:sldMkLst>
      </pc:sldChg>
      <pc:sldChg chg="modSp mod setBg">
        <pc:chgData name="Louise Overbeek" userId="5ffb9102-b48a-46c4-9734-67bf4ff91752" providerId="ADAL" clId="{D39FFD48-C7FC-4648-8127-D29C2B3097BB}" dt="2024-02-13T13:48:53.981" v="15" actId="20577"/>
        <pc:sldMkLst>
          <pc:docMk/>
          <pc:sldMk cId="485426980" sldId="397"/>
        </pc:sldMkLst>
        <pc:spChg chg="mod">
          <ac:chgData name="Louise Overbeek" userId="5ffb9102-b48a-46c4-9734-67bf4ff91752" providerId="ADAL" clId="{D39FFD48-C7FC-4648-8127-D29C2B3097BB}" dt="2024-02-13T13:48:53.981" v="15" actId="20577"/>
          <ac:spMkLst>
            <pc:docMk/>
            <pc:sldMk cId="485426980" sldId="397"/>
            <ac:spMk id="2" creationId="{415FD2CC-6308-4E11-8F11-05BB631C7518}"/>
          </ac:spMkLst>
        </pc:spChg>
      </pc:sldChg>
      <pc:sldChg chg="setBg">
        <pc:chgData name="Louise Overbeek" userId="5ffb9102-b48a-46c4-9734-67bf4ff91752" providerId="ADAL" clId="{D39FFD48-C7FC-4648-8127-D29C2B3097BB}" dt="2024-02-13T13:48:37.381" v="7"/>
        <pc:sldMkLst>
          <pc:docMk/>
          <pc:sldMk cId="3817198912" sldId="398"/>
        </pc:sldMkLst>
      </pc:sldChg>
      <pc:sldChg chg="setBg">
        <pc:chgData name="Louise Overbeek" userId="5ffb9102-b48a-46c4-9734-67bf4ff91752" providerId="ADAL" clId="{D39FFD48-C7FC-4648-8127-D29C2B3097BB}" dt="2024-02-13T13:48:37.381" v="7"/>
        <pc:sldMkLst>
          <pc:docMk/>
          <pc:sldMk cId="2767522830" sldId="406"/>
        </pc:sldMkLst>
      </pc:sldChg>
      <pc:sldChg chg="setBg">
        <pc:chgData name="Louise Overbeek" userId="5ffb9102-b48a-46c4-9734-67bf4ff91752" providerId="ADAL" clId="{D39FFD48-C7FC-4648-8127-D29C2B3097BB}" dt="2024-02-13T13:48:37.381" v="7"/>
        <pc:sldMkLst>
          <pc:docMk/>
          <pc:sldMk cId="3339711785" sldId="408"/>
        </pc:sldMkLst>
      </pc:sldChg>
      <pc:sldChg chg="setBg">
        <pc:chgData name="Louise Overbeek" userId="5ffb9102-b48a-46c4-9734-67bf4ff91752" providerId="ADAL" clId="{D39FFD48-C7FC-4648-8127-D29C2B3097BB}" dt="2024-02-13T13:48:37.381" v="7"/>
        <pc:sldMkLst>
          <pc:docMk/>
          <pc:sldMk cId="1850542352" sldId="409"/>
        </pc:sldMkLst>
      </pc:sldChg>
      <pc:sldChg chg="del">
        <pc:chgData name="Louise Overbeek" userId="5ffb9102-b48a-46c4-9734-67bf4ff91752" providerId="ADAL" clId="{D39FFD48-C7FC-4648-8127-D29C2B3097BB}" dt="2024-02-13T13:47:41.676" v="0" actId="47"/>
        <pc:sldMkLst>
          <pc:docMk/>
          <pc:sldMk cId="347270770" sldId="410"/>
        </pc:sldMkLst>
      </pc:sldChg>
      <pc:sldChg chg="del">
        <pc:chgData name="Louise Overbeek" userId="5ffb9102-b48a-46c4-9734-67bf4ff91752" providerId="ADAL" clId="{D39FFD48-C7FC-4648-8127-D29C2B3097BB}" dt="2024-02-13T13:47:41.676" v="0" actId="47"/>
        <pc:sldMkLst>
          <pc:docMk/>
          <pc:sldMk cId="1682901358" sldId="411"/>
        </pc:sldMkLst>
      </pc:sldChg>
      <pc:sldChg chg="del">
        <pc:chgData name="Louise Overbeek" userId="5ffb9102-b48a-46c4-9734-67bf4ff91752" providerId="ADAL" clId="{D39FFD48-C7FC-4648-8127-D29C2B3097BB}" dt="2024-02-13T13:47:41.676" v="0" actId="47"/>
        <pc:sldMkLst>
          <pc:docMk/>
          <pc:sldMk cId="1422680362" sldId="414"/>
        </pc:sldMkLst>
      </pc:sldChg>
      <pc:sldChg chg="del">
        <pc:chgData name="Louise Overbeek" userId="5ffb9102-b48a-46c4-9734-67bf4ff91752" providerId="ADAL" clId="{D39FFD48-C7FC-4648-8127-D29C2B3097BB}" dt="2024-02-13T13:47:41.676" v="0" actId="47"/>
        <pc:sldMkLst>
          <pc:docMk/>
          <pc:sldMk cId="2500083636" sldId="415"/>
        </pc:sldMkLst>
      </pc:sldChg>
      <pc:sldChg chg="del">
        <pc:chgData name="Louise Overbeek" userId="5ffb9102-b48a-46c4-9734-67bf4ff91752" providerId="ADAL" clId="{D39FFD48-C7FC-4648-8127-D29C2B3097BB}" dt="2024-02-13T13:47:41.676" v="0" actId="47"/>
        <pc:sldMkLst>
          <pc:docMk/>
          <pc:sldMk cId="2016218051" sldId="416"/>
        </pc:sldMkLst>
      </pc:sldChg>
      <pc:sldChg chg="del">
        <pc:chgData name="Louise Overbeek" userId="5ffb9102-b48a-46c4-9734-67bf4ff91752" providerId="ADAL" clId="{D39FFD48-C7FC-4648-8127-D29C2B3097BB}" dt="2024-02-13T13:47:41.676" v="0" actId="47"/>
        <pc:sldMkLst>
          <pc:docMk/>
          <pc:sldMk cId="2085278040" sldId="417"/>
        </pc:sldMkLst>
      </pc:sldChg>
      <pc:sldChg chg="del">
        <pc:chgData name="Louise Overbeek" userId="5ffb9102-b48a-46c4-9734-67bf4ff91752" providerId="ADAL" clId="{D39FFD48-C7FC-4648-8127-D29C2B3097BB}" dt="2024-02-13T13:47:41.676" v="0" actId="47"/>
        <pc:sldMkLst>
          <pc:docMk/>
          <pc:sldMk cId="1871744001" sldId="418"/>
        </pc:sldMkLst>
      </pc:sldChg>
      <pc:sldChg chg="del">
        <pc:chgData name="Louise Overbeek" userId="5ffb9102-b48a-46c4-9734-67bf4ff91752" providerId="ADAL" clId="{D39FFD48-C7FC-4648-8127-D29C2B3097BB}" dt="2024-02-13T13:47:41.676" v="0" actId="47"/>
        <pc:sldMkLst>
          <pc:docMk/>
          <pc:sldMk cId="1316395842" sldId="419"/>
        </pc:sldMkLst>
      </pc:sldChg>
      <pc:sldChg chg="del">
        <pc:chgData name="Louise Overbeek" userId="5ffb9102-b48a-46c4-9734-67bf4ff91752" providerId="ADAL" clId="{D39FFD48-C7FC-4648-8127-D29C2B3097BB}" dt="2024-02-13T13:47:41.676" v="0" actId="47"/>
        <pc:sldMkLst>
          <pc:docMk/>
          <pc:sldMk cId="3545160700" sldId="421"/>
        </pc:sldMkLst>
      </pc:sldChg>
      <pc:sldChg chg="del">
        <pc:chgData name="Louise Overbeek" userId="5ffb9102-b48a-46c4-9734-67bf4ff91752" providerId="ADAL" clId="{D39FFD48-C7FC-4648-8127-D29C2B3097BB}" dt="2024-02-13T13:47:41.676" v="0" actId="47"/>
        <pc:sldMkLst>
          <pc:docMk/>
          <pc:sldMk cId="2869657168" sldId="422"/>
        </pc:sldMkLst>
      </pc:sldChg>
      <pc:sldChg chg="del">
        <pc:chgData name="Louise Overbeek" userId="5ffb9102-b48a-46c4-9734-67bf4ff91752" providerId="ADAL" clId="{D39FFD48-C7FC-4648-8127-D29C2B3097BB}" dt="2024-02-13T13:47:41.676" v="0" actId="47"/>
        <pc:sldMkLst>
          <pc:docMk/>
          <pc:sldMk cId="2475529205" sldId="423"/>
        </pc:sldMkLst>
      </pc:sldChg>
      <pc:sldChg chg="del">
        <pc:chgData name="Louise Overbeek" userId="5ffb9102-b48a-46c4-9734-67bf4ff91752" providerId="ADAL" clId="{D39FFD48-C7FC-4648-8127-D29C2B3097BB}" dt="2024-02-13T13:47:41.676" v="0" actId="47"/>
        <pc:sldMkLst>
          <pc:docMk/>
          <pc:sldMk cId="2227173566" sldId="424"/>
        </pc:sldMkLst>
      </pc:sldChg>
      <pc:sldChg chg="del">
        <pc:chgData name="Louise Overbeek" userId="5ffb9102-b48a-46c4-9734-67bf4ff91752" providerId="ADAL" clId="{D39FFD48-C7FC-4648-8127-D29C2B3097BB}" dt="2024-02-13T13:47:41.676" v="0" actId="47"/>
        <pc:sldMkLst>
          <pc:docMk/>
          <pc:sldMk cId="2366391157" sldId="425"/>
        </pc:sldMkLst>
      </pc:sldChg>
      <pc:sldChg chg="del">
        <pc:chgData name="Louise Overbeek" userId="5ffb9102-b48a-46c4-9734-67bf4ff91752" providerId="ADAL" clId="{D39FFD48-C7FC-4648-8127-D29C2B3097BB}" dt="2024-02-13T13:47:41.676" v="0" actId="47"/>
        <pc:sldMkLst>
          <pc:docMk/>
          <pc:sldMk cId="761725528" sldId="426"/>
        </pc:sldMkLst>
      </pc:sldChg>
      <pc:sldChg chg="del">
        <pc:chgData name="Louise Overbeek" userId="5ffb9102-b48a-46c4-9734-67bf4ff91752" providerId="ADAL" clId="{D39FFD48-C7FC-4648-8127-D29C2B3097BB}" dt="2024-02-13T13:47:41.676" v="0" actId="47"/>
        <pc:sldMkLst>
          <pc:docMk/>
          <pc:sldMk cId="1146921503" sldId="427"/>
        </pc:sldMkLst>
      </pc:sldChg>
      <pc:sldChg chg="del">
        <pc:chgData name="Louise Overbeek" userId="5ffb9102-b48a-46c4-9734-67bf4ff91752" providerId="ADAL" clId="{D39FFD48-C7FC-4648-8127-D29C2B3097BB}" dt="2024-02-13T13:47:41.676" v="0" actId="47"/>
        <pc:sldMkLst>
          <pc:docMk/>
          <pc:sldMk cId="3756644900" sldId="428"/>
        </pc:sldMkLst>
      </pc:sldChg>
      <pc:sldChg chg="del">
        <pc:chgData name="Louise Overbeek" userId="5ffb9102-b48a-46c4-9734-67bf4ff91752" providerId="ADAL" clId="{D39FFD48-C7FC-4648-8127-D29C2B3097BB}" dt="2024-02-13T13:47:41.676" v="0" actId="47"/>
        <pc:sldMkLst>
          <pc:docMk/>
          <pc:sldMk cId="2196411732" sldId="429"/>
        </pc:sldMkLst>
      </pc:sldChg>
      <pc:sldChg chg="del">
        <pc:chgData name="Louise Overbeek" userId="5ffb9102-b48a-46c4-9734-67bf4ff91752" providerId="ADAL" clId="{D39FFD48-C7FC-4648-8127-D29C2B3097BB}" dt="2024-02-13T13:47:41.676" v="0" actId="47"/>
        <pc:sldMkLst>
          <pc:docMk/>
          <pc:sldMk cId="3431794522" sldId="433"/>
        </pc:sldMkLst>
      </pc:sldChg>
      <pc:sldChg chg="del">
        <pc:chgData name="Louise Overbeek" userId="5ffb9102-b48a-46c4-9734-67bf4ff91752" providerId="ADAL" clId="{D39FFD48-C7FC-4648-8127-D29C2B3097BB}" dt="2024-02-13T13:47:41.676" v="0" actId="47"/>
        <pc:sldMkLst>
          <pc:docMk/>
          <pc:sldMk cId="2127198157" sldId="434"/>
        </pc:sldMkLst>
      </pc:sldChg>
      <pc:sldChg chg="del">
        <pc:chgData name="Louise Overbeek" userId="5ffb9102-b48a-46c4-9734-67bf4ff91752" providerId="ADAL" clId="{D39FFD48-C7FC-4648-8127-D29C2B3097BB}" dt="2024-02-13T13:47:41.676" v="0" actId="47"/>
        <pc:sldMkLst>
          <pc:docMk/>
          <pc:sldMk cId="2978483379" sldId="435"/>
        </pc:sldMkLst>
      </pc:sldChg>
      <pc:sldChg chg="del">
        <pc:chgData name="Louise Overbeek" userId="5ffb9102-b48a-46c4-9734-67bf4ff91752" providerId="ADAL" clId="{D39FFD48-C7FC-4648-8127-D29C2B3097BB}" dt="2024-02-13T13:47:41.676" v="0" actId="47"/>
        <pc:sldMkLst>
          <pc:docMk/>
          <pc:sldMk cId="1363782511" sldId="436"/>
        </pc:sldMkLst>
      </pc:sldChg>
      <pc:sldChg chg="del">
        <pc:chgData name="Louise Overbeek" userId="5ffb9102-b48a-46c4-9734-67bf4ff91752" providerId="ADAL" clId="{D39FFD48-C7FC-4648-8127-D29C2B3097BB}" dt="2024-02-13T13:47:41.676" v="0" actId="47"/>
        <pc:sldMkLst>
          <pc:docMk/>
          <pc:sldMk cId="51411334" sldId="437"/>
        </pc:sldMkLst>
      </pc:sldChg>
      <pc:sldChg chg="del">
        <pc:chgData name="Louise Overbeek" userId="5ffb9102-b48a-46c4-9734-67bf4ff91752" providerId="ADAL" clId="{D39FFD48-C7FC-4648-8127-D29C2B3097BB}" dt="2024-02-13T13:47:41.676" v="0" actId="47"/>
        <pc:sldMkLst>
          <pc:docMk/>
          <pc:sldMk cId="1437251028" sldId="438"/>
        </pc:sldMkLst>
      </pc:sldChg>
      <pc:sldChg chg="del">
        <pc:chgData name="Louise Overbeek" userId="5ffb9102-b48a-46c4-9734-67bf4ff91752" providerId="ADAL" clId="{D39FFD48-C7FC-4648-8127-D29C2B3097BB}" dt="2024-02-13T13:47:41.676" v="0" actId="47"/>
        <pc:sldMkLst>
          <pc:docMk/>
          <pc:sldMk cId="1076105406" sldId="439"/>
        </pc:sldMkLst>
      </pc:sldChg>
      <pc:sldChg chg="del">
        <pc:chgData name="Louise Overbeek" userId="5ffb9102-b48a-46c4-9734-67bf4ff91752" providerId="ADAL" clId="{D39FFD48-C7FC-4648-8127-D29C2B3097BB}" dt="2024-02-13T13:47:41.676" v="0" actId="47"/>
        <pc:sldMkLst>
          <pc:docMk/>
          <pc:sldMk cId="4146084008" sldId="440"/>
        </pc:sldMkLst>
      </pc:sldChg>
      <pc:sldChg chg="del">
        <pc:chgData name="Louise Overbeek" userId="5ffb9102-b48a-46c4-9734-67bf4ff91752" providerId="ADAL" clId="{D39FFD48-C7FC-4648-8127-D29C2B3097BB}" dt="2024-02-13T13:47:41.676" v="0" actId="47"/>
        <pc:sldMkLst>
          <pc:docMk/>
          <pc:sldMk cId="3802362004" sldId="441"/>
        </pc:sldMkLst>
      </pc:sldChg>
      <pc:sldChg chg="del">
        <pc:chgData name="Louise Overbeek" userId="5ffb9102-b48a-46c4-9734-67bf4ff91752" providerId="ADAL" clId="{D39FFD48-C7FC-4648-8127-D29C2B3097BB}" dt="2024-02-13T13:47:41.676" v="0" actId="47"/>
        <pc:sldMkLst>
          <pc:docMk/>
          <pc:sldMk cId="1675595312" sldId="446"/>
        </pc:sldMkLst>
      </pc:sldChg>
      <pc:sldChg chg="del">
        <pc:chgData name="Louise Overbeek" userId="5ffb9102-b48a-46c4-9734-67bf4ff91752" providerId="ADAL" clId="{D39FFD48-C7FC-4648-8127-D29C2B3097BB}" dt="2024-02-13T13:47:41.676" v="0" actId="47"/>
        <pc:sldMkLst>
          <pc:docMk/>
          <pc:sldMk cId="162600294" sldId="447"/>
        </pc:sldMkLst>
      </pc:sldChg>
      <pc:sldChg chg="del">
        <pc:chgData name="Louise Overbeek" userId="5ffb9102-b48a-46c4-9734-67bf4ff91752" providerId="ADAL" clId="{D39FFD48-C7FC-4648-8127-D29C2B3097BB}" dt="2024-02-13T13:47:41.676" v="0" actId="47"/>
        <pc:sldMkLst>
          <pc:docMk/>
          <pc:sldMk cId="482972259" sldId="448"/>
        </pc:sldMkLst>
      </pc:sldChg>
      <pc:sldChg chg="del">
        <pc:chgData name="Louise Overbeek" userId="5ffb9102-b48a-46c4-9734-67bf4ff91752" providerId="ADAL" clId="{D39FFD48-C7FC-4648-8127-D29C2B3097BB}" dt="2024-02-13T13:47:41.676" v="0" actId="47"/>
        <pc:sldMkLst>
          <pc:docMk/>
          <pc:sldMk cId="2995767257" sldId="449"/>
        </pc:sldMkLst>
      </pc:sldChg>
      <pc:sldChg chg="del">
        <pc:chgData name="Louise Overbeek" userId="5ffb9102-b48a-46c4-9734-67bf4ff91752" providerId="ADAL" clId="{D39FFD48-C7FC-4648-8127-D29C2B3097BB}" dt="2024-02-13T13:48:11.318" v="5" actId="47"/>
        <pc:sldMkLst>
          <pc:docMk/>
          <pc:sldMk cId="3645519002" sldId="450"/>
        </pc:sldMkLst>
      </pc:sldChg>
      <pc:sldChg chg="del">
        <pc:chgData name="Louise Overbeek" userId="5ffb9102-b48a-46c4-9734-67bf4ff91752" providerId="ADAL" clId="{D39FFD48-C7FC-4648-8127-D29C2B3097BB}" dt="2024-02-13T13:47:41.676" v="0" actId="47"/>
        <pc:sldMkLst>
          <pc:docMk/>
          <pc:sldMk cId="3675096759" sldId="451"/>
        </pc:sldMkLst>
      </pc:sldChg>
      <pc:sldChg chg="del">
        <pc:chgData name="Louise Overbeek" userId="5ffb9102-b48a-46c4-9734-67bf4ff91752" providerId="ADAL" clId="{D39FFD48-C7FC-4648-8127-D29C2B3097BB}" dt="2024-02-13T13:47:41.676" v="0" actId="47"/>
        <pc:sldMkLst>
          <pc:docMk/>
          <pc:sldMk cId="462089702" sldId="452"/>
        </pc:sldMkLst>
      </pc:sldChg>
      <pc:sldChg chg="del">
        <pc:chgData name="Louise Overbeek" userId="5ffb9102-b48a-46c4-9734-67bf4ff91752" providerId="ADAL" clId="{D39FFD48-C7FC-4648-8127-D29C2B3097BB}" dt="2024-02-13T13:47:41.676" v="0" actId="47"/>
        <pc:sldMkLst>
          <pc:docMk/>
          <pc:sldMk cId="818657002" sldId="453"/>
        </pc:sldMkLst>
      </pc:sldChg>
      <pc:sldChg chg="del">
        <pc:chgData name="Louise Overbeek" userId="5ffb9102-b48a-46c4-9734-67bf4ff91752" providerId="ADAL" clId="{D39FFD48-C7FC-4648-8127-D29C2B3097BB}" dt="2024-02-13T13:47:41.676" v="0" actId="47"/>
        <pc:sldMkLst>
          <pc:docMk/>
          <pc:sldMk cId="3459894987" sldId="454"/>
        </pc:sldMkLst>
      </pc:sldChg>
      <pc:sldChg chg="del">
        <pc:chgData name="Louise Overbeek" userId="5ffb9102-b48a-46c4-9734-67bf4ff91752" providerId="ADAL" clId="{D39FFD48-C7FC-4648-8127-D29C2B3097BB}" dt="2024-02-13T13:47:41.676" v="0" actId="47"/>
        <pc:sldMkLst>
          <pc:docMk/>
          <pc:sldMk cId="4230143257" sldId="45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EAD46-7960-B9B1-37F9-89FA5E25750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19FAE8D-57A2-81A7-00E5-587EFCC9D5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645AF34-6DE2-8FF1-4B9B-DBF9472E0502}"/>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5" name="Espace réservé du pied de page 4">
            <a:extLst>
              <a:ext uri="{FF2B5EF4-FFF2-40B4-BE49-F238E27FC236}">
                <a16:creationId xmlns:a16="http://schemas.microsoft.com/office/drawing/2014/main" id="{50C05F82-12EF-7134-7813-225C983FBA7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439781-F636-BECB-9057-8C1C76B9C523}"/>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1525410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D2E50B-CFCE-1E05-DFFA-077D685A1F1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83714C7-B2CB-0FD4-BFDC-A40C1FDCC65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07C8D8-A1C1-2720-6C75-67DFD8D027BC}"/>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5" name="Espace réservé du pied de page 4">
            <a:extLst>
              <a:ext uri="{FF2B5EF4-FFF2-40B4-BE49-F238E27FC236}">
                <a16:creationId xmlns:a16="http://schemas.microsoft.com/office/drawing/2014/main" id="{1A3B651C-179A-FE3E-1F97-44DC6807679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FAF40C3-5CA6-4767-CD84-9B6EBAF595E0}"/>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1887678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F1384C-AFE4-110E-E000-30C38F1A148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91A5DE8-3201-14C4-0FED-FA088240C0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163FD4C-D201-0F5E-E88E-56988F0BF7AF}"/>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5" name="Espace réservé du pied de page 4">
            <a:extLst>
              <a:ext uri="{FF2B5EF4-FFF2-40B4-BE49-F238E27FC236}">
                <a16:creationId xmlns:a16="http://schemas.microsoft.com/office/drawing/2014/main" id="{EF4D3A02-5FCA-47B7-B6EB-B7318612D7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CFF3F4C-917C-4450-C82E-D286FA7A66DC}"/>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2939860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D236A3-69A7-88F3-349D-783D592CE7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EDDD2A-16D5-5A6D-6A62-C2F0C961F43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BCD47CC-B238-72FD-C43A-B9196B1281B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05DBC36-E6AA-2209-FB34-B3571AEA2C1D}"/>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6" name="Espace réservé du pied de page 5">
            <a:extLst>
              <a:ext uri="{FF2B5EF4-FFF2-40B4-BE49-F238E27FC236}">
                <a16:creationId xmlns:a16="http://schemas.microsoft.com/office/drawing/2014/main" id="{581EAE85-D53F-B20F-AED2-4DB971F4400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764784C-4800-E612-DE82-7BE81FA02072}"/>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2464824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DE9B84-8A8C-56A2-804C-5B790B178CC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635BEA9-DCAE-0E14-AC5B-0BA44EE15D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157E5DC-B7F2-B91B-282A-C2CC2A6B1A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EC7705B-9BCB-EA47-081C-F0B76CA74E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AF5EA83-9762-7D99-1888-F732D1FA912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10C2DC6-EA07-6343-1D87-857841F471F1}"/>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8" name="Espace réservé du pied de page 7">
            <a:extLst>
              <a:ext uri="{FF2B5EF4-FFF2-40B4-BE49-F238E27FC236}">
                <a16:creationId xmlns:a16="http://schemas.microsoft.com/office/drawing/2014/main" id="{54FE542C-49CC-DF49-6EEC-E25D16D168E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E9A8AB3-B677-5CEA-62D5-E261516CA66B}"/>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4282687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164B16-8A82-A939-8AD0-7DA39060FD5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1F42F26-BF3D-2BF6-BB6B-9F3D1F41AA47}"/>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4" name="Espace réservé du pied de page 3">
            <a:extLst>
              <a:ext uri="{FF2B5EF4-FFF2-40B4-BE49-F238E27FC236}">
                <a16:creationId xmlns:a16="http://schemas.microsoft.com/office/drawing/2014/main" id="{79F1868D-4339-37B8-EEF7-DD9A9CC4D95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3A9A8C5-81B5-CD35-205D-E845848A9EB4}"/>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349731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55F7EFE-DC49-9C56-5D74-99A30358B1A2}"/>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3" name="Espace réservé du pied de page 2">
            <a:extLst>
              <a:ext uri="{FF2B5EF4-FFF2-40B4-BE49-F238E27FC236}">
                <a16:creationId xmlns:a16="http://schemas.microsoft.com/office/drawing/2014/main" id="{B37D53FE-9929-2DFA-21CC-5A4D538741D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E654BB2-3992-4BD4-00EF-ED916A83CA60}"/>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311091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572C36-BD6F-D03A-9ACD-DBBD681C76B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AA6246F-596B-F81A-ABFA-CC160D8A1A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43577E4-59DE-7B47-F281-51173CEAD3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AF4291D-27C7-8352-F9F3-B8A10C870DF4}"/>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6" name="Espace réservé du pied de page 5">
            <a:extLst>
              <a:ext uri="{FF2B5EF4-FFF2-40B4-BE49-F238E27FC236}">
                <a16:creationId xmlns:a16="http://schemas.microsoft.com/office/drawing/2014/main" id="{8258C538-D48F-E049-B501-B2037D3A619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0226E9D-E201-0B5C-6893-1CC0AF3F1979}"/>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3256897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85FAE4-A5D9-0AFB-A7BB-DF6796B89A9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A56929E-FE18-B5DE-1658-FC95DCB6ED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793DB1E-BCD2-7018-E460-023D6B356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098A13A-74F2-650F-A5CC-255140D68A93}"/>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6" name="Espace réservé du pied de page 5">
            <a:extLst>
              <a:ext uri="{FF2B5EF4-FFF2-40B4-BE49-F238E27FC236}">
                <a16:creationId xmlns:a16="http://schemas.microsoft.com/office/drawing/2014/main" id="{83EC6317-167F-0C52-EBD2-34F1299295B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DB8EF3F-30FB-1027-B3A2-D685F55B1B21}"/>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1571567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A8E037-7927-BC96-DB2B-BB7F7AA90C9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9BDD4D-5F41-CECE-1E48-3E101F19BAA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12B423F-CB7F-106E-C050-D470051927A6}"/>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5" name="Espace réservé du pied de page 4">
            <a:extLst>
              <a:ext uri="{FF2B5EF4-FFF2-40B4-BE49-F238E27FC236}">
                <a16:creationId xmlns:a16="http://schemas.microsoft.com/office/drawing/2014/main" id="{773BBBA6-8FB7-D80D-8597-6CE65FDDF5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FCB6B27-D6C2-F5A4-E0BC-9367AE0A7855}"/>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402682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1C36CA1-FC02-7A88-08EE-8B55E3B4881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B4DCCAC-934D-1C2A-20A2-2225CFA71CE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4A2D085-8CE0-B2B4-4947-68490E72ABC2}"/>
              </a:ext>
            </a:extLst>
          </p:cNvPr>
          <p:cNvSpPr>
            <a:spLocks noGrp="1"/>
          </p:cNvSpPr>
          <p:nvPr>
            <p:ph type="dt" sz="half" idx="10"/>
          </p:nvPr>
        </p:nvSpPr>
        <p:spPr/>
        <p:txBody>
          <a:bodyPr/>
          <a:lstStyle/>
          <a:p>
            <a:fld id="{A8F3C723-363A-437C-AA6C-97877798F59D}" type="datetimeFigureOut">
              <a:rPr lang="fr-FR" smtClean="0"/>
              <a:t>13/02/2024</a:t>
            </a:fld>
            <a:endParaRPr lang="fr-FR"/>
          </a:p>
        </p:txBody>
      </p:sp>
      <p:sp>
        <p:nvSpPr>
          <p:cNvPr id="5" name="Espace réservé du pied de page 4">
            <a:extLst>
              <a:ext uri="{FF2B5EF4-FFF2-40B4-BE49-F238E27FC236}">
                <a16:creationId xmlns:a16="http://schemas.microsoft.com/office/drawing/2014/main" id="{86C76820-A151-5335-E546-A6789369051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B6F8A3E-B189-4E27-E535-9CCBFFBC221F}"/>
              </a:ext>
            </a:extLst>
          </p:cNvPr>
          <p:cNvSpPr>
            <a:spLocks noGrp="1"/>
          </p:cNvSpPr>
          <p:nvPr>
            <p:ph type="sldNum" sz="quarter" idx="12"/>
          </p:nvPr>
        </p:nvSpPr>
        <p:spPr/>
        <p:txBody>
          <a:bodyPr/>
          <a:lstStyle/>
          <a:p>
            <a:fld id="{1BBEF831-3BE2-4EAE-B57C-7A79BDFBC2E6}" type="slidenum">
              <a:rPr lang="fr-FR" smtClean="0"/>
              <a:t>‹N°›</a:t>
            </a:fld>
            <a:endParaRPr lang="fr-FR"/>
          </a:p>
        </p:txBody>
      </p:sp>
    </p:spTree>
    <p:extLst>
      <p:ext uri="{BB962C8B-B14F-4D97-AF65-F5344CB8AC3E}">
        <p14:creationId xmlns:p14="http://schemas.microsoft.com/office/powerpoint/2010/main" val="3745717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44A6CCE-A6CE-7857-DEBE-88CEAF133B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91B258E-3468-22AB-BDA0-17DBC7AF41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CEBE382-FE01-4666-99F8-5C8EB413EC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F3C723-363A-437C-AA6C-97877798F59D}" type="datetimeFigureOut">
              <a:rPr lang="fr-FR" smtClean="0"/>
              <a:t>13/02/2024</a:t>
            </a:fld>
            <a:endParaRPr lang="fr-FR"/>
          </a:p>
        </p:txBody>
      </p:sp>
      <p:sp>
        <p:nvSpPr>
          <p:cNvPr id="5" name="Espace réservé du pied de page 4">
            <a:extLst>
              <a:ext uri="{FF2B5EF4-FFF2-40B4-BE49-F238E27FC236}">
                <a16:creationId xmlns:a16="http://schemas.microsoft.com/office/drawing/2014/main" id="{AA753FE9-9764-01BE-CBDF-B147443B3D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4779CCC-1C5F-DF9C-DBF6-4498CA5AC0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BEF831-3BE2-4EAE-B57C-7A79BDFBC2E6}" type="slidenum">
              <a:rPr lang="fr-FR" smtClean="0"/>
              <a:t>‹N°›</a:t>
            </a:fld>
            <a:endParaRPr lang="fr-FR"/>
          </a:p>
        </p:txBody>
      </p:sp>
    </p:spTree>
    <p:extLst>
      <p:ext uri="{BB962C8B-B14F-4D97-AF65-F5344CB8AC3E}">
        <p14:creationId xmlns:p14="http://schemas.microsoft.com/office/powerpoint/2010/main" val="3675742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knotia.ca/knowledge/home.aspx?productid=127"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FD2CC-6308-4E11-8F11-05BB631C7518}"/>
              </a:ext>
            </a:extLst>
          </p:cNvPr>
          <p:cNvSpPr>
            <a:spLocks noGrp="1"/>
          </p:cNvSpPr>
          <p:nvPr>
            <p:ph type="title"/>
          </p:nvPr>
        </p:nvSpPr>
        <p:spPr/>
        <p:txBody>
          <a:bodyPr>
            <a:normAutofit/>
          </a:bodyPr>
          <a:lstStyle/>
          <a:p>
            <a:r>
              <a:rPr lang="fr-CA" sz="4000" dirty="0">
                <a:solidFill>
                  <a:srgbClr val="FF0000"/>
                </a:solidFill>
              </a:rPr>
              <a:t>3- Emprunt bancaire - NCECF</a:t>
            </a:r>
            <a:endParaRPr lang="fr-FR" sz="4000" dirty="0">
              <a:solidFill>
                <a:srgbClr val="FF0000"/>
              </a:solidFill>
            </a:endParaRPr>
          </a:p>
        </p:txBody>
      </p:sp>
      <p:sp>
        <p:nvSpPr>
          <p:cNvPr id="3" name="Espace réservé du contenu 2">
            <a:extLst>
              <a:ext uri="{FF2B5EF4-FFF2-40B4-BE49-F238E27FC236}">
                <a16:creationId xmlns:a16="http://schemas.microsoft.com/office/drawing/2014/main" id="{06ADEDAB-BFF6-4E10-AD0B-9B12CA97E7E5}"/>
              </a:ext>
            </a:extLst>
          </p:cNvPr>
          <p:cNvSpPr>
            <a:spLocks noGrp="1"/>
          </p:cNvSpPr>
          <p:nvPr>
            <p:ph idx="1"/>
          </p:nvPr>
        </p:nvSpPr>
        <p:spPr>
          <a:xfrm>
            <a:off x="838200" y="1738870"/>
            <a:ext cx="10515600" cy="4914446"/>
          </a:xfrm>
        </p:spPr>
        <p:txBody>
          <a:bodyPr>
            <a:normAutofit lnSpcReduction="10000"/>
          </a:bodyPr>
          <a:lstStyle/>
          <a:p>
            <a:pPr marL="0" indent="0" algn="just">
              <a:lnSpc>
                <a:spcPct val="150000"/>
              </a:lnSpc>
              <a:spcAft>
                <a:spcPts val="800"/>
              </a:spcAft>
              <a:buNone/>
            </a:pPr>
            <a:r>
              <a:rPr lang="fr-CA" sz="2400" b="1" u="sng" dirty="0">
                <a:effectLst/>
                <a:latin typeface="Arial" panose="020B0604020202020204" pitchFamily="34" charset="0"/>
                <a:ea typeface="Calibri" panose="020F0502020204030204" pitchFamily="34" charset="0"/>
                <a:cs typeface="Times New Roman" panose="02020603050405020304" pitchFamily="18" charset="0"/>
              </a:rPr>
              <a:t>Note 5 : </a:t>
            </a:r>
            <a:endParaRPr lang="fr-CA" sz="24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50000"/>
              </a:lnSpc>
              <a:spcAft>
                <a:spcPts val="800"/>
              </a:spcAft>
              <a:buNone/>
            </a:pPr>
            <a:r>
              <a:rPr lang="fr-CA" sz="2400" dirty="0">
                <a:effectLst/>
                <a:latin typeface="Arial" panose="020B0604020202020204" pitchFamily="34" charset="0"/>
                <a:ea typeface="Calibri" panose="020F0502020204030204" pitchFamily="34" charset="0"/>
                <a:cs typeface="Times New Roman" panose="02020603050405020304" pitchFamily="18" charset="0"/>
              </a:rPr>
              <a:t>Malgré les investissements importants de la propriétaire, FED se devait d’obtenir d’autres sources de financement si elle souhaitait assurer la viabilité de l’entreprise. Après avoir analysé plusieurs options différentes, elle décida d’opter pour un emprunt bancaire. Le 1</a:t>
            </a:r>
            <a:r>
              <a:rPr lang="fr-CA" sz="2400" baseline="30000" dirty="0">
                <a:effectLst/>
                <a:latin typeface="Arial" panose="020B0604020202020204" pitchFamily="34" charset="0"/>
                <a:ea typeface="Calibri" panose="020F0502020204030204" pitchFamily="34" charset="0"/>
                <a:cs typeface="Times New Roman" panose="02020603050405020304" pitchFamily="18" charset="0"/>
              </a:rPr>
              <a:t>er</a:t>
            </a:r>
            <a:r>
              <a:rPr lang="fr-CA" sz="2400" dirty="0">
                <a:effectLst/>
                <a:latin typeface="Arial" panose="020B0604020202020204" pitchFamily="34" charset="0"/>
                <a:ea typeface="Calibri" panose="020F0502020204030204" pitchFamily="34" charset="0"/>
                <a:cs typeface="Times New Roman" panose="02020603050405020304" pitchFamily="18" charset="0"/>
              </a:rPr>
              <a:t> janvier 2023, la banque lui octroya donc un montant de 1 000 000 $ remboursable dans cinq ans à un taux d’intérêt de 6 %, soit le taux du marché à ce moment. Obtenir un prêt n’est tout de même pas gratuit! FED a donc dû débourser 10 000 $ de frais d’analyse de dossier à la banque.</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0C090731-956E-4AED-80A0-BDC12DB3084E}"/>
              </a:ext>
            </a:extLst>
          </p:cNvPr>
          <p:cNvSpPr>
            <a:spLocks noGrp="1"/>
          </p:cNvSpPr>
          <p:nvPr>
            <p:ph type="sldNum" sz="quarter" idx="12"/>
          </p:nvPr>
        </p:nvSpPr>
        <p:spPr/>
        <p:txBody>
          <a:bodyPr/>
          <a:lstStyle/>
          <a:p>
            <a:fld id="{F1FCC400-9845-4852-A9C9-E1406FDA319A}" type="slidenum">
              <a:rPr lang="fr-FR" smtClean="0"/>
              <a:t>1</a:t>
            </a:fld>
            <a:endParaRPr lang="fr-FR"/>
          </a:p>
        </p:txBody>
      </p:sp>
    </p:spTree>
    <p:extLst>
      <p:ext uri="{BB962C8B-B14F-4D97-AF65-F5344CB8AC3E}">
        <p14:creationId xmlns:p14="http://schemas.microsoft.com/office/powerpoint/2010/main" val="485426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FD2CC-6308-4E11-8F11-05BB631C7518}"/>
              </a:ext>
            </a:extLst>
          </p:cNvPr>
          <p:cNvSpPr>
            <a:spLocks noGrp="1"/>
          </p:cNvSpPr>
          <p:nvPr>
            <p:ph type="title"/>
          </p:nvPr>
        </p:nvSpPr>
        <p:spPr/>
        <p:txBody>
          <a:bodyPr/>
          <a:lstStyle/>
          <a:p>
            <a:r>
              <a:rPr lang="fr-CA" sz="4000" dirty="0"/>
              <a:t>3- Emprunt bancaire</a:t>
            </a:r>
            <a:endParaRPr lang="fr-FR" dirty="0"/>
          </a:p>
        </p:txBody>
      </p:sp>
      <p:sp>
        <p:nvSpPr>
          <p:cNvPr id="3" name="Espace réservé du contenu 2">
            <a:extLst>
              <a:ext uri="{FF2B5EF4-FFF2-40B4-BE49-F238E27FC236}">
                <a16:creationId xmlns:a16="http://schemas.microsoft.com/office/drawing/2014/main" id="{06ADEDAB-BFF6-4E10-AD0B-9B12CA97E7E5}"/>
              </a:ext>
            </a:extLst>
          </p:cNvPr>
          <p:cNvSpPr>
            <a:spLocks noGrp="1"/>
          </p:cNvSpPr>
          <p:nvPr>
            <p:ph idx="1"/>
          </p:nvPr>
        </p:nvSpPr>
        <p:spPr>
          <a:xfrm>
            <a:off x="838200" y="1690688"/>
            <a:ext cx="10515600" cy="4665662"/>
          </a:xfrm>
        </p:spPr>
        <p:txBody>
          <a:bodyPr>
            <a:normAutofit fontScale="70000" lnSpcReduction="20000"/>
          </a:bodyPr>
          <a:lstStyle/>
          <a:p>
            <a:pPr marL="0" indent="0" algn="just">
              <a:lnSpc>
                <a:spcPct val="107000"/>
              </a:lnSpc>
              <a:spcAft>
                <a:spcPts val="800"/>
              </a:spcAft>
              <a:buNone/>
            </a:pPr>
            <a:r>
              <a:rPr lang="fr-CA" sz="3400" kern="100" dirty="0">
                <a:effectLst/>
                <a:latin typeface="Calibri" panose="020F0502020204030204" pitchFamily="34" charset="0"/>
                <a:ea typeface="Calibri" panose="020F0502020204030204" pitchFamily="34" charset="0"/>
                <a:cs typeface="Times New Roman" panose="02020603050405020304" pitchFamily="18" charset="0"/>
              </a:rPr>
              <a:t>Selon chap. 3856 </a:t>
            </a:r>
            <a:r>
              <a:rPr lang="fr-CA" sz="3400" i="1" kern="100" dirty="0">
                <a:effectLst/>
                <a:latin typeface="Calibri" panose="020F0502020204030204" pitchFamily="34" charset="0"/>
                <a:ea typeface="Calibri" panose="020F0502020204030204" pitchFamily="34" charset="0"/>
                <a:cs typeface="Times New Roman" panose="02020603050405020304" pitchFamily="18" charset="0"/>
              </a:rPr>
              <a:t>Instruments financiers</a:t>
            </a:r>
            <a:endParaRPr lang="fr-FR" sz="3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fr-CA" sz="3200"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.07    </a:t>
            </a:r>
            <a:r>
              <a:rPr lang="fr-CA" sz="3200" i="1"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Sauf dans les cas précisés au paragraphe</a:t>
            </a:r>
            <a:r>
              <a:rPr lang="fr-CA" sz="3200"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a:t>
            </a:r>
            <a:r>
              <a:rPr lang="fr-CA" sz="3200"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hlinkClick r:id="rId2"/>
              </a:rPr>
              <a:t>3856.09A</a:t>
            </a:r>
            <a:r>
              <a:rPr lang="fr-CA" sz="3200" i="1"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lorsqu'un actif financier est créé ou acquis ou qu'un passif financier est émis ou pris en charge dans une opération conclue dans des conditions de pleine concurrence, </a:t>
            </a:r>
            <a:r>
              <a:rPr lang="fr-CA" sz="3200" i="1"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l'entreprise doit l'évaluer à sa juste valeur, ajustée</a:t>
            </a:r>
            <a:r>
              <a:rPr lang="fr-CA" sz="3200" i="1"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dans le cas d'un actif financier ou d'un passif financier qui ne sera pas évalué ultérieurement à la juste valeur, en fonction </a:t>
            </a:r>
            <a:r>
              <a:rPr lang="fr-CA" sz="3200" i="1"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du montant des commissions et des coûts de transaction directement attribuables à sa création</a:t>
            </a:r>
            <a:r>
              <a:rPr lang="fr-CA" sz="3200" i="1"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à son acquisition, à son émission ou à sa prise en charge.</a:t>
            </a:r>
            <a:r>
              <a:rPr lang="fr-CA" sz="3200"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(Les paragraphes </a:t>
            </a:r>
            <a:r>
              <a:rPr lang="fr-CA" sz="3200"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3856.A8</a:t>
            </a:r>
            <a:r>
              <a:rPr lang="fr-CA" sz="3200"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et </a:t>
            </a:r>
            <a:r>
              <a:rPr lang="fr-CA" sz="3200" u="sng"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3856.A9</a:t>
            </a:r>
            <a:r>
              <a:rPr lang="fr-CA" sz="3200" kern="100"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 à .A13 fournissent des précisions d'application sur le sujet.)</a:t>
            </a:r>
            <a:endParaRPr lang="fr-FR"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fr-CA" sz="3200" kern="100" dirty="0">
                <a:solidFill>
                  <a:srgbClr val="444444"/>
                </a:solidFill>
                <a:effectLst/>
                <a:latin typeface="Arial" panose="020B0604020202020204" pitchFamily="34" charset="0"/>
                <a:ea typeface="Calibri" panose="020F0502020204030204" pitchFamily="34" charset="0"/>
                <a:cs typeface="Times New Roman" panose="02020603050405020304" pitchFamily="18" charset="0"/>
              </a:rPr>
              <a:t>Donc les frais de transaction de 10 000 $ doivent être déduits du montant de l’emprunt lors de la comptabilisation initiale</a:t>
            </a:r>
            <a:r>
              <a:rPr lang="fr-CA" sz="2400" kern="100" dirty="0">
                <a:effectLst/>
                <a:latin typeface="Calibri" panose="020F0502020204030204" pitchFamily="34" charset="0"/>
                <a:ea typeface="Calibri" panose="020F0502020204030204" pitchFamily="34" charset="0"/>
                <a:cs typeface="Times New Roman" panose="02020603050405020304" pitchFamily="18" charset="0"/>
              </a:rPr>
              <a:t> </a:t>
            </a:r>
            <a:r>
              <a:rPr lang="fr-CA" sz="18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A3AA83C-B271-4BC3-BDCB-7C60FFFE71E5}"/>
              </a:ext>
            </a:extLst>
          </p:cNvPr>
          <p:cNvSpPr>
            <a:spLocks noGrp="1"/>
          </p:cNvSpPr>
          <p:nvPr>
            <p:ph type="sldNum" sz="quarter" idx="12"/>
          </p:nvPr>
        </p:nvSpPr>
        <p:spPr/>
        <p:txBody>
          <a:bodyPr/>
          <a:lstStyle/>
          <a:p>
            <a:fld id="{F1FCC400-9845-4852-A9C9-E1406FDA319A}" type="slidenum">
              <a:rPr lang="fr-FR" smtClean="0"/>
              <a:t>2</a:t>
            </a:fld>
            <a:endParaRPr lang="fr-FR"/>
          </a:p>
        </p:txBody>
      </p:sp>
    </p:spTree>
    <p:extLst>
      <p:ext uri="{BB962C8B-B14F-4D97-AF65-F5344CB8AC3E}">
        <p14:creationId xmlns:p14="http://schemas.microsoft.com/office/powerpoint/2010/main" val="3817198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FD2CC-6308-4E11-8F11-05BB631C7518}"/>
              </a:ext>
            </a:extLst>
          </p:cNvPr>
          <p:cNvSpPr>
            <a:spLocks noGrp="1"/>
          </p:cNvSpPr>
          <p:nvPr>
            <p:ph type="title"/>
          </p:nvPr>
        </p:nvSpPr>
        <p:spPr/>
        <p:txBody>
          <a:bodyPr/>
          <a:lstStyle/>
          <a:p>
            <a:r>
              <a:rPr lang="fr-CA" sz="4000" dirty="0"/>
              <a:t>3- Emprunt bancaire</a:t>
            </a:r>
            <a:endParaRPr lang="fr-FR" dirty="0"/>
          </a:p>
        </p:txBody>
      </p:sp>
      <p:sp>
        <p:nvSpPr>
          <p:cNvPr id="3" name="Espace réservé du contenu 2">
            <a:extLst>
              <a:ext uri="{FF2B5EF4-FFF2-40B4-BE49-F238E27FC236}">
                <a16:creationId xmlns:a16="http://schemas.microsoft.com/office/drawing/2014/main" id="{06ADEDAB-BFF6-4E10-AD0B-9B12CA97E7E5}"/>
              </a:ext>
            </a:extLst>
          </p:cNvPr>
          <p:cNvSpPr>
            <a:spLocks noGrp="1"/>
          </p:cNvSpPr>
          <p:nvPr>
            <p:ph idx="1"/>
          </p:nvPr>
        </p:nvSpPr>
        <p:spPr>
          <a:xfrm>
            <a:off x="838200" y="1690688"/>
            <a:ext cx="10515600" cy="4665662"/>
          </a:xfrm>
        </p:spPr>
        <p:txBody>
          <a:bodyPr>
            <a:normAutofit/>
          </a:bodyPr>
          <a:lstStyle/>
          <a:p>
            <a:pPr marL="0" indent="0">
              <a:spcBef>
                <a:spcPts val="325"/>
              </a:spcBef>
              <a:spcAft>
                <a:spcPts val="325"/>
              </a:spcAft>
              <a:buNone/>
            </a:pPr>
            <a:r>
              <a:rPr lang="fr-FR" sz="2200" b="1" dirty="0">
                <a:solidFill>
                  <a:srgbClr val="0070C0"/>
                </a:solidFill>
                <a:effectLst/>
                <a:latin typeface="Arial" panose="020B0604020202020204" pitchFamily="34" charset="0"/>
                <a:ea typeface="Times New Roman" panose="02020603050405020304" pitchFamily="18" charset="0"/>
              </a:rPr>
              <a:t>Coût après amortissement</a:t>
            </a:r>
            <a:endParaRPr lang="fr-FR" sz="2200" dirty="0">
              <a:effectLst/>
              <a:latin typeface="Times New Roman" panose="02020603050405020304" pitchFamily="18" charset="0"/>
              <a:ea typeface="Times New Roman" panose="02020603050405020304" pitchFamily="18" charset="0"/>
            </a:endParaRPr>
          </a:p>
          <a:p>
            <a:pPr marL="48895" indent="0">
              <a:spcBef>
                <a:spcPts val="325"/>
              </a:spcBef>
              <a:spcAft>
                <a:spcPts val="325"/>
              </a:spcAft>
              <a:buNone/>
            </a:pPr>
            <a:r>
              <a:rPr lang="fr-FR" sz="2200" dirty="0">
                <a:solidFill>
                  <a:srgbClr val="0070C0"/>
                </a:solidFill>
                <a:effectLst/>
                <a:latin typeface="Arial" panose="020B0604020202020204" pitchFamily="34" charset="0"/>
                <a:ea typeface="Times New Roman" panose="02020603050405020304" pitchFamily="18" charset="0"/>
              </a:rPr>
              <a:t>A3     Lorsqu'un instrument financier est émis ou acquis à prime ou à escompte par rapport à sa valeur nominale, la différence représente un ajustement d'intérêts payé d'avance. Un tel montant constitue un élément de la valeur comptable initiale de l'instrument financier. Lorsque l'instrument financier est évalué au coût après amortissement, tout escompte ou prime est amorti sur la durée de vie prévue de l'instrument et comptabilisé en résultat net à titre de produit ou de charge d'intérêt.</a:t>
            </a:r>
          </a:p>
          <a:p>
            <a:pPr marL="48895" indent="0">
              <a:spcBef>
                <a:spcPts val="325"/>
              </a:spcBef>
              <a:spcAft>
                <a:spcPts val="325"/>
              </a:spcAft>
              <a:buNone/>
            </a:pPr>
            <a:endParaRPr lang="fr-FR" sz="2200" dirty="0">
              <a:solidFill>
                <a:srgbClr val="0070C0"/>
              </a:solidFill>
              <a:latin typeface="Arial" panose="020B0604020202020204" pitchFamily="34" charset="0"/>
              <a:ea typeface="Times New Roman" panose="02020603050405020304" pitchFamily="18" charset="0"/>
            </a:endParaRPr>
          </a:p>
          <a:p>
            <a:pPr marL="0" indent="0" algn="just">
              <a:lnSpc>
                <a:spcPct val="107000"/>
              </a:lnSpc>
              <a:spcAft>
                <a:spcPts val="800"/>
              </a:spcAft>
              <a:buNone/>
            </a:pPr>
            <a:r>
              <a:rPr lang="fr-FR" sz="2400" kern="100" dirty="0">
                <a:effectLst/>
                <a:latin typeface="Calibri" panose="020F0502020204030204" pitchFamily="34" charset="0"/>
                <a:ea typeface="Calibri" panose="020F0502020204030204" pitchFamily="34" charset="0"/>
                <a:cs typeface="Times New Roman" panose="02020603050405020304" pitchFamily="18" charset="0"/>
              </a:rPr>
              <a:t>À cause des frais, la dette bancaire est présentée à escompte. </a:t>
            </a:r>
          </a:p>
          <a:p>
            <a:pPr marL="0" indent="0" algn="just">
              <a:lnSpc>
                <a:spcPct val="107000"/>
              </a:lnSpc>
              <a:spcAft>
                <a:spcPts val="800"/>
              </a:spcAft>
              <a:buNone/>
            </a:pPr>
            <a:r>
              <a:rPr lang="fr-FR" sz="2400" kern="100" dirty="0">
                <a:effectLst/>
                <a:latin typeface="Calibri" panose="020F0502020204030204" pitchFamily="34" charset="0"/>
                <a:ea typeface="Calibri" panose="020F0502020204030204" pitchFamily="34" charset="0"/>
                <a:cs typeface="Times New Roman" panose="02020603050405020304" pitchFamily="18" charset="0"/>
              </a:rPr>
              <a:t>Il faut calculer le taux effectif : 6.24 %</a:t>
            </a:r>
          </a:p>
          <a:p>
            <a:pPr marL="0" indent="0" algn="just">
              <a:lnSpc>
                <a:spcPct val="107000"/>
              </a:lnSpc>
              <a:spcAft>
                <a:spcPts val="800"/>
              </a:spcAft>
              <a:buNone/>
            </a:pPr>
            <a:r>
              <a:rPr lang="fr-FR" sz="2400" kern="100" dirty="0">
                <a:effectLst/>
                <a:latin typeface="Calibri" panose="020F0502020204030204" pitchFamily="34" charset="0"/>
                <a:ea typeface="Calibri" panose="020F0502020204030204" pitchFamily="34" charset="0"/>
                <a:cs typeface="Times New Roman" panose="02020603050405020304" pitchFamily="18" charset="0"/>
              </a:rPr>
              <a:t>Et calculer les frais financiers à ce taux * valeur comptable de l’emprunt = 61 766 $</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A3AA83C-B271-4BC3-BDCB-7C60FFFE71E5}"/>
              </a:ext>
            </a:extLst>
          </p:cNvPr>
          <p:cNvSpPr>
            <a:spLocks noGrp="1"/>
          </p:cNvSpPr>
          <p:nvPr>
            <p:ph type="sldNum" sz="quarter" idx="12"/>
          </p:nvPr>
        </p:nvSpPr>
        <p:spPr/>
        <p:txBody>
          <a:bodyPr/>
          <a:lstStyle/>
          <a:p>
            <a:fld id="{F1FCC400-9845-4852-A9C9-E1406FDA319A}" type="slidenum">
              <a:rPr lang="fr-FR" smtClean="0"/>
              <a:t>3</a:t>
            </a:fld>
            <a:endParaRPr lang="fr-FR"/>
          </a:p>
        </p:txBody>
      </p:sp>
    </p:spTree>
    <p:extLst>
      <p:ext uri="{BB962C8B-B14F-4D97-AF65-F5344CB8AC3E}">
        <p14:creationId xmlns:p14="http://schemas.microsoft.com/office/powerpoint/2010/main" val="333971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FD2CC-6308-4E11-8F11-05BB631C7518}"/>
              </a:ext>
            </a:extLst>
          </p:cNvPr>
          <p:cNvSpPr>
            <a:spLocks noGrp="1"/>
          </p:cNvSpPr>
          <p:nvPr>
            <p:ph type="title"/>
          </p:nvPr>
        </p:nvSpPr>
        <p:spPr>
          <a:xfrm>
            <a:off x="838200" y="365126"/>
            <a:ext cx="10515600" cy="551910"/>
          </a:xfrm>
        </p:spPr>
        <p:txBody>
          <a:bodyPr>
            <a:normAutofit fontScale="90000"/>
          </a:bodyPr>
          <a:lstStyle/>
          <a:p>
            <a:r>
              <a:rPr lang="fr-CA" sz="4000" dirty="0"/>
              <a:t>3- Emprunt bancaire</a:t>
            </a:r>
            <a:endParaRPr lang="fr-FR" dirty="0"/>
          </a:p>
        </p:txBody>
      </p:sp>
      <p:sp>
        <p:nvSpPr>
          <p:cNvPr id="3" name="Espace réservé du contenu 2">
            <a:extLst>
              <a:ext uri="{FF2B5EF4-FFF2-40B4-BE49-F238E27FC236}">
                <a16:creationId xmlns:a16="http://schemas.microsoft.com/office/drawing/2014/main" id="{06ADEDAB-BFF6-4E10-AD0B-9B12CA97E7E5}"/>
              </a:ext>
            </a:extLst>
          </p:cNvPr>
          <p:cNvSpPr>
            <a:spLocks noGrp="1"/>
          </p:cNvSpPr>
          <p:nvPr>
            <p:ph idx="1"/>
          </p:nvPr>
        </p:nvSpPr>
        <p:spPr>
          <a:xfrm>
            <a:off x="838200" y="1690688"/>
            <a:ext cx="10515600" cy="4665662"/>
          </a:xfrm>
        </p:spPr>
        <p:txBody>
          <a:bodyPr>
            <a:normAutofit/>
          </a:bodyPr>
          <a:lstStyle/>
          <a:p>
            <a:pPr marL="0" indent="0">
              <a:spcBef>
                <a:spcPts val="325"/>
              </a:spcBef>
              <a:spcAft>
                <a:spcPts val="325"/>
              </a:spcAft>
              <a:buNone/>
            </a:pPr>
            <a:endParaRPr lang="fr-CA"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latin typeface="Calibri" panose="020F0502020204030204" pitchFamily="34" charset="0"/>
              <a:ea typeface="Calibri" panose="020F0502020204030204" pitchFamily="34" charset="0"/>
              <a:cs typeface="Times New Roman" panose="02020603050405020304" pitchFamily="18" charset="0"/>
            </a:endParaRPr>
          </a:p>
          <a:p>
            <a:pPr marL="0" indent="0">
              <a:spcBef>
                <a:spcPts val="325"/>
              </a:spcBef>
              <a:spcAft>
                <a:spcPts val="325"/>
              </a:spcAft>
              <a:buNone/>
            </a:pP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5A3AA83C-B271-4BC3-BDCB-7C60FFFE71E5}"/>
              </a:ext>
            </a:extLst>
          </p:cNvPr>
          <p:cNvSpPr>
            <a:spLocks noGrp="1"/>
          </p:cNvSpPr>
          <p:nvPr>
            <p:ph type="sldNum" sz="quarter" idx="12"/>
          </p:nvPr>
        </p:nvSpPr>
        <p:spPr/>
        <p:txBody>
          <a:bodyPr/>
          <a:lstStyle/>
          <a:p>
            <a:fld id="{F1FCC400-9845-4852-A9C9-E1406FDA319A}" type="slidenum">
              <a:rPr lang="fr-FR" smtClean="0"/>
              <a:t>4</a:t>
            </a:fld>
            <a:endParaRPr lang="fr-FR"/>
          </a:p>
        </p:txBody>
      </p:sp>
      <p:pic>
        <p:nvPicPr>
          <p:cNvPr id="5" name="Image 4">
            <a:extLst>
              <a:ext uri="{FF2B5EF4-FFF2-40B4-BE49-F238E27FC236}">
                <a16:creationId xmlns:a16="http://schemas.microsoft.com/office/drawing/2014/main" id="{96BAAF68-7319-BE6D-F065-564F694FFAB2}"/>
              </a:ext>
            </a:extLst>
          </p:cNvPr>
          <p:cNvPicPr>
            <a:picLocks noChangeAspect="1"/>
          </p:cNvPicPr>
          <p:nvPr/>
        </p:nvPicPr>
        <p:blipFill>
          <a:blip r:embed="rId2"/>
          <a:stretch>
            <a:fillRect/>
          </a:stretch>
        </p:blipFill>
        <p:spPr>
          <a:xfrm>
            <a:off x="928134" y="997812"/>
            <a:ext cx="9130266" cy="1845721"/>
          </a:xfrm>
          <a:prstGeom prst="rect">
            <a:avLst/>
          </a:prstGeom>
        </p:spPr>
      </p:pic>
      <p:sp>
        <p:nvSpPr>
          <p:cNvPr id="9" name="ZoneTexte 8">
            <a:extLst>
              <a:ext uri="{FF2B5EF4-FFF2-40B4-BE49-F238E27FC236}">
                <a16:creationId xmlns:a16="http://schemas.microsoft.com/office/drawing/2014/main" id="{335F9544-7452-72F8-464A-84863534B044}"/>
              </a:ext>
            </a:extLst>
          </p:cNvPr>
          <p:cNvSpPr txBox="1"/>
          <p:nvPr/>
        </p:nvSpPr>
        <p:spPr>
          <a:xfrm>
            <a:off x="941868" y="3061677"/>
            <a:ext cx="10425666" cy="3443571"/>
          </a:xfrm>
          <a:prstGeom prst="rect">
            <a:avLst/>
          </a:prstGeom>
          <a:noFill/>
        </p:spPr>
        <p:txBody>
          <a:bodyPr wrap="square">
            <a:spAutoFit/>
          </a:bodyPr>
          <a:lstStyle/>
          <a:p>
            <a:pPr algn="just">
              <a:lnSpc>
                <a:spcPct val="107000"/>
              </a:lnSpc>
              <a:spcAft>
                <a:spcPts val="800"/>
              </a:spcAft>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Traitement actuel : les frais de 10 000 $ ainsi que les intérêts payés de 60 000 $ ont été présentés en charge</a:t>
            </a:r>
          </a:p>
          <a:p>
            <a:r>
              <a:rPr lang="fr-FR" sz="1800" dirty="0">
                <a:effectLst/>
                <a:latin typeface="Calibri" panose="020F0502020204030204" pitchFamily="34" charset="0"/>
                <a:ea typeface="Calibri" panose="020F0502020204030204" pitchFamily="34" charset="0"/>
                <a:cs typeface="Times New Roman" panose="02020603050405020304" pitchFamily="18" charset="0"/>
              </a:rPr>
              <a:t>Alors qu’il aurait fallu présenter le montant de 10 000 $ en réduction du passif et comptabiliser une charge de 61 766 $</a:t>
            </a:r>
          </a:p>
          <a:p>
            <a:pPr algn="just">
              <a:lnSpc>
                <a:spcPct val="107000"/>
              </a:lnSpc>
              <a:spcAft>
                <a:spcPts val="800"/>
              </a:spcAft>
            </a:pPr>
            <a:r>
              <a:rPr lang="fr-FR" sz="18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Écritures de correction :</a:t>
            </a:r>
          </a:p>
          <a:p>
            <a:pPr algn="just">
              <a:lnSpc>
                <a:spcPct val="107000"/>
              </a:lnSpc>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Passif financier			10 000</a:t>
            </a:r>
          </a:p>
          <a:p>
            <a:pPr algn="just">
              <a:lnSpc>
                <a:spcPct val="107000"/>
              </a:lnSpc>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 Frais financiers				10 000</a:t>
            </a:r>
          </a:p>
          <a:p>
            <a:pPr algn="just">
              <a:lnSpc>
                <a:spcPct val="107000"/>
              </a:lnSpc>
            </a:pPr>
            <a:endParaRPr lang="fr-FR" sz="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Frais financiers			1 766</a:t>
            </a:r>
          </a:p>
          <a:p>
            <a:pPr algn="just">
              <a:lnSpc>
                <a:spcPct val="107000"/>
              </a:lnSpc>
            </a:pPr>
            <a:r>
              <a:rPr lang="fr-FR" sz="1800" kern="100" dirty="0">
                <a:effectLst/>
                <a:latin typeface="Calibri" panose="020F0502020204030204" pitchFamily="34" charset="0"/>
                <a:ea typeface="Calibri" panose="020F0502020204030204" pitchFamily="34" charset="0"/>
                <a:cs typeface="Times New Roman" panose="02020603050405020304" pitchFamily="18" charset="0"/>
              </a:rPr>
              <a:t>@ Passif financier				1 766</a:t>
            </a:r>
          </a:p>
          <a:p>
            <a:pPr algn="just">
              <a:lnSpc>
                <a:spcPct val="107000"/>
              </a:lnSpc>
              <a:spcAft>
                <a:spcPts val="800"/>
              </a:spcAft>
            </a:pPr>
            <a:r>
              <a:rPr lang="fr-FR" sz="1800" i="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 aux correcteurs : accepter aussi l’amortissement linéaire de l’escompte</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1800" i="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Pour les écritures de correction : pourrait aussi renverser le traitement actuel et présenter les bonnes écritures.</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0542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D53EF5-595C-4417-BD81-69C9E5AB5B20}"/>
              </a:ext>
            </a:extLst>
          </p:cNvPr>
          <p:cNvSpPr>
            <a:spLocks noGrp="1"/>
          </p:cNvSpPr>
          <p:nvPr>
            <p:ph type="title"/>
          </p:nvPr>
        </p:nvSpPr>
        <p:spPr/>
        <p:txBody>
          <a:bodyPr/>
          <a:lstStyle/>
          <a:p>
            <a:r>
              <a:rPr lang="fr-CA" sz="4000" dirty="0"/>
              <a:t>Indicateur 3- Emprunt bancaire</a:t>
            </a:r>
            <a:endParaRPr lang="fr-FR" dirty="0"/>
          </a:p>
        </p:txBody>
      </p:sp>
      <p:sp>
        <p:nvSpPr>
          <p:cNvPr id="4" name="Espace réservé du numéro de diapositive 3">
            <a:extLst>
              <a:ext uri="{FF2B5EF4-FFF2-40B4-BE49-F238E27FC236}">
                <a16:creationId xmlns:a16="http://schemas.microsoft.com/office/drawing/2014/main" id="{6A14B422-CD2E-4E9B-9A3E-89E1C5821CFA}"/>
              </a:ext>
            </a:extLst>
          </p:cNvPr>
          <p:cNvSpPr>
            <a:spLocks noGrp="1"/>
          </p:cNvSpPr>
          <p:nvPr>
            <p:ph type="sldNum" sz="quarter" idx="12"/>
          </p:nvPr>
        </p:nvSpPr>
        <p:spPr/>
        <p:txBody>
          <a:bodyPr/>
          <a:lstStyle/>
          <a:p>
            <a:fld id="{F1FCC400-9845-4852-A9C9-E1406FDA319A}" type="slidenum">
              <a:rPr lang="fr-FR" smtClean="0"/>
              <a:t>5</a:t>
            </a:fld>
            <a:endParaRPr lang="fr-FR"/>
          </a:p>
        </p:txBody>
      </p:sp>
      <p:sp>
        <p:nvSpPr>
          <p:cNvPr id="5" name="Espace réservé du contenu 4">
            <a:extLst>
              <a:ext uri="{FF2B5EF4-FFF2-40B4-BE49-F238E27FC236}">
                <a16:creationId xmlns:a16="http://schemas.microsoft.com/office/drawing/2014/main" id="{5D9D51B4-EDED-96F7-7C76-5A81765CB095}"/>
              </a:ext>
            </a:extLst>
          </p:cNvPr>
          <p:cNvSpPr>
            <a:spLocks noGrp="1"/>
          </p:cNvSpPr>
          <p:nvPr>
            <p:ph idx="1"/>
          </p:nvPr>
        </p:nvSpPr>
        <p:spPr/>
        <p:txBody>
          <a:bodyPr/>
          <a:lstStyle/>
          <a:p>
            <a:pPr marL="0" indent="0">
              <a:buNone/>
            </a:pPr>
            <a:r>
              <a:rPr lang="fr-CA" dirty="0"/>
              <a:t>  </a:t>
            </a:r>
            <a:endParaRPr lang="fr-FR" dirty="0"/>
          </a:p>
        </p:txBody>
      </p:sp>
      <p:pic>
        <p:nvPicPr>
          <p:cNvPr id="8" name="Image 7">
            <a:extLst>
              <a:ext uri="{FF2B5EF4-FFF2-40B4-BE49-F238E27FC236}">
                <a16:creationId xmlns:a16="http://schemas.microsoft.com/office/drawing/2014/main" id="{BBB31B60-4C29-6690-A413-AAD5B921430D}"/>
              </a:ext>
            </a:extLst>
          </p:cNvPr>
          <p:cNvPicPr>
            <a:picLocks noChangeAspect="1"/>
          </p:cNvPicPr>
          <p:nvPr/>
        </p:nvPicPr>
        <p:blipFill>
          <a:blip r:embed="rId2"/>
          <a:stretch>
            <a:fillRect/>
          </a:stretch>
        </p:blipFill>
        <p:spPr>
          <a:xfrm>
            <a:off x="838199" y="1690688"/>
            <a:ext cx="10718669" cy="3861026"/>
          </a:xfrm>
          <a:prstGeom prst="rect">
            <a:avLst/>
          </a:prstGeom>
        </p:spPr>
      </p:pic>
    </p:spTree>
    <p:extLst>
      <p:ext uri="{BB962C8B-B14F-4D97-AF65-F5344CB8AC3E}">
        <p14:creationId xmlns:p14="http://schemas.microsoft.com/office/powerpoint/2010/main" val="2767522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D53EF5-595C-4417-BD81-69C9E5AB5B20}"/>
              </a:ext>
            </a:extLst>
          </p:cNvPr>
          <p:cNvSpPr>
            <a:spLocks noGrp="1"/>
          </p:cNvSpPr>
          <p:nvPr>
            <p:ph type="title"/>
          </p:nvPr>
        </p:nvSpPr>
        <p:spPr/>
        <p:txBody>
          <a:bodyPr/>
          <a:lstStyle/>
          <a:p>
            <a:r>
              <a:rPr lang="fr-CA" sz="4000" dirty="0"/>
              <a:t>Indicateur 3- Emprunt bancaire</a:t>
            </a:r>
            <a:endParaRPr lang="fr-FR" dirty="0"/>
          </a:p>
        </p:txBody>
      </p:sp>
      <p:sp>
        <p:nvSpPr>
          <p:cNvPr id="3" name="Espace réservé du contenu 2">
            <a:extLst>
              <a:ext uri="{FF2B5EF4-FFF2-40B4-BE49-F238E27FC236}">
                <a16:creationId xmlns:a16="http://schemas.microsoft.com/office/drawing/2014/main" id="{F957FC9C-2326-429B-A283-B47129160CBA}"/>
              </a:ext>
            </a:extLst>
          </p:cNvPr>
          <p:cNvSpPr>
            <a:spLocks noGrp="1"/>
          </p:cNvSpPr>
          <p:nvPr>
            <p:ph idx="1"/>
          </p:nvPr>
        </p:nvSpPr>
        <p:spPr/>
        <p:txBody>
          <a:bodyPr>
            <a:normAutofit/>
          </a:bodyPr>
          <a:lstStyle/>
          <a:p>
            <a:r>
              <a:rPr lang="fr-CA" sz="2400" dirty="0"/>
              <a:t>EVC – 3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adéquatement les frais OU cohérent pour le calcul du taux effectif et des frais financiers 2023 OU les deux mais avec petites erreurs</a:t>
            </a:r>
          </a:p>
          <a:p>
            <a:r>
              <a:rPr lang="fr-FR" sz="2400" dirty="0"/>
              <a:t>C – 5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correctement les frais ET le calcul des frais financiers 2023</a:t>
            </a:r>
          </a:p>
          <a:p>
            <a:r>
              <a:rPr lang="fr-FR" sz="2400" dirty="0"/>
              <a:t>CD – 6 pts : </a:t>
            </a:r>
            <a:r>
              <a:rPr lang="fr-CA" sz="2400" dirty="0">
                <a:effectLst/>
                <a:latin typeface="Arial Narrow" panose="020B0606020202030204" pitchFamily="34" charset="0"/>
                <a:ea typeface="Calibri" panose="020F0502020204030204" pitchFamily="34" charset="0"/>
                <a:cs typeface="Arial" panose="020B0604020202020204" pitchFamily="34" charset="0"/>
              </a:rPr>
              <a:t>Analyse correctement les frais ET le calcul des frais financiers 2023 ET les écritures de correction</a:t>
            </a:r>
            <a:endParaRPr lang="fr-FR" sz="2400" dirty="0"/>
          </a:p>
          <a:p>
            <a:endParaRPr lang="fr-FR" dirty="0"/>
          </a:p>
          <a:p>
            <a:r>
              <a:rPr lang="fr-FR" dirty="0">
                <a:solidFill>
                  <a:srgbClr val="FF0000"/>
                </a:solidFill>
              </a:rPr>
              <a:t>Pour 100 % : C</a:t>
            </a:r>
          </a:p>
        </p:txBody>
      </p:sp>
      <p:sp>
        <p:nvSpPr>
          <p:cNvPr id="4" name="Espace réservé du numéro de diapositive 3">
            <a:extLst>
              <a:ext uri="{FF2B5EF4-FFF2-40B4-BE49-F238E27FC236}">
                <a16:creationId xmlns:a16="http://schemas.microsoft.com/office/drawing/2014/main" id="{6A14B422-CD2E-4E9B-9A3E-89E1C5821CFA}"/>
              </a:ext>
            </a:extLst>
          </p:cNvPr>
          <p:cNvSpPr>
            <a:spLocks noGrp="1"/>
          </p:cNvSpPr>
          <p:nvPr>
            <p:ph type="sldNum" sz="quarter" idx="12"/>
          </p:nvPr>
        </p:nvSpPr>
        <p:spPr/>
        <p:txBody>
          <a:bodyPr/>
          <a:lstStyle/>
          <a:p>
            <a:fld id="{F1FCC400-9845-4852-A9C9-E1406FDA319A}" type="slidenum">
              <a:rPr lang="fr-FR" smtClean="0"/>
              <a:t>6</a:t>
            </a:fld>
            <a:endParaRPr lang="fr-FR"/>
          </a:p>
        </p:txBody>
      </p:sp>
    </p:spTree>
    <p:extLst>
      <p:ext uri="{BB962C8B-B14F-4D97-AF65-F5344CB8AC3E}">
        <p14:creationId xmlns:p14="http://schemas.microsoft.com/office/powerpoint/2010/main" val="1862467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D53EF5-595C-4417-BD81-69C9E5AB5B20}"/>
              </a:ext>
            </a:extLst>
          </p:cNvPr>
          <p:cNvSpPr>
            <a:spLocks noGrp="1"/>
          </p:cNvSpPr>
          <p:nvPr>
            <p:ph type="title"/>
          </p:nvPr>
        </p:nvSpPr>
        <p:spPr/>
        <p:txBody>
          <a:bodyPr>
            <a:normAutofit/>
          </a:bodyPr>
          <a:lstStyle/>
          <a:p>
            <a:r>
              <a:rPr lang="fr-CA" sz="4000" dirty="0"/>
              <a:t>Indicateur 3- Emprunt bancaire – </a:t>
            </a:r>
            <a:r>
              <a:rPr lang="fr-CA" sz="4000" i="1" dirty="0"/>
              <a:t>commentaires des correcteurs</a:t>
            </a:r>
            <a:endParaRPr lang="fr-FR" sz="4000" i="1" dirty="0"/>
          </a:p>
        </p:txBody>
      </p:sp>
      <p:sp>
        <p:nvSpPr>
          <p:cNvPr id="3" name="Espace réservé du contenu 2">
            <a:extLst>
              <a:ext uri="{FF2B5EF4-FFF2-40B4-BE49-F238E27FC236}">
                <a16:creationId xmlns:a16="http://schemas.microsoft.com/office/drawing/2014/main" id="{F957FC9C-2326-429B-A283-B47129160CBA}"/>
              </a:ext>
            </a:extLst>
          </p:cNvPr>
          <p:cNvSpPr>
            <a:spLocks noGrp="1"/>
          </p:cNvSpPr>
          <p:nvPr>
            <p:ph idx="1"/>
          </p:nvPr>
        </p:nvSpPr>
        <p:spPr/>
        <p:txBody>
          <a:bodyPr>
            <a:normAutofit/>
          </a:bodyPr>
          <a:lstStyle/>
          <a:p>
            <a:pPr algn="l" fontAlgn="base"/>
            <a:r>
              <a:rPr lang="fr-FR" sz="2400" dirty="0">
                <a:solidFill>
                  <a:srgbClr val="000000"/>
                </a:solidFill>
                <a:effectLst/>
                <a:latin typeface="Aptos" panose="020B0004020202020204" pitchFamily="34" charset="0"/>
                <a:ea typeface="Calibri" panose="020F0502020204030204" pitchFamily="34" charset="0"/>
                <a:cs typeface="Calibri" panose="020F0502020204030204" pitchFamily="34" charset="0"/>
              </a:rPr>
              <a:t>Plusieurs ont bien compris cette problématique et l'ont traitée adéquatement. </a:t>
            </a:r>
          </a:p>
          <a:p>
            <a:pPr algn="l" fontAlgn="base"/>
            <a:r>
              <a:rPr lang="fr-FR" sz="2400" dirty="0">
                <a:solidFill>
                  <a:srgbClr val="0C882A"/>
                </a:solidFill>
                <a:effectLst/>
                <a:latin typeface="Aptos" panose="020B0004020202020204" pitchFamily="34" charset="0"/>
                <a:ea typeface="Calibri" panose="020F0502020204030204" pitchFamily="34" charset="0"/>
                <a:cs typeface="Calibri" panose="020F0502020204030204" pitchFamily="34" charset="0"/>
              </a:rPr>
              <a:t>L'erreur la plus fréquente pour les frais était l'addition des frais à la dette au lieu de les soustraire. </a:t>
            </a:r>
          </a:p>
          <a:p>
            <a:pPr algn="l" fontAlgn="base"/>
            <a:r>
              <a:rPr lang="fr-FR" sz="2400" dirty="0">
                <a:solidFill>
                  <a:srgbClr val="000000"/>
                </a:solidFill>
                <a:effectLst/>
                <a:latin typeface="Aptos" panose="020B0004020202020204" pitchFamily="34" charset="0"/>
                <a:ea typeface="Calibri" panose="020F0502020204030204" pitchFamily="34" charset="0"/>
                <a:cs typeface="Calibri" panose="020F0502020204030204" pitchFamily="34" charset="0"/>
              </a:rPr>
              <a:t>Par contre, plusieurs erreurs dans les calculs et certains font une écriture initiale pour les frais financiers plutôt qu'une correction. </a:t>
            </a:r>
          </a:p>
          <a:p>
            <a:pPr algn="l" fontAlgn="base"/>
            <a:r>
              <a:rPr lang="fr-FR" sz="2400" dirty="0">
                <a:solidFill>
                  <a:srgbClr val="FF33CC"/>
                </a:solidFill>
                <a:effectLst/>
                <a:latin typeface="Aptos" panose="020B0004020202020204" pitchFamily="34" charset="0"/>
                <a:ea typeface="Calibri" panose="020F0502020204030204" pitchFamily="34" charset="0"/>
                <a:cs typeface="Calibri" panose="020F0502020204030204" pitchFamily="34" charset="0"/>
              </a:rPr>
              <a:t>Presque tous ont omis l'analyse de la norme sur l'amortissement de l'escompte. </a:t>
            </a:r>
          </a:p>
          <a:p>
            <a:pPr algn="l" fontAlgn="base"/>
            <a:r>
              <a:rPr lang="fr-FR" sz="2400" dirty="0">
                <a:solidFill>
                  <a:schemeClr val="accent2">
                    <a:lumMod val="60000"/>
                    <a:lumOff val="40000"/>
                  </a:schemeClr>
                </a:solidFill>
                <a:effectLst/>
                <a:latin typeface="Aptos" panose="020B0004020202020204" pitchFamily="34" charset="0"/>
                <a:ea typeface="Calibri" panose="020F0502020204030204" pitchFamily="34" charset="0"/>
                <a:cs typeface="Calibri" panose="020F0502020204030204" pitchFamily="34" charset="0"/>
              </a:rPr>
              <a:t>Certains font le bon calcul de l’amortissement et le bon traitement des frais initiaux, mais le calcul des frais financiers est manqué, voir même oublié.</a:t>
            </a:r>
            <a:r>
              <a:rPr lang="fr-FR" sz="1800" dirty="0">
                <a:solidFill>
                  <a:schemeClr val="accent2">
                    <a:lumMod val="60000"/>
                    <a:lumOff val="40000"/>
                  </a:schemeClr>
                </a:solidFill>
                <a:effectLst/>
                <a:latin typeface="Aptos" panose="020B0004020202020204" pitchFamily="34" charset="0"/>
                <a:ea typeface="Calibri" panose="020F0502020204030204" pitchFamily="34" charset="0"/>
                <a:cs typeface="Calibri" panose="020F0502020204030204" pitchFamily="34" charset="0"/>
              </a:rPr>
              <a:t> </a:t>
            </a:r>
            <a:endParaRPr lang="fr-CA" sz="2400" b="0" i="0" dirty="0">
              <a:solidFill>
                <a:schemeClr val="accent2">
                  <a:lumMod val="60000"/>
                  <a:lumOff val="40000"/>
                </a:schemeClr>
              </a:solidFill>
              <a:effectLst/>
              <a:latin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98A2EC65-689F-4B97-856D-A101F59D6F7A}"/>
              </a:ext>
            </a:extLst>
          </p:cNvPr>
          <p:cNvSpPr>
            <a:spLocks noGrp="1"/>
          </p:cNvSpPr>
          <p:nvPr>
            <p:ph type="sldNum" sz="quarter" idx="12"/>
          </p:nvPr>
        </p:nvSpPr>
        <p:spPr/>
        <p:txBody>
          <a:bodyPr/>
          <a:lstStyle/>
          <a:p>
            <a:fld id="{F1FCC400-9845-4852-A9C9-E1406FDA319A}" type="slidenum">
              <a:rPr lang="fr-FR" smtClean="0"/>
              <a:t>7</a:t>
            </a:fld>
            <a:endParaRPr lang="fr-FR"/>
          </a:p>
        </p:txBody>
      </p:sp>
    </p:spTree>
    <p:extLst>
      <p:ext uri="{BB962C8B-B14F-4D97-AF65-F5344CB8AC3E}">
        <p14:creationId xmlns:p14="http://schemas.microsoft.com/office/powerpoint/2010/main" val="353965672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8206</TotalTime>
  <Words>694</Words>
  <Application>Microsoft Office PowerPoint</Application>
  <PresentationFormat>Grand écran</PresentationFormat>
  <Paragraphs>53</Paragraphs>
  <Slides>7</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7</vt:i4>
      </vt:variant>
    </vt:vector>
  </HeadingPairs>
  <TitlesOfParts>
    <vt:vector size="15" baseType="lpstr">
      <vt:lpstr>Aptos</vt:lpstr>
      <vt:lpstr>Arial</vt:lpstr>
      <vt:lpstr>Arial Narrow</vt:lpstr>
      <vt:lpstr>Calibri</vt:lpstr>
      <vt:lpstr>Calibri Light</vt:lpstr>
      <vt:lpstr>Segoe UI</vt:lpstr>
      <vt:lpstr>Times New Roman</vt:lpstr>
      <vt:lpstr>Thème Office</vt:lpstr>
      <vt:lpstr>3- Emprunt bancaire - NCECF</vt:lpstr>
      <vt:lpstr>3- Emprunt bancaire</vt:lpstr>
      <vt:lpstr>3- Emprunt bancaire</vt:lpstr>
      <vt:lpstr>3- Emprunt bancaire</vt:lpstr>
      <vt:lpstr>Indicateur 3- Emprunt bancaire</vt:lpstr>
      <vt:lpstr>Indicateur 3- Emprunt bancaire</vt:lpstr>
      <vt:lpstr>Indicateur 3- Emprunt bancaire – commentaires des correcteurs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Louise Overbeek</cp:lastModifiedBy>
  <cp:revision>2</cp:revision>
  <dcterms:created xsi:type="dcterms:W3CDTF">2023-10-25T23:34:56Z</dcterms:created>
  <dcterms:modified xsi:type="dcterms:W3CDTF">2024-02-13T13:50:43Z</dcterms:modified>
</cp:coreProperties>
</file>