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9"/>
  </p:notesMasterIdLst>
  <p:sldIdLst>
    <p:sldId id="258" r:id="rId3"/>
    <p:sldId id="320" r:id="rId4"/>
    <p:sldId id="333" r:id="rId5"/>
    <p:sldId id="334" r:id="rId6"/>
    <p:sldId id="335" r:id="rId7"/>
    <p:sldId id="342" r:id="rId8"/>
    <p:sldId id="376" r:id="rId9"/>
    <p:sldId id="375" r:id="rId10"/>
    <p:sldId id="378" r:id="rId11"/>
    <p:sldId id="377" r:id="rId12"/>
    <p:sldId id="307" r:id="rId13"/>
    <p:sldId id="308" r:id="rId14"/>
    <p:sldId id="379" r:id="rId15"/>
    <p:sldId id="380" r:id="rId16"/>
    <p:sldId id="305" r:id="rId17"/>
    <p:sldId id="295" r:id="rId1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B037A2-E7A9-469C-81EF-B925C66B2D50}" v="5" dt="2024-10-07T19:54:52.452"/>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706" autoAdjust="0"/>
  </p:normalViewPr>
  <p:slideViewPr>
    <p:cSldViewPr snapToGrid="0">
      <p:cViewPr varScale="1">
        <p:scale>
          <a:sx n="72" d="100"/>
          <a:sy n="72" d="100"/>
        </p:scale>
        <p:origin x="1075"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de Laurin" userId="873a15d8-a343-4be0-8bf3-5122bf6a3c01" providerId="ADAL" clId="{3063DE03-C280-4D24-9B6B-87084068B4BF}"/>
    <pc:docChg chg="custSel modSld">
      <pc:chgData name="Claude Laurin" userId="873a15d8-a343-4be0-8bf3-5122bf6a3c01" providerId="ADAL" clId="{3063DE03-C280-4D24-9B6B-87084068B4BF}" dt="2022-10-19T13:54:06.058" v="795" actId="20577"/>
      <pc:docMkLst>
        <pc:docMk/>
      </pc:docMkLst>
      <pc:sldChg chg="modSp mod">
        <pc:chgData name="Claude Laurin" userId="873a15d8-a343-4be0-8bf3-5122bf6a3c01" providerId="ADAL" clId="{3063DE03-C280-4D24-9B6B-87084068B4BF}" dt="2022-10-19T13:54:06.058" v="795" actId="20577"/>
        <pc:sldMkLst>
          <pc:docMk/>
          <pc:sldMk cId="3502555435" sldId="308"/>
        </pc:sldMkLst>
        <pc:spChg chg="mod">
          <ac:chgData name="Claude Laurin" userId="873a15d8-a343-4be0-8bf3-5122bf6a3c01" providerId="ADAL" clId="{3063DE03-C280-4D24-9B6B-87084068B4BF}" dt="2022-10-18T13:08:30.919" v="784" actId="27636"/>
          <ac:spMkLst>
            <pc:docMk/>
            <pc:sldMk cId="3502555435" sldId="308"/>
            <ac:spMk id="3" creationId="{00000000-0000-0000-0000-000000000000}"/>
          </ac:spMkLst>
        </pc:spChg>
        <pc:spChg chg="mod">
          <ac:chgData name="Claude Laurin" userId="873a15d8-a343-4be0-8bf3-5122bf6a3c01" providerId="ADAL" clId="{3063DE03-C280-4D24-9B6B-87084068B4BF}" dt="2022-10-19T13:54:06.058" v="795" actId="20577"/>
          <ac:spMkLst>
            <pc:docMk/>
            <pc:sldMk cId="3502555435" sldId="308"/>
            <ac:spMk id="5" creationId="{DB0DB90C-ED0D-4A5B-84E2-FC42E13AFCF6}"/>
          </ac:spMkLst>
        </pc:spChg>
      </pc:sldChg>
      <pc:sldChg chg="modSp mod">
        <pc:chgData name="Claude Laurin" userId="873a15d8-a343-4be0-8bf3-5122bf6a3c01" providerId="ADAL" clId="{3063DE03-C280-4D24-9B6B-87084068B4BF}" dt="2022-10-17T18:35:41.322" v="557" actId="14100"/>
        <pc:sldMkLst>
          <pc:docMk/>
          <pc:sldMk cId="3455867009" sldId="333"/>
        </pc:sldMkLst>
        <pc:spChg chg="mod">
          <ac:chgData name="Claude Laurin" userId="873a15d8-a343-4be0-8bf3-5122bf6a3c01" providerId="ADAL" clId="{3063DE03-C280-4D24-9B6B-87084068B4BF}" dt="2022-10-17T15:34:27.136" v="108" actId="20577"/>
          <ac:spMkLst>
            <pc:docMk/>
            <pc:sldMk cId="3455867009" sldId="333"/>
            <ac:spMk id="2" creationId="{66ACE673-0670-494F-BBC0-163BA377191F}"/>
          </ac:spMkLst>
        </pc:spChg>
        <pc:spChg chg="mod">
          <ac:chgData name="Claude Laurin" userId="873a15d8-a343-4be0-8bf3-5122bf6a3c01" providerId="ADAL" clId="{3063DE03-C280-4D24-9B6B-87084068B4BF}" dt="2022-10-17T18:35:41.322" v="557" actId="14100"/>
          <ac:spMkLst>
            <pc:docMk/>
            <pc:sldMk cId="3455867009" sldId="333"/>
            <ac:spMk id="3" creationId="{99856BEA-3881-42AC-A817-0A54DBF38890}"/>
          </ac:spMkLst>
        </pc:spChg>
      </pc:sldChg>
      <pc:sldChg chg="modSp mod">
        <pc:chgData name="Claude Laurin" userId="873a15d8-a343-4be0-8bf3-5122bf6a3c01" providerId="ADAL" clId="{3063DE03-C280-4D24-9B6B-87084068B4BF}" dt="2022-10-17T18:41:51.252" v="689" actId="6549"/>
        <pc:sldMkLst>
          <pc:docMk/>
          <pc:sldMk cId="2293933265" sldId="334"/>
        </pc:sldMkLst>
        <pc:spChg chg="mod">
          <ac:chgData name="Claude Laurin" userId="873a15d8-a343-4be0-8bf3-5122bf6a3c01" providerId="ADAL" clId="{3063DE03-C280-4D24-9B6B-87084068B4BF}" dt="2022-10-17T18:41:51.252" v="689" actId="6549"/>
          <ac:spMkLst>
            <pc:docMk/>
            <pc:sldMk cId="2293933265" sldId="334"/>
            <ac:spMk id="3" creationId="{0F0F9C34-76CE-4350-A921-B54FC36524A5}"/>
          </ac:spMkLst>
        </pc:spChg>
      </pc:sldChg>
      <pc:sldChg chg="modSp mod">
        <pc:chgData name="Claude Laurin" userId="873a15d8-a343-4be0-8bf3-5122bf6a3c01" providerId="ADAL" clId="{3063DE03-C280-4D24-9B6B-87084068B4BF}" dt="2022-10-17T18:33:50.008" v="521" actId="6549"/>
        <pc:sldMkLst>
          <pc:docMk/>
          <pc:sldMk cId="2051165890" sldId="335"/>
        </pc:sldMkLst>
        <pc:graphicFrameChg chg="modGraphic">
          <ac:chgData name="Claude Laurin" userId="873a15d8-a343-4be0-8bf3-5122bf6a3c01" providerId="ADAL" clId="{3063DE03-C280-4D24-9B6B-87084068B4BF}" dt="2022-10-17T18:33:50.008" v="521" actId="6549"/>
          <ac:graphicFrameMkLst>
            <pc:docMk/>
            <pc:sldMk cId="2051165890" sldId="335"/>
            <ac:graphicFrameMk id="5" creationId="{DEFBB0E8-1613-4B24-8A58-B9F3A029F9E4}"/>
          </ac:graphicFrameMkLst>
        </pc:graphicFrameChg>
      </pc:sldChg>
      <pc:sldChg chg="modSp mod">
        <pc:chgData name="Claude Laurin" userId="873a15d8-a343-4be0-8bf3-5122bf6a3c01" providerId="ADAL" clId="{3063DE03-C280-4D24-9B6B-87084068B4BF}" dt="2022-10-19T13:48:34.692" v="794" actId="20577"/>
        <pc:sldMkLst>
          <pc:docMk/>
          <pc:sldMk cId="1058984268" sldId="342"/>
        </pc:sldMkLst>
        <pc:spChg chg="mod">
          <ac:chgData name="Claude Laurin" userId="873a15d8-a343-4be0-8bf3-5122bf6a3c01" providerId="ADAL" clId="{3063DE03-C280-4D24-9B6B-87084068B4BF}" dt="2022-10-19T13:48:34.692" v="794" actId="20577"/>
          <ac:spMkLst>
            <pc:docMk/>
            <pc:sldMk cId="1058984268" sldId="342"/>
            <ac:spMk id="3" creationId="{43DC0FB0-2ABA-4B07-8968-D5C1225BF123}"/>
          </ac:spMkLst>
        </pc:spChg>
      </pc:sldChg>
      <pc:sldChg chg="modSp mod">
        <pc:chgData name="Claude Laurin" userId="873a15d8-a343-4be0-8bf3-5122bf6a3c01" providerId="ADAL" clId="{3063DE03-C280-4D24-9B6B-87084068B4BF}" dt="2022-10-18T15:02:10.156" v="792" actId="20577"/>
        <pc:sldMkLst>
          <pc:docMk/>
          <pc:sldMk cId="339231860" sldId="375"/>
        </pc:sldMkLst>
        <pc:spChg chg="mod">
          <ac:chgData name="Claude Laurin" userId="873a15d8-a343-4be0-8bf3-5122bf6a3c01" providerId="ADAL" clId="{3063DE03-C280-4D24-9B6B-87084068B4BF}" dt="2022-10-18T15:02:10.156" v="792" actId="20577"/>
          <ac:spMkLst>
            <pc:docMk/>
            <pc:sldMk cId="339231860" sldId="375"/>
            <ac:spMk id="3" creationId="{00000000-0000-0000-0000-000000000000}"/>
          </ac:spMkLst>
        </pc:spChg>
      </pc:sldChg>
    </pc:docChg>
  </pc:docChgLst>
  <pc:docChgLst>
    <pc:chgData name="Claude Laurin" userId="873a15d8-a343-4be0-8bf3-5122bf6a3c01" providerId="ADAL" clId="{8542E23E-F162-490E-8009-6CCE4BE9842B}"/>
    <pc:docChg chg="modSld">
      <pc:chgData name="Claude Laurin" userId="873a15d8-a343-4be0-8bf3-5122bf6a3c01" providerId="ADAL" clId="{8542E23E-F162-490E-8009-6CCE4BE9842B}" dt="2023-10-09T20:59:57.055" v="6" actId="20577"/>
      <pc:docMkLst>
        <pc:docMk/>
      </pc:docMkLst>
      <pc:sldChg chg="modSp mod">
        <pc:chgData name="Claude Laurin" userId="873a15d8-a343-4be0-8bf3-5122bf6a3c01" providerId="ADAL" clId="{8542E23E-F162-490E-8009-6CCE4BE9842B}" dt="2023-10-09T20:59:57.055" v="6" actId="20577"/>
        <pc:sldMkLst>
          <pc:docMk/>
          <pc:sldMk cId="2051165890" sldId="335"/>
        </pc:sldMkLst>
        <pc:graphicFrameChg chg="modGraphic">
          <ac:chgData name="Claude Laurin" userId="873a15d8-a343-4be0-8bf3-5122bf6a3c01" providerId="ADAL" clId="{8542E23E-F162-490E-8009-6CCE4BE9842B}" dt="2023-10-09T20:59:57.055" v="6" actId="20577"/>
          <ac:graphicFrameMkLst>
            <pc:docMk/>
            <pc:sldMk cId="2051165890" sldId="335"/>
            <ac:graphicFrameMk id="5" creationId="{DEFBB0E8-1613-4B24-8A58-B9F3A029F9E4}"/>
          </ac:graphicFrameMkLst>
        </pc:graphicFrameChg>
      </pc:sldChg>
    </pc:docChg>
  </pc:docChgLst>
  <pc:docChgLst>
    <pc:chgData name="Marie-Ève Quenneville" userId="1834e381-f276-462b-ad40-56932688273f" providerId="ADAL" clId="{AAB037A2-E7A9-469C-81EF-B925C66B2D50}"/>
    <pc:docChg chg="undo custSel addSld modSld">
      <pc:chgData name="Marie-Ève Quenneville" userId="1834e381-f276-462b-ad40-56932688273f" providerId="ADAL" clId="{AAB037A2-E7A9-469C-81EF-B925C66B2D50}" dt="2024-10-09T14:28:37.592" v="555" actId="113"/>
      <pc:docMkLst>
        <pc:docMk/>
      </pc:docMkLst>
      <pc:sldChg chg="modSp mod">
        <pc:chgData name="Marie-Ève Quenneville" userId="1834e381-f276-462b-ad40-56932688273f" providerId="ADAL" clId="{AAB037A2-E7A9-469C-81EF-B925C66B2D50}" dt="2024-10-09T14:28:37.592" v="555" actId="113"/>
        <pc:sldMkLst>
          <pc:docMk/>
          <pc:sldMk cId="1058984268" sldId="342"/>
        </pc:sldMkLst>
        <pc:spChg chg="mod">
          <ac:chgData name="Marie-Ève Quenneville" userId="1834e381-f276-462b-ad40-56932688273f" providerId="ADAL" clId="{AAB037A2-E7A9-469C-81EF-B925C66B2D50}" dt="2024-10-09T14:28:37.592" v="555" actId="113"/>
          <ac:spMkLst>
            <pc:docMk/>
            <pc:sldMk cId="1058984268" sldId="342"/>
            <ac:spMk id="3" creationId="{43DC0FB0-2ABA-4B07-8968-D5C1225BF123}"/>
          </ac:spMkLst>
        </pc:spChg>
      </pc:sldChg>
      <pc:sldChg chg="modSp mod">
        <pc:chgData name="Marie-Ève Quenneville" userId="1834e381-f276-462b-ad40-56932688273f" providerId="ADAL" clId="{AAB037A2-E7A9-469C-81EF-B925C66B2D50}" dt="2024-10-07T19:53:29.349" v="367" actId="5793"/>
        <pc:sldMkLst>
          <pc:docMk/>
          <pc:sldMk cId="55669286" sldId="378"/>
        </pc:sldMkLst>
        <pc:spChg chg="mod">
          <ac:chgData name="Marie-Ève Quenneville" userId="1834e381-f276-462b-ad40-56932688273f" providerId="ADAL" clId="{AAB037A2-E7A9-469C-81EF-B925C66B2D50}" dt="2024-10-07T19:53:29.349" v="367" actId="5793"/>
          <ac:spMkLst>
            <pc:docMk/>
            <pc:sldMk cId="55669286" sldId="378"/>
            <ac:spMk id="3" creationId="{00000000-0000-0000-0000-000000000000}"/>
          </ac:spMkLst>
        </pc:spChg>
      </pc:sldChg>
      <pc:sldChg chg="modSp add mod">
        <pc:chgData name="Marie-Ève Quenneville" userId="1834e381-f276-462b-ad40-56932688273f" providerId="ADAL" clId="{AAB037A2-E7A9-469C-81EF-B925C66B2D50}" dt="2024-10-07T18:12:08.975" v="365" actId="20577"/>
        <pc:sldMkLst>
          <pc:docMk/>
          <pc:sldMk cId="4207253405" sldId="379"/>
        </pc:sldMkLst>
        <pc:spChg chg="mod">
          <ac:chgData name="Marie-Ève Quenneville" userId="1834e381-f276-462b-ad40-56932688273f" providerId="ADAL" clId="{AAB037A2-E7A9-469C-81EF-B925C66B2D50}" dt="2024-10-07T18:12:08.975" v="365" actId="20577"/>
          <ac:spMkLst>
            <pc:docMk/>
            <pc:sldMk cId="4207253405" sldId="379"/>
            <ac:spMk id="3" creationId="{00000000-0000-0000-0000-000000000000}"/>
          </ac:spMkLst>
        </pc:spChg>
        <pc:spChg chg="mod">
          <ac:chgData name="Marie-Ève Quenneville" userId="1834e381-f276-462b-ad40-56932688273f" providerId="ADAL" clId="{AAB037A2-E7A9-469C-81EF-B925C66B2D50}" dt="2024-10-07T18:09:15.055" v="47" actId="20577"/>
          <ac:spMkLst>
            <pc:docMk/>
            <pc:sldMk cId="4207253405" sldId="379"/>
            <ac:spMk id="4" creationId="{85762970-172D-49D9-A022-05682A069C86}"/>
          </ac:spMkLst>
        </pc:spChg>
      </pc:sldChg>
      <pc:sldChg chg="modSp add mod">
        <pc:chgData name="Marie-Ève Quenneville" userId="1834e381-f276-462b-ad40-56932688273f" providerId="ADAL" clId="{AAB037A2-E7A9-469C-81EF-B925C66B2D50}" dt="2024-10-07T19:57:31.628" v="549" actId="115"/>
        <pc:sldMkLst>
          <pc:docMk/>
          <pc:sldMk cId="3310679391" sldId="380"/>
        </pc:sldMkLst>
        <pc:spChg chg="mod">
          <ac:chgData name="Marie-Ève Quenneville" userId="1834e381-f276-462b-ad40-56932688273f" providerId="ADAL" clId="{AAB037A2-E7A9-469C-81EF-B925C66B2D50}" dt="2024-10-07T19:57:31.628" v="549" actId="115"/>
          <ac:spMkLst>
            <pc:docMk/>
            <pc:sldMk cId="3310679391" sldId="380"/>
            <ac:spMk id="3" creationId="{00000000-0000-0000-0000-000000000000}"/>
          </ac:spMkLst>
        </pc:spChg>
      </pc:sldChg>
    </pc:docChg>
  </pc:docChgLst>
  <pc:docChgLst>
    <pc:chgData name="Marie-Ève Quenneville" userId="1834e381-f276-462b-ad40-56932688273f" providerId="ADAL" clId="{0B80B7C6-F9E7-40C7-940D-E2F36BB612D7}"/>
    <pc:docChg chg="modSld">
      <pc:chgData name="Marie-Ève Quenneville" userId="1834e381-f276-462b-ad40-56932688273f" providerId="ADAL" clId="{0B80B7C6-F9E7-40C7-940D-E2F36BB612D7}" dt="2024-02-19T16:44:13.338" v="27" actId="20577"/>
      <pc:docMkLst>
        <pc:docMk/>
      </pc:docMkLst>
      <pc:sldChg chg="modSp mod">
        <pc:chgData name="Marie-Ève Quenneville" userId="1834e381-f276-462b-ad40-56932688273f" providerId="ADAL" clId="{0B80B7C6-F9E7-40C7-940D-E2F36BB612D7}" dt="2024-02-19T16:44:13.338" v="27" actId="20577"/>
        <pc:sldMkLst>
          <pc:docMk/>
          <pc:sldMk cId="339231860" sldId="375"/>
        </pc:sldMkLst>
        <pc:spChg chg="mod">
          <ac:chgData name="Marie-Ève Quenneville" userId="1834e381-f276-462b-ad40-56932688273f" providerId="ADAL" clId="{0B80B7C6-F9E7-40C7-940D-E2F36BB612D7}" dt="2024-02-19T16:44:13.338" v="27" actId="20577"/>
          <ac:spMkLst>
            <pc:docMk/>
            <pc:sldMk cId="339231860" sldId="375"/>
            <ac:spMk id="3" creationId="{00000000-0000-0000-0000-000000000000}"/>
          </ac:spMkLst>
        </pc:spChg>
      </pc:sldChg>
    </pc:docChg>
  </pc:docChgLst>
  <pc:docChgLst>
    <pc:chgData name="Marie-Ève Quenneville" userId="1834e381-f276-462b-ad40-56932688273f" providerId="ADAL" clId="{0B6D793E-BAA6-4855-A8EF-014782B07FDC}"/>
    <pc:docChg chg="custSel addSld delSld modSld">
      <pc:chgData name="Marie-Ève Quenneville" userId="1834e381-f276-462b-ad40-56932688273f" providerId="ADAL" clId="{0B6D793E-BAA6-4855-A8EF-014782B07FDC}" dt="2023-10-02T18:16:08.927" v="232" actId="478"/>
      <pc:docMkLst>
        <pc:docMk/>
      </pc:docMkLst>
      <pc:sldChg chg="del">
        <pc:chgData name="Marie-Ève Quenneville" userId="1834e381-f276-462b-ad40-56932688273f" providerId="ADAL" clId="{0B6D793E-BAA6-4855-A8EF-014782B07FDC}" dt="2023-10-02T18:16:05.690" v="231" actId="47"/>
        <pc:sldMkLst>
          <pc:docMk/>
          <pc:sldMk cId="3214413242" sldId="304"/>
        </pc:sldMkLst>
      </pc:sldChg>
      <pc:sldChg chg="delSp add mod">
        <pc:chgData name="Marie-Ève Quenneville" userId="1834e381-f276-462b-ad40-56932688273f" providerId="ADAL" clId="{0B6D793E-BAA6-4855-A8EF-014782B07FDC}" dt="2023-10-02T18:16:08.927" v="232" actId="478"/>
        <pc:sldMkLst>
          <pc:docMk/>
          <pc:sldMk cId="2655519355" sldId="320"/>
        </pc:sldMkLst>
        <pc:spChg chg="del">
          <ac:chgData name="Marie-Ève Quenneville" userId="1834e381-f276-462b-ad40-56932688273f" providerId="ADAL" clId="{0B6D793E-BAA6-4855-A8EF-014782B07FDC}" dt="2023-10-02T18:16:08.927" v="232" actId="478"/>
          <ac:spMkLst>
            <pc:docMk/>
            <pc:sldMk cId="2655519355" sldId="320"/>
            <ac:spMk id="3" creationId="{35341546-C5FB-2CE0-43DA-C0F1F9C49151}"/>
          </ac:spMkLst>
        </pc:spChg>
      </pc:sldChg>
      <pc:sldChg chg="modSp mod">
        <pc:chgData name="Marie-Ève Quenneville" userId="1834e381-f276-462b-ad40-56932688273f" providerId="ADAL" clId="{0B6D793E-BAA6-4855-A8EF-014782B07FDC}" dt="2023-10-02T15:12:44.077" v="229" actId="1076"/>
        <pc:sldMkLst>
          <pc:docMk/>
          <pc:sldMk cId="1058984268" sldId="342"/>
        </pc:sldMkLst>
        <pc:spChg chg="mod">
          <ac:chgData name="Marie-Ève Quenneville" userId="1834e381-f276-462b-ad40-56932688273f" providerId="ADAL" clId="{0B6D793E-BAA6-4855-A8EF-014782B07FDC}" dt="2023-10-02T15:12:40.775" v="228" actId="1076"/>
          <ac:spMkLst>
            <pc:docMk/>
            <pc:sldMk cId="1058984268" sldId="342"/>
            <ac:spMk id="2" creationId="{2E0A4152-AC11-4B76-B013-9170C9B40A9C}"/>
          </ac:spMkLst>
        </pc:spChg>
        <pc:spChg chg="mod">
          <ac:chgData name="Marie-Ève Quenneville" userId="1834e381-f276-462b-ad40-56932688273f" providerId="ADAL" clId="{0B6D793E-BAA6-4855-A8EF-014782B07FDC}" dt="2023-10-02T15:12:44.077" v="229" actId="1076"/>
          <ac:spMkLst>
            <pc:docMk/>
            <pc:sldMk cId="1058984268" sldId="342"/>
            <ac:spMk id="3" creationId="{43DC0FB0-2ABA-4B07-8968-D5C1225BF123}"/>
          </ac:spMkLst>
        </pc:spChg>
      </pc:sldChg>
      <pc:sldChg chg="modSp mod">
        <pc:chgData name="Marie-Ève Quenneville" userId="1834e381-f276-462b-ad40-56932688273f" providerId="ADAL" clId="{0B6D793E-BAA6-4855-A8EF-014782B07FDC}" dt="2023-10-02T13:21:26.284" v="1" actId="20577"/>
        <pc:sldMkLst>
          <pc:docMk/>
          <pc:sldMk cId="339231860" sldId="375"/>
        </pc:sldMkLst>
        <pc:spChg chg="mod">
          <ac:chgData name="Marie-Ève Quenneville" userId="1834e381-f276-462b-ad40-56932688273f" providerId="ADAL" clId="{0B6D793E-BAA6-4855-A8EF-014782B07FDC}" dt="2023-10-02T13:21:26.284" v="1" actId="20577"/>
          <ac:spMkLst>
            <pc:docMk/>
            <pc:sldMk cId="339231860" sldId="375"/>
            <ac:spMk id="3" creationId="{00000000-0000-0000-0000-000000000000}"/>
          </ac:spMkLst>
        </pc:spChg>
      </pc:sldChg>
      <pc:sldChg chg="modSp mod">
        <pc:chgData name="Marie-Ève Quenneville" userId="1834e381-f276-462b-ad40-56932688273f" providerId="ADAL" clId="{0B6D793E-BAA6-4855-A8EF-014782B07FDC}" dt="2023-10-02T13:25:15.521" v="226" actId="20577"/>
        <pc:sldMkLst>
          <pc:docMk/>
          <pc:sldMk cId="435447630" sldId="377"/>
        </pc:sldMkLst>
        <pc:spChg chg="mod">
          <ac:chgData name="Marie-Ève Quenneville" userId="1834e381-f276-462b-ad40-56932688273f" providerId="ADAL" clId="{0B6D793E-BAA6-4855-A8EF-014782B07FDC}" dt="2023-10-02T13:25:15.521" v="226" actId="20577"/>
          <ac:spMkLst>
            <pc:docMk/>
            <pc:sldMk cId="435447630" sldId="377"/>
            <ac:spMk id="3" creationId="{00000000-0000-0000-0000-000000000000}"/>
          </ac:spMkLst>
        </pc:spChg>
      </pc:sldChg>
      <pc:sldChg chg="del">
        <pc:chgData name="Marie-Ève Quenneville" userId="1834e381-f276-462b-ad40-56932688273f" providerId="ADAL" clId="{0B6D793E-BAA6-4855-A8EF-014782B07FDC}" dt="2023-10-02T13:26:56.752" v="227" actId="47"/>
        <pc:sldMkLst>
          <pc:docMk/>
          <pc:sldMk cId="996267811" sldId="379"/>
        </pc:sldMkLst>
      </pc:sldChg>
    </pc:docChg>
  </pc:docChgLst>
  <pc:docChgLst>
    <pc:chgData name="Marie-Ève Quenneville" userId="1834e381-f276-462b-ad40-56932688273f" providerId="ADAL" clId="{2ACD8020-C016-49BF-A231-B97B7CA94C51}"/>
    <pc:docChg chg="custSel addSld modSld">
      <pc:chgData name="Marie-Ève Quenneville" userId="1834e381-f276-462b-ad40-56932688273f" providerId="ADAL" clId="{2ACD8020-C016-49BF-A231-B97B7CA94C51}" dt="2022-10-18T11:57:40.964" v="5" actId="27636"/>
      <pc:docMkLst>
        <pc:docMk/>
      </pc:docMkLst>
      <pc:sldChg chg="add">
        <pc:chgData name="Marie-Ève Quenneville" userId="1834e381-f276-462b-ad40-56932688273f" providerId="ADAL" clId="{2ACD8020-C016-49BF-A231-B97B7CA94C51}" dt="2022-10-18T11:57:40.769" v="4"/>
        <pc:sldMkLst>
          <pc:docMk/>
          <pc:sldMk cId="188314378" sldId="305"/>
        </pc:sldMkLst>
      </pc:sldChg>
      <pc:sldChg chg="add">
        <pc:chgData name="Marie-Ève Quenneville" userId="1834e381-f276-462b-ad40-56932688273f" providerId="ADAL" clId="{2ACD8020-C016-49BF-A231-B97B7CA94C51}" dt="2022-10-18T11:57:40.769" v="4"/>
        <pc:sldMkLst>
          <pc:docMk/>
          <pc:sldMk cId="3002492830" sldId="307"/>
        </pc:sldMkLst>
      </pc:sldChg>
      <pc:sldChg chg="modSp add mod">
        <pc:chgData name="Marie-Ève Quenneville" userId="1834e381-f276-462b-ad40-56932688273f" providerId="ADAL" clId="{2ACD8020-C016-49BF-A231-B97B7CA94C51}" dt="2022-10-18T11:57:40.964" v="5" actId="27636"/>
        <pc:sldMkLst>
          <pc:docMk/>
          <pc:sldMk cId="3502555435" sldId="308"/>
        </pc:sldMkLst>
        <pc:spChg chg="mod">
          <ac:chgData name="Marie-Ève Quenneville" userId="1834e381-f276-462b-ad40-56932688273f" providerId="ADAL" clId="{2ACD8020-C016-49BF-A231-B97B7CA94C51}" dt="2022-10-18T11:57:40.964" v="5" actId="27636"/>
          <ac:spMkLst>
            <pc:docMk/>
            <pc:sldMk cId="3502555435" sldId="308"/>
            <ac:spMk id="3" creationId="{00000000-0000-0000-0000-000000000000}"/>
          </ac:spMkLst>
        </pc:spChg>
      </pc:sldChg>
      <pc:sldChg chg="setBg">
        <pc:chgData name="Marie-Ève Quenneville" userId="1834e381-f276-462b-ad40-56932688273f" providerId="ADAL" clId="{2ACD8020-C016-49BF-A231-B97B7CA94C51}" dt="2022-10-17T15:30:43.316" v="3"/>
        <pc:sldMkLst>
          <pc:docMk/>
          <pc:sldMk cId="3455867009" sldId="333"/>
        </pc:sldMkLst>
      </pc:sldChg>
      <pc:sldChg chg="add">
        <pc:chgData name="Marie-Ève Quenneville" userId="1834e381-f276-462b-ad40-56932688273f" providerId="ADAL" clId="{2ACD8020-C016-49BF-A231-B97B7CA94C51}" dt="2022-10-18T11:57:40.769" v="4"/>
        <pc:sldMkLst>
          <pc:docMk/>
          <pc:sldMk cId="339231860" sldId="375"/>
        </pc:sldMkLst>
      </pc:sldChg>
      <pc:sldChg chg="modSp add">
        <pc:chgData name="Marie-Ève Quenneville" userId="1834e381-f276-462b-ad40-56932688273f" providerId="ADAL" clId="{2ACD8020-C016-49BF-A231-B97B7CA94C51}" dt="2022-10-18T11:57:40.769" v="4"/>
        <pc:sldMkLst>
          <pc:docMk/>
          <pc:sldMk cId="2994028458" sldId="376"/>
        </pc:sldMkLst>
        <pc:spChg chg="mod">
          <ac:chgData name="Marie-Ève Quenneville" userId="1834e381-f276-462b-ad40-56932688273f" providerId="ADAL" clId="{2ACD8020-C016-49BF-A231-B97B7CA94C51}" dt="2022-10-18T11:57:40.769" v="4"/>
          <ac:spMkLst>
            <pc:docMk/>
            <pc:sldMk cId="2994028458" sldId="376"/>
            <ac:spMk id="4" creationId="{BD8F85EC-ABA5-4B31-9F86-B659EF6D9306}"/>
          </ac:spMkLst>
        </pc:spChg>
      </pc:sldChg>
      <pc:sldChg chg="add">
        <pc:chgData name="Marie-Ève Quenneville" userId="1834e381-f276-462b-ad40-56932688273f" providerId="ADAL" clId="{2ACD8020-C016-49BF-A231-B97B7CA94C51}" dt="2022-10-18T11:57:40.769" v="4"/>
        <pc:sldMkLst>
          <pc:docMk/>
          <pc:sldMk cId="435447630" sldId="377"/>
        </pc:sldMkLst>
      </pc:sldChg>
      <pc:sldChg chg="add">
        <pc:chgData name="Marie-Ève Quenneville" userId="1834e381-f276-462b-ad40-56932688273f" providerId="ADAL" clId="{2ACD8020-C016-49BF-A231-B97B7CA94C51}" dt="2022-10-18T11:57:40.769" v="4"/>
        <pc:sldMkLst>
          <pc:docMk/>
          <pc:sldMk cId="55669286" sldId="378"/>
        </pc:sldMkLst>
      </pc:sldChg>
      <pc:sldChg chg="add">
        <pc:chgData name="Marie-Ève Quenneville" userId="1834e381-f276-462b-ad40-56932688273f" providerId="ADAL" clId="{2ACD8020-C016-49BF-A231-B97B7CA94C51}" dt="2022-10-18T11:57:40.769" v="4"/>
        <pc:sldMkLst>
          <pc:docMk/>
          <pc:sldMk cId="996267811" sldId="379"/>
        </pc:sldMkLst>
      </pc:sldChg>
    </pc:docChg>
  </pc:docChgLst>
  <pc:docChgLst>
    <pc:chgData name="Claude Laurin" userId="873a15d8-a343-4be0-8bf3-5122bf6a3c01" providerId="ADAL" clId="{4F84DA71-1382-4853-82B7-B8012CFF54DE}"/>
    <pc:docChg chg="modSld">
      <pc:chgData name="Claude Laurin" userId="873a15d8-a343-4be0-8bf3-5122bf6a3c01" providerId="ADAL" clId="{4F84DA71-1382-4853-82B7-B8012CFF54DE}" dt="2024-10-07T13:06:47.720" v="32" actId="6549"/>
      <pc:docMkLst>
        <pc:docMk/>
      </pc:docMkLst>
      <pc:sldChg chg="modSp mod">
        <pc:chgData name="Claude Laurin" userId="873a15d8-a343-4be0-8bf3-5122bf6a3c01" providerId="ADAL" clId="{4F84DA71-1382-4853-82B7-B8012CFF54DE}" dt="2024-10-07T13:06:47.720" v="32" actId="6549"/>
        <pc:sldMkLst>
          <pc:docMk/>
          <pc:sldMk cId="339231860" sldId="375"/>
        </pc:sldMkLst>
        <pc:spChg chg="mod">
          <ac:chgData name="Claude Laurin" userId="873a15d8-a343-4be0-8bf3-5122bf6a3c01" providerId="ADAL" clId="{4F84DA71-1382-4853-82B7-B8012CFF54DE}" dt="2024-10-07T13:06:47.720" v="32" actId="6549"/>
          <ac:spMkLst>
            <pc:docMk/>
            <pc:sldMk cId="339231860" sldId="375"/>
            <ac:spMk id="3"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C32B05-62EA-407A-B21C-2310C7945705}" type="doc">
      <dgm:prSet loTypeId="urn:microsoft.com/office/officeart/2005/8/layout/venn3" loCatId="relationship"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pPr algn="ctr"/>
          <a:r>
            <a:rPr lang="en-US"/>
            <a:t>1</a:t>
          </a:r>
        </a:p>
        <a:p>
          <a:pPr algn="ctr"/>
          <a:r>
            <a:rPr lang="fr-CA" noProof="0"/>
            <a:t>Retour sur la capsule</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54A10F5D-C417-4F97-8612-CE684295DDDD}">
      <dgm:prSet phldrT="[Text]"/>
      <dgm:spPr/>
      <dgm:t>
        <a:bodyPr/>
        <a:lstStyle/>
        <a:p>
          <a:pPr algn="ctr"/>
          <a:r>
            <a:rPr lang="fr-CA" noProof="0"/>
            <a:t>2   </a:t>
          </a:r>
        </a:p>
        <a:p>
          <a:pPr algn="ctr"/>
          <a:r>
            <a:rPr lang="fr-CA" noProof="0"/>
            <a:t>Activité Rémunération incitative</a:t>
          </a:r>
        </a:p>
      </dgm:t>
    </dgm:pt>
    <dgm:pt modelId="{8ABDAA28-1E03-411B-BC21-8D931DE3C43E}" type="parTrans" cxnId="{517AFA30-BB19-43D1-84E3-E6B4C9B9E30A}">
      <dgm:prSet/>
      <dgm:spPr/>
      <dgm:t>
        <a:bodyPr/>
        <a:lstStyle/>
        <a:p>
          <a:endParaRPr lang="en-US">
            <a:solidFill>
              <a:schemeClr val="tx2"/>
            </a:solidFill>
          </a:endParaRPr>
        </a:p>
      </dgm:t>
    </dgm:pt>
    <dgm:pt modelId="{60811977-1F2E-41FC-8E06-EBD37DD18733}" type="sibTrans" cxnId="{517AFA30-BB19-43D1-84E3-E6B4C9B9E30A}">
      <dgm:prSet/>
      <dgm:spPr/>
      <dgm:t>
        <a:bodyPr/>
        <a:lstStyle/>
        <a:p>
          <a:endParaRPr lang="en-US">
            <a:solidFill>
              <a:schemeClr val="tx2"/>
            </a:solidFill>
          </a:endParaRPr>
        </a:p>
      </dgm:t>
    </dgm:pt>
    <dgm:pt modelId="{8AC18E91-3E04-48A6-AF21-42B7266E807E}">
      <dgm:prSet phldrT="[Text]"/>
      <dgm:spPr/>
      <dgm:t>
        <a:bodyPr/>
        <a:lstStyle/>
        <a:p>
          <a:pPr algn="ctr"/>
          <a:r>
            <a:rPr lang="fr-CA" noProof="0"/>
            <a:t>3  </a:t>
          </a:r>
        </a:p>
        <a:p>
          <a:pPr algn="ctr"/>
          <a:r>
            <a:rPr lang="fr-CA" noProof="0"/>
            <a:t>Consignes pour examen intra</a:t>
          </a:r>
        </a:p>
      </dgm:t>
    </dgm:pt>
    <dgm:pt modelId="{8F5878AB-21E1-4F17-B38B-0C6B0184A6C5}" type="parTrans" cxnId="{4169C49D-0251-4F9D-9953-904575E43421}">
      <dgm:prSet/>
      <dgm:spPr/>
      <dgm:t>
        <a:bodyPr/>
        <a:lstStyle/>
        <a:p>
          <a:endParaRPr lang="fr-CA"/>
        </a:p>
      </dgm:t>
    </dgm:pt>
    <dgm:pt modelId="{EC5EF467-414C-4D52-9A7B-147E36F2C1C2}" type="sibTrans" cxnId="{4169C49D-0251-4F9D-9953-904575E43421}">
      <dgm:prSet/>
      <dgm:spPr/>
      <dgm:t>
        <a:bodyPr/>
        <a:lstStyle/>
        <a:p>
          <a:endParaRPr lang="fr-CA"/>
        </a:p>
      </dgm:t>
    </dgm:pt>
    <dgm:pt modelId="{BB2E7D61-FAE1-4189-8B45-9FB5BB1C6D16}" type="pres">
      <dgm:prSet presAssocID="{B9C32B05-62EA-407A-B21C-2310C7945705}" presName="Name0" presStyleCnt="0">
        <dgm:presLayoutVars>
          <dgm:dir/>
          <dgm:resizeHandles val="exact"/>
        </dgm:presLayoutVars>
      </dgm:prSet>
      <dgm:spPr/>
    </dgm:pt>
    <dgm:pt modelId="{5841E8E3-F2DC-48FE-B8DB-BABB55C4BAF1}" type="pres">
      <dgm:prSet presAssocID="{8EA7219F-BDB2-48EB-9EEB-3133522D132E}" presName="Name5" presStyleLbl="vennNode1" presStyleIdx="0" presStyleCnt="3" custLinFactNeighborX="22905" custLinFactNeighborY="232">
        <dgm:presLayoutVars>
          <dgm:bulletEnabled val="1"/>
        </dgm:presLayoutVars>
      </dgm:prSet>
      <dgm:spPr/>
    </dgm:pt>
    <dgm:pt modelId="{27A579DC-FC4A-4F31-8918-6103F62FC75D}" type="pres">
      <dgm:prSet presAssocID="{C94B7947-85DC-4B21-BB99-DF8438356F98}" presName="space" presStyleCnt="0"/>
      <dgm:spPr/>
    </dgm:pt>
    <dgm:pt modelId="{E8C547DD-E668-4A3C-829E-AF9075B83A2E}" type="pres">
      <dgm:prSet presAssocID="{54A10F5D-C417-4F97-8612-CE684295DDDD}" presName="Name5" presStyleLbl="vennNode1" presStyleIdx="1" presStyleCnt="3" custLinFactNeighborX="-10832" custLinFactNeighborY="-735">
        <dgm:presLayoutVars>
          <dgm:bulletEnabled val="1"/>
        </dgm:presLayoutVars>
      </dgm:prSet>
      <dgm:spPr/>
    </dgm:pt>
    <dgm:pt modelId="{09D80A99-CE67-42A8-944D-FF00D3E83CB5}" type="pres">
      <dgm:prSet presAssocID="{60811977-1F2E-41FC-8E06-EBD37DD18733}" presName="space" presStyleCnt="0"/>
      <dgm:spPr/>
    </dgm:pt>
    <dgm:pt modelId="{75FA22F8-73C4-48DC-AC81-06D1994A6280}" type="pres">
      <dgm:prSet presAssocID="{8AC18E91-3E04-48A6-AF21-42B7266E807E}" presName="Name5" presStyleLbl="vennNode1" presStyleIdx="2" presStyleCnt="3">
        <dgm:presLayoutVars>
          <dgm:bulletEnabled val="1"/>
        </dgm:presLayoutVars>
      </dgm:prSet>
      <dgm:spPr/>
    </dgm:pt>
  </dgm:ptLst>
  <dgm:cxnLst>
    <dgm:cxn modelId="{05EB0818-6CF3-4712-A9E3-D20AAF839DFD}" type="presOf" srcId="{B9C32B05-62EA-407A-B21C-2310C7945705}" destId="{BB2E7D61-FAE1-4189-8B45-9FB5BB1C6D16}" srcOrd="0" destOrd="0" presId="urn:microsoft.com/office/officeart/2005/8/layout/venn3"/>
    <dgm:cxn modelId="{517AFA30-BB19-43D1-84E3-E6B4C9B9E30A}" srcId="{B9C32B05-62EA-407A-B21C-2310C7945705}" destId="{54A10F5D-C417-4F97-8612-CE684295DDDD}" srcOrd="1" destOrd="0" parTransId="{8ABDAA28-1E03-411B-BC21-8D931DE3C43E}" sibTransId="{60811977-1F2E-41FC-8E06-EBD37DD18733}"/>
    <dgm:cxn modelId="{82D11776-5201-4F63-9105-A82EBC092BD0}" type="presOf" srcId="{8AC18E91-3E04-48A6-AF21-42B7266E807E}" destId="{75FA22F8-73C4-48DC-AC81-06D1994A6280}" srcOrd="0" destOrd="0" presId="urn:microsoft.com/office/officeart/2005/8/layout/venn3"/>
    <dgm:cxn modelId="{4169C49D-0251-4F9D-9953-904575E43421}" srcId="{B9C32B05-62EA-407A-B21C-2310C7945705}" destId="{8AC18E91-3E04-48A6-AF21-42B7266E807E}" srcOrd="2" destOrd="0" parTransId="{8F5878AB-21E1-4F17-B38B-0C6B0184A6C5}" sibTransId="{EC5EF467-414C-4D52-9A7B-147E36F2C1C2}"/>
    <dgm:cxn modelId="{006F74B2-DF76-47DD-AA73-B6CA7D265052}" type="presOf" srcId="{8EA7219F-BDB2-48EB-9EEB-3133522D132E}" destId="{5841E8E3-F2DC-48FE-B8DB-BABB55C4BAF1}" srcOrd="0" destOrd="0" presId="urn:microsoft.com/office/officeart/2005/8/layout/venn3"/>
    <dgm:cxn modelId="{CA740CDA-3122-4476-B9A7-24E66F8FA082}" type="presOf" srcId="{54A10F5D-C417-4F97-8612-CE684295DDDD}" destId="{E8C547DD-E668-4A3C-829E-AF9075B83A2E}" srcOrd="0" destOrd="0" presId="urn:microsoft.com/office/officeart/2005/8/layout/venn3"/>
    <dgm:cxn modelId="{58AD7EEF-D408-406B-87EE-4691D4C30668}" srcId="{B9C32B05-62EA-407A-B21C-2310C7945705}" destId="{8EA7219F-BDB2-48EB-9EEB-3133522D132E}" srcOrd="0" destOrd="0" parTransId="{3EE8403A-CB7C-4815-85BD-AEBCAEB71B37}" sibTransId="{C94B7947-85DC-4B21-BB99-DF8438356F98}"/>
    <dgm:cxn modelId="{CC461550-37C2-4836-9BEF-7AD62237DF21}" type="presParOf" srcId="{BB2E7D61-FAE1-4189-8B45-9FB5BB1C6D16}" destId="{5841E8E3-F2DC-48FE-B8DB-BABB55C4BAF1}" srcOrd="0" destOrd="0" presId="urn:microsoft.com/office/officeart/2005/8/layout/venn3"/>
    <dgm:cxn modelId="{E2599144-3339-4D32-82AC-42BEB1A74E19}" type="presParOf" srcId="{BB2E7D61-FAE1-4189-8B45-9FB5BB1C6D16}" destId="{27A579DC-FC4A-4F31-8918-6103F62FC75D}" srcOrd="1" destOrd="0" presId="urn:microsoft.com/office/officeart/2005/8/layout/venn3"/>
    <dgm:cxn modelId="{B86149BC-8D56-43CC-8533-C7BD15F561CC}" type="presParOf" srcId="{BB2E7D61-FAE1-4189-8B45-9FB5BB1C6D16}" destId="{E8C547DD-E668-4A3C-829E-AF9075B83A2E}" srcOrd="2" destOrd="0" presId="urn:microsoft.com/office/officeart/2005/8/layout/venn3"/>
    <dgm:cxn modelId="{220C1B3A-21B4-484C-91C9-E0A1480B708A}" type="presParOf" srcId="{BB2E7D61-FAE1-4189-8B45-9FB5BB1C6D16}" destId="{09D80A99-CE67-42A8-944D-FF00D3E83CB5}" srcOrd="3" destOrd="0" presId="urn:microsoft.com/office/officeart/2005/8/layout/venn3"/>
    <dgm:cxn modelId="{428732AD-97A8-4A07-8721-F36EEEAD353C}" type="presParOf" srcId="{BB2E7D61-FAE1-4189-8B45-9FB5BB1C6D16}" destId="{75FA22F8-73C4-48DC-AC81-06D1994A6280}" srcOrd="4" destOrd="0" presId="urn:microsoft.com/office/officeart/2005/8/layout/venn3"/>
  </dgm:cxnLst>
  <dgm:bg>
    <a:noFill/>
  </dgm:bg>
  <dgm:whole/>
  <dgm:extLst>
    <a:ext uri="http://schemas.microsoft.com/office/drawing/2008/diagram">
      <dsp:dataModelExt xmlns:dsp="http://schemas.microsoft.com/office/drawing/2008/diagram" relId="rId12"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41E8E3-F2DC-48FE-B8DB-BABB55C4BAF1}">
      <dsp:nvSpPr>
        <dsp:cNvPr id="0" name=""/>
        <dsp:cNvSpPr/>
      </dsp:nvSpPr>
      <dsp:spPr>
        <a:xfrm>
          <a:off x="181747" y="206578"/>
          <a:ext cx="3870793" cy="3870793"/>
        </a:xfrm>
        <a:prstGeom prst="ellipse">
          <a:avLst/>
        </a:prstGeom>
        <a:gradFill rotWithShape="0">
          <a:gsLst>
            <a:gs pos="0">
              <a:schemeClr val="accent2">
                <a:alpha val="50000"/>
                <a:hueOff val="0"/>
                <a:satOff val="0"/>
                <a:lumOff val="0"/>
                <a:alphaOff val="0"/>
                <a:satMod val="103000"/>
                <a:lumMod val="102000"/>
                <a:tint val="94000"/>
              </a:schemeClr>
            </a:gs>
            <a:gs pos="50000">
              <a:schemeClr val="accent2">
                <a:alpha val="50000"/>
                <a:hueOff val="0"/>
                <a:satOff val="0"/>
                <a:lumOff val="0"/>
                <a:alphaOff val="0"/>
                <a:satMod val="110000"/>
                <a:lumMod val="100000"/>
                <a:shade val="100000"/>
              </a:schemeClr>
            </a:gs>
            <a:gs pos="100000">
              <a:schemeClr val="accent2">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13023" tIns="39370" rIns="213023" bIns="39370" numCol="1" spcCol="1270" anchor="ctr" anchorCtr="0">
          <a:noAutofit/>
        </a:bodyPr>
        <a:lstStyle/>
        <a:p>
          <a:pPr marL="0" lvl="0" indent="0" algn="ctr" defTabSz="1377950">
            <a:lnSpc>
              <a:spcPct val="90000"/>
            </a:lnSpc>
            <a:spcBef>
              <a:spcPct val="0"/>
            </a:spcBef>
            <a:spcAft>
              <a:spcPct val="35000"/>
            </a:spcAft>
            <a:buNone/>
          </a:pPr>
          <a:r>
            <a:rPr lang="en-US" sz="3100" kern="1200"/>
            <a:t>1</a:t>
          </a:r>
        </a:p>
        <a:p>
          <a:pPr marL="0" lvl="0" indent="0" algn="ctr" defTabSz="1377950">
            <a:lnSpc>
              <a:spcPct val="90000"/>
            </a:lnSpc>
            <a:spcBef>
              <a:spcPct val="0"/>
            </a:spcBef>
            <a:spcAft>
              <a:spcPct val="35000"/>
            </a:spcAft>
            <a:buNone/>
          </a:pPr>
          <a:r>
            <a:rPr lang="fr-CA" sz="3100" kern="1200" noProof="0"/>
            <a:t>Retour sur la capsule</a:t>
          </a:r>
        </a:p>
      </dsp:txBody>
      <dsp:txXfrm>
        <a:off x="748612" y="773443"/>
        <a:ext cx="2737063" cy="2737063"/>
      </dsp:txXfrm>
    </dsp:sp>
    <dsp:sp modelId="{E8C547DD-E668-4A3C-829E-AF9075B83A2E}">
      <dsp:nvSpPr>
        <dsp:cNvPr id="0" name=""/>
        <dsp:cNvSpPr/>
      </dsp:nvSpPr>
      <dsp:spPr>
        <a:xfrm>
          <a:off x="3017204" y="169147"/>
          <a:ext cx="3870793" cy="3870793"/>
        </a:xfrm>
        <a:prstGeom prst="ellipse">
          <a:avLst/>
        </a:prstGeom>
        <a:gradFill rotWithShape="0">
          <a:gsLst>
            <a:gs pos="0">
              <a:schemeClr val="accent3">
                <a:alpha val="50000"/>
                <a:hueOff val="0"/>
                <a:satOff val="0"/>
                <a:lumOff val="0"/>
                <a:alphaOff val="0"/>
                <a:satMod val="103000"/>
                <a:lumMod val="102000"/>
                <a:tint val="94000"/>
              </a:schemeClr>
            </a:gs>
            <a:gs pos="50000">
              <a:schemeClr val="accent3">
                <a:alpha val="50000"/>
                <a:hueOff val="0"/>
                <a:satOff val="0"/>
                <a:lumOff val="0"/>
                <a:alphaOff val="0"/>
                <a:satMod val="110000"/>
                <a:lumMod val="100000"/>
                <a:shade val="100000"/>
              </a:schemeClr>
            </a:gs>
            <a:gs pos="100000">
              <a:schemeClr val="accent3">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13023" tIns="39370" rIns="213023" bIns="39370" numCol="1" spcCol="1270" anchor="ctr" anchorCtr="0">
          <a:noAutofit/>
        </a:bodyPr>
        <a:lstStyle/>
        <a:p>
          <a:pPr marL="0" lvl="0" indent="0" algn="ctr" defTabSz="1377950">
            <a:lnSpc>
              <a:spcPct val="90000"/>
            </a:lnSpc>
            <a:spcBef>
              <a:spcPct val="0"/>
            </a:spcBef>
            <a:spcAft>
              <a:spcPct val="35000"/>
            </a:spcAft>
            <a:buNone/>
          </a:pPr>
          <a:r>
            <a:rPr lang="fr-CA" sz="3100" kern="1200" noProof="0"/>
            <a:t>2   </a:t>
          </a:r>
        </a:p>
        <a:p>
          <a:pPr marL="0" lvl="0" indent="0" algn="ctr" defTabSz="1377950">
            <a:lnSpc>
              <a:spcPct val="90000"/>
            </a:lnSpc>
            <a:spcBef>
              <a:spcPct val="0"/>
            </a:spcBef>
            <a:spcAft>
              <a:spcPct val="35000"/>
            </a:spcAft>
            <a:buNone/>
          </a:pPr>
          <a:r>
            <a:rPr lang="fr-CA" sz="3100" kern="1200" noProof="0"/>
            <a:t>Activité Rémunération incitative</a:t>
          </a:r>
        </a:p>
      </dsp:txBody>
      <dsp:txXfrm>
        <a:off x="3584069" y="736012"/>
        <a:ext cx="2737063" cy="2737063"/>
      </dsp:txXfrm>
    </dsp:sp>
    <dsp:sp modelId="{75FA22F8-73C4-48DC-AC81-06D1994A6280}">
      <dsp:nvSpPr>
        <dsp:cNvPr id="0" name=""/>
        <dsp:cNvSpPr/>
      </dsp:nvSpPr>
      <dsp:spPr>
        <a:xfrm>
          <a:off x="6197696" y="197598"/>
          <a:ext cx="3870793" cy="3870793"/>
        </a:xfrm>
        <a:prstGeom prst="ellipse">
          <a:avLst/>
        </a:prstGeom>
        <a:gradFill rotWithShape="0">
          <a:gsLst>
            <a:gs pos="0">
              <a:schemeClr val="accent4">
                <a:alpha val="50000"/>
                <a:hueOff val="0"/>
                <a:satOff val="0"/>
                <a:lumOff val="0"/>
                <a:alphaOff val="0"/>
                <a:satMod val="103000"/>
                <a:lumMod val="102000"/>
                <a:tint val="94000"/>
              </a:schemeClr>
            </a:gs>
            <a:gs pos="50000">
              <a:schemeClr val="accent4">
                <a:alpha val="50000"/>
                <a:hueOff val="0"/>
                <a:satOff val="0"/>
                <a:lumOff val="0"/>
                <a:alphaOff val="0"/>
                <a:satMod val="110000"/>
                <a:lumMod val="100000"/>
                <a:shade val="100000"/>
              </a:schemeClr>
            </a:gs>
            <a:gs pos="100000">
              <a:schemeClr val="accent4">
                <a:alpha val="5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13023" tIns="39370" rIns="213023" bIns="39370" numCol="1" spcCol="1270" anchor="ctr" anchorCtr="0">
          <a:noAutofit/>
        </a:bodyPr>
        <a:lstStyle/>
        <a:p>
          <a:pPr marL="0" lvl="0" indent="0" algn="ctr" defTabSz="1377950">
            <a:lnSpc>
              <a:spcPct val="90000"/>
            </a:lnSpc>
            <a:spcBef>
              <a:spcPct val="0"/>
            </a:spcBef>
            <a:spcAft>
              <a:spcPct val="35000"/>
            </a:spcAft>
            <a:buNone/>
          </a:pPr>
          <a:r>
            <a:rPr lang="fr-CA" sz="3100" kern="1200" noProof="0"/>
            <a:t>3  </a:t>
          </a:r>
        </a:p>
        <a:p>
          <a:pPr marL="0" lvl="0" indent="0" algn="ctr" defTabSz="1377950">
            <a:lnSpc>
              <a:spcPct val="90000"/>
            </a:lnSpc>
            <a:spcBef>
              <a:spcPct val="0"/>
            </a:spcBef>
            <a:spcAft>
              <a:spcPct val="35000"/>
            </a:spcAft>
            <a:buNone/>
          </a:pPr>
          <a:r>
            <a:rPr lang="fr-CA" sz="3100" kern="1200" noProof="0"/>
            <a:t>Consignes pour examen intra</a:t>
          </a:r>
        </a:p>
      </dsp:txBody>
      <dsp:txXfrm>
        <a:off x="6764561" y="764463"/>
        <a:ext cx="2737063" cy="2737063"/>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9EB220-C3A2-4E39-820C-54E4B1E124A1}" type="datetimeFigureOut">
              <a:rPr lang="fr-CA" smtClean="0"/>
              <a:t>2025-02-19</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C7CB6E-3E34-44CC-90F8-E64B505D3DA4}" type="slidenum">
              <a:rPr lang="fr-CA" smtClean="0"/>
              <a:t>‹N°›</a:t>
            </a:fld>
            <a:endParaRPr lang="fr-CA"/>
          </a:p>
        </p:txBody>
      </p:sp>
    </p:spTree>
    <p:extLst>
      <p:ext uri="{BB962C8B-B14F-4D97-AF65-F5344CB8AC3E}">
        <p14:creationId xmlns:p14="http://schemas.microsoft.com/office/powerpoint/2010/main" val="1818837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38F12F-71BA-4C6C-BEB4-9AA581BF4BE9}"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3694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Les deux premières sections représentent le fondement ou l’assises de toutes les analyses qui seront faites dans le cadre du cours. Que ce soit pour l’analyse d’un projet stratégiques d’envergure ou de problématiques liées aux systèmes de contrôle stratégique, toute problématique doit toujours reposer sur la compréhension de la raison d’être, de la vision et de l’environnement de l’organisation. Une recommandation pourrait permettre à une entreprise de devenir un leader dans son industrie alors que la même recommandation pourrait mettre une autre entreprise dans une situation financière difficile (manque de liquidité, projet contraire aux valeurs de parties prenantes, processus défaillant qui devait être corrigé avant d’entamer le projet, </a:t>
            </a:r>
            <a:r>
              <a:rPr lang="fr-CA" dirty="0" err="1"/>
              <a:t>etc</a:t>
            </a:r>
            <a:r>
              <a:rPr lang="fr-CA" dirty="0"/>
              <a:t>) </a:t>
            </a:r>
          </a:p>
          <a:p>
            <a:r>
              <a:rPr lang="fr-CA" dirty="0"/>
              <a:t>Les ratios</a:t>
            </a:r>
          </a:p>
          <a:p>
            <a:r>
              <a:rPr lang="fr-CA" dirty="0"/>
              <a:t>Ratio de rentabilité: rendement de l’actif Bénéfice net /actif rendement des capitaux propres </a:t>
            </a:r>
            <a:r>
              <a:rPr lang="fr-CA" dirty="0" err="1"/>
              <a:t>Bénifice</a:t>
            </a:r>
            <a:r>
              <a:rPr lang="fr-CA" dirty="0"/>
              <a:t> net/capitaux propres ,,,,bénéfice brute/vente bénéfice net/vente  bénéfice d’</a:t>
            </a:r>
            <a:r>
              <a:rPr lang="fr-CA" dirty="0" err="1"/>
              <a:t>explitation</a:t>
            </a:r>
            <a:r>
              <a:rPr lang="fr-CA" dirty="0"/>
              <a:t>/Vente</a:t>
            </a:r>
          </a:p>
          <a:p>
            <a:r>
              <a:rPr lang="fr-CA" dirty="0"/>
              <a:t>Ratio de liquidité </a:t>
            </a:r>
            <a:r>
              <a:rPr lang="fr-CA" dirty="0" err="1"/>
              <a:t>liquidité</a:t>
            </a:r>
            <a:r>
              <a:rPr lang="fr-CA" dirty="0"/>
              <a:t> générale :</a:t>
            </a:r>
            <a:r>
              <a:rPr lang="fr-CA" dirty="0" err="1"/>
              <a:t>Encaisse+Stock+client+placement</a:t>
            </a:r>
            <a:r>
              <a:rPr lang="fr-CA" dirty="0"/>
              <a:t> a court terme/PCT </a:t>
            </a:r>
            <a:r>
              <a:rPr lang="fr-CA" dirty="0" err="1"/>
              <a:t>lilquidité</a:t>
            </a:r>
            <a:r>
              <a:rPr lang="fr-CA" dirty="0"/>
              <a:t> relative=</a:t>
            </a:r>
            <a:r>
              <a:rPr lang="fr-CA" dirty="0" err="1"/>
              <a:t>encaise+client+placment</a:t>
            </a:r>
            <a:r>
              <a:rPr lang="fr-CA" dirty="0"/>
              <a:t> a cout terme/</a:t>
            </a:r>
            <a:r>
              <a:rPr lang="fr-CA" dirty="0" err="1"/>
              <a:t>pct</a:t>
            </a:r>
            <a:r>
              <a:rPr lang="fr-CA" dirty="0"/>
              <a:t> ratio de liquidité immédiate=</a:t>
            </a:r>
            <a:r>
              <a:rPr lang="fr-CA" dirty="0" err="1"/>
              <a:t>Encaisse+placement</a:t>
            </a:r>
            <a:r>
              <a:rPr lang="fr-CA" dirty="0"/>
              <a:t> a cout terme/passif court terme </a:t>
            </a:r>
          </a:p>
          <a:p>
            <a:r>
              <a:rPr lang="fr-CA" dirty="0"/>
              <a:t>Ratio de solvabilité: ou bien d’endettement on Passif/actif et dette a long terme/capitaux propres </a:t>
            </a:r>
          </a:p>
          <a:p>
            <a:r>
              <a:rPr lang="fr-CA" dirty="0"/>
              <a:t>Ratio d’activité rotation de l’actif Vente/actif délais de recouvrement compte client Client/vente *360 jours délais de paiement fournisseur </a:t>
            </a:r>
            <a:r>
              <a:rPr lang="fr-CA" dirty="0" err="1"/>
              <a:t>Fournissur</a:t>
            </a:r>
            <a:r>
              <a:rPr lang="fr-CA" dirty="0"/>
              <a:t>/CMV*365 délais d’épuisement de stock =stock/CMV *365 jours </a:t>
            </a:r>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2</a:t>
            </a:fld>
            <a:endParaRPr lang="fr-CA"/>
          </a:p>
        </p:txBody>
      </p:sp>
    </p:spTree>
    <p:extLst>
      <p:ext uri="{BB962C8B-B14F-4D97-AF65-F5344CB8AC3E}">
        <p14:creationId xmlns:p14="http://schemas.microsoft.com/office/powerpoint/2010/main" val="2278397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Pour le financement on l’analyse de cette manière soit le cout durée montant disponible les paiements périodiques condition de </a:t>
            </a:r>
            <a:r>
              <a:rPr lang="fr-CA" dirty="0" err="1"/>
              <a:t>financemen</a:t>
            </a:r>
            <a:r>
              <a:rPr lang="fr-CA" dirty="0"/>
              <a:t> impact sur les EF impact sur les partie prenantes </a:t>
            </a:r>
          </a:p>
        </p:txBody>
      </p:sp>
      <p:sp>
        <p:nvSpPr>
          <p:cNvPr id="4" name="Espace réservé du numéro de diapositive 3"/>
          <p:cNvSpPr>
            <a:spLocks noGrp="1"/>
          </p:cNvSpPr>
          <p:nvPr>
            <p:ph type="sldNum" sz="quarter" idx="5"/>
          </p:nvPr>
        </p:nvSpPr>
        <p:spPr/>
        <p:txBody>
          <a:bodyPr/>
          <a:lstStyle/>
          <a:p>
            <a:fld id="{5DC7CB6E-3E34-44CC-90F8-E64B505D3DA4}" type="slidenum">
              <a:rPr lang="fr-CA" smtClean="0"/>
              <a:t>3</a:t>
            </a:fld>
            <a:endParaRPr lang="fr-CA"/>
          </a:p>
        </p:txBody>
      </p:sp>
    </p:spTree>
    <p:extLst>
      <p:ext uri="{BB962C8B-B14F-4D97-AF65-F5344CB8AC3E}">
        <p14:creationId xmlns:p14="http://schemas.microsoft.com/office/powerpoint/2010/main" val="3280188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Exemple d'un indicateur de performance SMART :Indicateur : Augmenter le chiffre d'affaires des ventes en ligne.</a:t>
            </a:r>
          </a:p>
          <a:p>
            <a:r>
              <a:rPr lang="fr-FR" dirty="0"/>
              <a:t>Spécifique : Augmenter de 15 %.</a:t>
            </a:r>
          </a:p>
          <a:p>
            <a:r>
              <a:rPr lang="fr-FR" dirty="0"/>
              <a:t>Mesurable : Mesurer le chiffre d'affaires mensuel.</a:t>
            </a:r>
          </a:p>
          <a:p>
            <a:r>
              <a:rPr lang="fr-FR" dirty="0"/>
              <a:t>Atteignable : Basé sur les tendances de croissance passées.</a:t>
            </a:r>
          </a:p>
          <a:p>
            <a:r>
              <a:rPr lang="fr-FR" dirty="0"/>
              <a:t>Pertinent : Aligne avec la stratégie de croissance de l'entreprise</a:t>
            </a:r>
          </a:p>
          <a:p>
            <a:r>
              <a:rPr lang="fr-FR" dirty="0"/>
              <a:t>Temporel : À atteindre d'ici la fin de l'année fiscale.</a:t>
            </a:r>
            <a:endParaRPr lang="fr-CA" dirty="0"/>
          </a:p>
        </p:txBody>
      </p:sp>
      <p:sp>
        <p:nvSpPr>
          <p:cNvPr id="4" name="Espace réservé du numéro de diapositive 3"/>
          <p:cNvSpPr>
            <a:spLocks noGrp="1"/>
          </p:cNvSpPr>
          <p:nvPr>
            <p:ph type="sldNum" sz="quarter" idx="5"/>
          </p:nvPr>
        </p:nvSpPr>
        <p:spPr/>
        <p:txBody>
          <a:bodyPr/>
          <a:lstStyle/>
          <a:p>
            <a:fld id="{5DC7CB6E-3E34-44CC-90F8-E64B505D3DA4}" type="slidenum">
              <a:rPr lang="fr-CA" smtClean="0"/>
              <a:t>4</a:t>
            </a:fld>
            <a:endParaRPr lang="fr-CA"/>
          </a:p>
        </p:txBody>
      </p:sp>
    </p:spTree>
    <p:extLst>
      <p:ext uri="{BB962C8B-B14F-4D97-AF65-F5344CB8AC3E}">
        <p14:creationId xmlns:p14="http://schemas.microsoft.com/office/powerpoint/2010/main" val="11756588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alignée –lien-contrôle-manipulable-conflit-motivante-cher </a:t>
            </a:r>
          </a:p>
          <a:p>
            <a:r>
              <a:rPr lang="fr-CA" dirty="0"/>
              <a:t>ALCMCMC </a:t>
            </a:r>
          </a:p>
          <a:p>
            <a:r>
              <a:rPr lang="fr-CA" dirty="0"/>
              <a:t>Mal aligné avec la stratégie  lien avec le tableau de bord </a:t>
            </a:r>
          </a:p>
          <a:p>
            <a:r>
              <a:rPr lang="fr-CA" dirty="0"/>
              <a:t>N’est pas liée a l’Activité  changement de mesure </a:t>
            </a:r>
          </a:p>
          <a:p>
            <a:r>
              <a:rPr lang="fr-CA" dirty="0"/>
              <a:t>N’est pas sous le contrôle de la personne qui les cibles le travail  changement de mesure </a:t>
            </a:r>
          </a:p>
          <a:p>
            <a:r>
              <a:rPr lang="fr-CA" dirty="0"/>
              <a:t>Manipulable contrôle interne audit </a:t>
            </a:r>
          </a:p>
          <a:p>
            <a:r>
              <a:rPr lang="fr-CA" dirty="0"/>
              <a:t>Cout cher revoir la partie variable</a:t>
            </a:r>
          </a:p>
          <a:p>
            <a:r>
              <a:rPr lang="fr-CA" dirty="0"/>
              <a:t>Motivante  revoir les cible </a:t>
            </a:r>
          </a:p>
          <a:p>
            <a:r>
              <a:rPr lang="fr-CA" dirty="0"/>
              <a:t>Conflit ajouter des mesures pour rémunération collective </a:t>
            </a:r>
          </a:p>
          <a:p>
            <a:endParaRPr lang="fr-CA" dirty="0"/>
          </a:p>
        </p:txBody>
      </p:sp>
      <p:sp>
        <p:nvSpPr>
          <p:cNvPr id="4" name="Espace réservé du numéro de diapositive 3"/>
          <p:cNvSpPr>
            <a:spLocks noGrp="1"/>
          </p:cNvSpPr>
          <p:nvPr>
            <p:ph type="sldNum" sz="quarter" idx="5"/>
          </p:nvPr>
        </p:nvSpPr>
        <p:spPr/>
        <p:txBody>
          <a:bodyPr/>
          <a:lstStyle/>
          <a:p>
            <a:fld id="{5DC7CB6E-3E34-44CC-90F8-E64B505D3DA4}" type="slidenum">
              <a:rPr lang="fr-CA" smtClean="0"/>
              <a:t>5</a:t>
            </a:fld>
            <a:endParaRPr lang="fr-CA"/>
          </a:p>
        </p:txBody>
      </p:sp>
    </p:spTree>
    <p:extLst>
      <p:ext uri="{BB962C8B-B14F-4D97-AF65-F5344CB8AC3E}">
        <p14:creationId xmlns:p14="http://schemas.microsoft.com/office/powerpoint/2010/main" val="3994797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Les </a:t>
            </a:r>
            <a:r>
              <a:rPr lang="fr-CA" dirty="0" err="1"/>
              <a:t>inductuers</a:t>
            </a:r>
            <a:r>
              <a:rPr lang="fr-CA" dirty="0"/>
              <a:t> de la performance en appui des mesures incitative sont </a:t>
            </a:r>
            <a:r>
              <a:rPr lang="fr-CA" dirty="0" err="1"/>
              <a:t>alligné</a:t>
            </a:r>
            <a:r>
              <a:rPr lang="fr-CA" dirty="0"/>
              <a:t> avec les objectifs stratégique </a:t>
            </a:r>
          </a:p>
          <a:p>
            <a:r>
              <a:rPr lang="fr-CA" dirty="0" err="1"/>
              <a:t>Mésure</a:t>
            </a:r>
            <a:r>
              <a:rPr lang="fr-CA" dirty="0"/>
              <a:t> incitative (ce qui est variable soit le  bonus ou bien prime) </a:t>
            </a:r>
          </a:p>
          <a:p>
            <a:r>
              <a:rPr lang="fr-FR" dirty="0"/>
              <a:t>Indicateur de performance → Ce qui permet d'améliorer la performance. Mesure incitative → Ce qui récompense la performance atteinte.</a:t>
            </a:r>
          </a:p>
          <a:p>
            <a:r>
              <a:rPr lang="fr-FR" dirty="0"/>
              <a:t>Comment  apprécier les mesures de performance on a  5</a:t>
            </a:r>
          </a:p>
          <a:p>
            <a:r>
              <a:rPr lang="fr-FR" dirty="0"/>
              <a:t>Les indicateurs de performance a l’appui de cible sont </a:t>
            </a:r>
            <a:r>
              <a:rPr lang="fr-FR" dirty="0" err="1"/>
              <a:t>alligné</a:t>
            </a:r>
            <a:r>
              <a:rPr lang="fr-FR" dirty="0"/>
              <a:t> avec les objectifs stratégique </a:t>
            </a:r>
          </a:p>
          <a:p>
            <a:r>
              <a:rPr lang="fr-FR" dirty="0"/>
              <a:t>Les indicateur de performance sont sous  contrôle de la personne évaluée </a:t>
            </a:r>
          </a:p>
          <a:p>
            <a:r>
              <a:rPr lang="fr-FR" dirty="0"/>
              <a:t>Les cible sont </a:t>
            </a:r>
            <a:r>
              <a:rPr lang="fr-FR" dirty="0" err="1"/>
              <a:t>attaignable</a:t>
            </a:r>
            <a:r>
              <a:rPr lang="fr-FR" dirty="0"/>
              <a:t> font l’objet d’une entente avec la personne </a:t>
            </a:r>
            <a:r>
              <a:rPr lang="fr-FR" dirty="0" err="1"/>
              <a:t>évlaué</a:t>
            </a:r>
            <a:r>
              <a:rPr lang="fr-FR" dirty="0"/>
              <a:t> </a:t>
            </a:r>
          </a:p>
          <a:p>
            <a:r>
              <a:rPr lang="fr-FR" dirty="0"/>
              <a:t>La portion variable de la rémunération est bien adapté a la situation </a:t>
            </a:r>
          </a:p>
          <a:p>
            <a:r>
              <a:rPr lang="fr-FR" dirty="0"/>
              <a:t>Des moyens sont mise en </a:t>
            </a:r>
            <a:r>
              <a:rPr lang="fr-FR" dirty="0" err="1"/>
              <a:t>oevre</a:t>
            </a:r>
            <a:r>
              <a:rPr lang="fr-FR" dirty="0"/>
              <a:t> pour contrer toute manipulation soit comme l’audit interne ou bien l’évaluation qualitative </a:t>
            </a:r>
          </a:p>
        </p:txBody>
      </p:sp>
      <p:sp>
        <p:nvSpPr>
          <p:cNvPr id="4" name="Espace réservé du numéro de diapositive 3"/>
          <p:cNvSpPr>
            <a:spLocks noGrp="1"/>
          </p:cNvSpPr>
          <p:nvPr>
            <p:ph type="sldNum" sz="quarter" idx="5"/>
          </p:nvPr>
        </p:nvSpPr>
        <p:spPr/>
        <p:txBody>
          <a:bodyPr/>
          <a:lstStyle/>
          <a:p>
            <a:fld id="{5DC7CB6E-3E34-44CC-90F8-E64B505D3DA4}" type="slidenum">
              <a:rPr lang="fr-CA" smtClean="0"/>
              <a:t>6</a:t>
            </a:fld>
            <a:endParaRPr lang="fr-CA"/>
          </a:p>
        </p:txBody>
      </p:sp>
    </p:spTree>
    <p:extLst>
      <p:ext uri="{BB962C8B-B14F-4D97-AF65-F5344CB8AC3E}">
        <p14:creationId xmlns:p14="http://schemas.microsoft.com/office/powerpoint/2010/main" val="3756296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t>Il n’y a pas de temps supplémentaire pour remettre les fichiers, il est important de prendre 5 minutes à la fin de l’examen pour s’assurer de remettre dans les temps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a:p>
          <a:p>
            <a:pPr marL="0" marR="0" lvl="0" indent="0" algn="l" defTabSz="914400" rtl="0" eaLnBrk="1" fontAlgn="auto" latinLnBrk="0" hangingPunct="1">
              <a:lnSpc>
                <a:spcPct val="100000"/>
              </a:lnSpc>
              <a:spcBef>
                <a:spcPts val="0"/>
              </a:spcBef>
              <a:spcAft>
                <a:spcPts val="0"/>
              </a:spcAft>
              <a:buClrTx/>
              <a:buSzTx/>
              <a:buFontTx/>
              <a:buNone/>
              <a:tabLst/>
              <a:defRPr/>
            </a:pPr>
            <a:r>
              <a:rPr lang="fr-CA"/>
              <a:t>Si vous faites une erreur lors de la remise du fichier, vous devez nous en aviser le plus rapidement possible.</a:t>
            </a:r>
          </a:p>
          <a:p>
            <a:endParaRPr lang="fr-CA"/>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8</a:t>
            </a:fld>
            <a:endParaRPr lang="fr-CA"/>
          </a:p>
        </p:txBody>
      </p:sp>
    </p:spTree>
    <p:extLst>
      <p:ext uri="{BB962C8B-B14F-4D97-AF65-F5344CB8AC3E}">
        <p14:creationId xmlns:p14="http://schemas.microsoft.com/office/powerpoint/2010/main" val="1622623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9</a:t>
            </a:fld>
            <a:endParaRPr lang="fr-CA"/>
          </a:p>
        </p:txBody>
      </p:sp>
    </p:spTree>
    <p:extLst>
      <p:ext uri="{BB962C8B-B14F-4D97-AF65-F5344CB8AC3E}">
        <p14:creationId xmlns:p14="http://schemas.microsoft.com/office/powerpoint/2010/main" val="2113779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5DC7CB6E-3E34-44CC-90F8-E64B505D3DA4}" type="slidenum">
              <a:rPr lang="fr-CA" smtClean="0"/>
              <a:t>10</a:t>
            </a:fld>
            <a:endParaRPr lang="fr-CA"/>
          </a:p>
        </p:txBody>
      </p:sp>
    </p:spTree>
    <p:extLst>
      <p:ext uri="{BB962C8B-B14F-4D97-AF65-F5344CB8AC3E}">
        <p14:creationId xmlns:p14="http://schemas.microsoft.com/office/powerpoint/2010/main" val="3512526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Les étudiants n’ont pas droit à leurs notes de cours </a:t>
            </a:r>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11</a:t>
            </a:fld>
            <a:endParaRPr lang="fr-CA"/>
          </a:p>
        </p:txBody>
      </p:sp>
    </p:spTree>
    <p:extLst>
      <p:ext uri="{BB962C8B-B14F-4D97-AF65-F5344CB8AC3E}">
        <p14:creationId xmlns:p14="http://schemas.microsoft.com/office/powerpoint/2010/main" val="2467505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Les étudiants n’ont pas droit à leurs notes de cours </a:t>
            </a:r>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13</a:t>
            </a:fld>
            <a:endParaRPr lang="fr-CA"/>
          </a:p>
        </p:txBody>
      </p:sp>
    </p:spTree>
    <p:extLst>
      <p:ext uri="{BB962C8B-B14F-4D97-AF65-F5344CB8AC3E}">
        <p14:creationId xmlns:p14="http://schemas.microsoft.com/office/powerpoint/2010/main" val="2953693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Les étudiants n’ont pas droit à leurs notes de cours </a:t>
            </a:r>
          </a:p>
        </p:txBody>
      </p:sp>
      <p:sp>
        <p:nvSpPr>
          <p:cNvPr id="4" name="Espace réservé du numéro de diapositive 3"/>
          <p:cNvSpPr>
            <a:spLocks noGrp="1"/>
          </p:cNvSpPr>
          <p:nvPr>
            <p:ph type="sldNum" sz="quarter" idx="5"/>
          </p:nvPr>
        </p:nvSpPr>
        <p:spPr/>
        <p:txBody>
          <a:bodyPr/>
          <a:lstStyle/>
          <a:p>
            <a:fld id="{6F38F12F-71BA-4C6C-BEB4-9AA581BF4BE9}" type="slidenum">
              <a:rPr lang="fr-CA" smtClean="0"/>
              <a:t>14</a:t>
            </a:fld>
            <a:endParaRPr lang="fr-CA"/>
          </a:p>
        </p:txBody>
      </p:sp>
    </p:spTree>
    <p:extLst>
      <p:ext uri="{BB962C8B-B14F-4D97-AF65-F5344CB8AC3E}">
        <p14:creationId xmlns:p14="http://schemas.microsoft.com/office/powerpoint/2010/main" val="34809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94F074CF-D5A1-4ECA-815A-506CC95D42B4}" type="datetime1">
              <a:rPr lang="fr-CA" smtClean="0"/>
              <a:t>2025-02-19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3094698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E5BF96D4-927D-4A77-A176-934F46F9C2D3}" type="datetime1">
              <a:rPr lang="fr-CA" smtClean="0"/>
              <a:t>2025-02-19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143668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6DF0D1B3-E63E-47D7-A8C6-B14D268C2D9C}" type="datetime1">
              <a:rPr lang="fr-CA" smtClean="0"/>
              <a:t>2025-02-19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1921716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7621C6DF-9400-4874-B8D1-E312246B67E4}" type="datetime1">
              <a:rPr lang="fr-CA" smtClean="0"/>
              <a:t>2025-02-19</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2716940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EEE13F7D-22FD-4667-AE8E-9CEA1C9A6AD0}" type="datetime1">
              <a:rPr lang="fr-CA" smtClean="0"/>
              <a:t>2025-02-19</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455654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A75B4557-E0FB-48D2-B847-E150D54C2C24}" type="datetime1">
              <a:rPr lang="fr-CA" smtClean="0"/>
              <a:t>2025-02-19</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1923228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695083-5551-4294-93CF-C44497872D53}" type="datetime1">
              <a:rPr lang="fr-CA" smtClean="0"/>
              <a:t>2025-02-19</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726593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15447269-29F5-40E6-A763-0FA9862AFB45}" type="datetime1">
              <a:rPr lang="fr-CA" smtClean="0"/>
              <a:t>2025-02-19</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3045086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534FD2AB-D8F3-4D00-8CC6-1229A2D991D0}" type="datetime1">
              <a:rPr lang="fr-CA" smtClean="0"/>
              <a:t>2025-02-19</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1729020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C32BACCA-EC75-486B-9539-EA8016B721F1}" type="datetime1">
              <a:rPr lang="fr-CA" smtClean="0"/>
              <a:t>2025-02-19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899701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59BC0EBE-77FB-402A-B034-B4225D2937BB}" type="datetime1">
              <a:rPr lang="fr-CA" smtClean="0"/>
              <a:t>2025-02-19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C73EB41D-849B-4C0C-8BB4-E1DF9CA5FEE5}" type="slidenum">
              <a:rPr lang="fr-CA" smtClean="0"/>
              <a:t>‹N°›</a:t>
            </a:fld>
            <a:endParaRPr lang="fr-CA"/>
          </a:p>
        </p:txBody>
      </p:sp>
    </p:spTree>
    <p:extLst>
      <p:ext uri="{BB962C8B-B14F-4D97-AF65-F5344CB8AC3E}">
        <p14:creationId xmlns:p14="http://schemas.microsoft.com/office/powerpoint/2010/main" val="1673663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UVERTUR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433140D-A897-9E4C-97FA-B6FCD05D1658}"/>
              </a:ext>
            </a:extLst>
          </p:cNvPr>
          <p:cNvPicPr>
            <a:picLocks noChangeAspect="1"/>
          </p:cNvPicPr>
          <p:nvPr/>
        </p:nvPicPr>
        <p:blipFill>
          <a:blip r:embed="rId2">
            <a:alphaModFix amt="25000"/>
          </a:blip>
          <a:stretch>
            <a:fillRect/>
          </a:stretch>
        </p:blipFill>
        <p:spPr>
          <a:xfrm>
            <a:off x="0" y="0"/>
            <a:ext cx="12192000" cy="6858000"/>
          </a:xfrm>
          <a:prstGeom prst="rect">
            <a:avLst/>
          </a:prstGeom>
        </p:spPr>
      </p:pic>
      <p:sp>
        <p:nvSpPr>
          <p:cNvPr id="2" name="Title 1"/>
          <p:cNvSpPr>
            <a:spLocks noGrp="1"/>
          </p:cNvSpPr>
          <p:nvPr>
            <p:ph type="ctrTitle"/>
          </p:nvPr>
        </p:nvSpPr>
        <p:spPr>
          <a:xfrm>
            <a:off x="838199" y="4456513"/>
            <a:ext cx="10519833" cy="564257"/>
          </a:xfrm>
          <a:prstGeom prst="rect">
            <a:avLst/>
          </a:prstGeom>
        </p:spPr>
        <p:txBody>
          <a:bodyPr anchor="b" anchorCtr="0"/>
          <a:lstStyle>
            <a:lvl1pPr algn="l">
              <a:lnSpc>
                <a:spcPts val="4400"/>
              </a:lnSpc>
              <a:defRPr sz="4400" cap="all" baseline="0">
                <a:solidFill>
                  <a:schemeClr val="accent1"/>
                </a:solidFill>
                <a:latin typeface="Arial" panose="020B0604020202020204" pitchFamily="34" charset="0"/>
                <a:cs typeface="Arial" panose="020B0604020202020204" pitchFamily="34" charset="0"/>
              </a:defRPr>
            </a:lvl1pPr>
          </a:lstStyle>
          <a:p>
            <a:r>
              <a:rPr lang="fr-FR"/>
              <a:t>Modifiez le style du titre</a:t>
            </a:r>
            <a:endParaRPr lang="en-US"/>
          </a:p>
        </p:txBody>
      </p:sp>
      <p:sp>
        <p:nvSpPr>
          <p:cNvPr id="3" name="Subtitle 2"/>
          <p:cNvSpPr>
            <a:spLocks noGrp="1"/>
          </p:cNvSpPr>
          <p:nvPr>
            <p:ph type="subTitle" idx="1"/>
          </p:nvPr>
        </p:nvSpPr>
        <p:spPr>
          <a:xfrm>
            <a:off x="838201" y="5071609"/>
            <a:ext cx="10519833" cy="610735"/>
          </a:xfrm>
        </p:spPr>
        <p:txBody>
          <a:bodyPr lIns="0" tIns="0" rIns="0" bIns="0">
            <a:normAutofit/>
          </a:bodyPr>
          <a:lstStyle>
            <a:lvl1pPr marL="0" indent="0" algn="l">
              <a:lnSpc>
                <a:spcPts val="3333"/>
              </a:lnSpc>
              <a:buNone/>
              <a:defRPr sz="2933" b="1" cap="all" baseline="0">
                <a:solidFill>
                  <a:schemeClr val="bg2"/>
                </a:solidFill>
                <a:latin typeface="Arial" panose="020B0604020202020204" pitchFamily="34" charset="0"/>
                <a:cs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fr-FR"/>
              <a:t>Modifiez le style des sous-titres du masque</a:t>
            </a:r>
            <a:endParaRPr lang="en-US"/>
          </a:p>
        </p:txBody>
      </p:sp>
      <p:pic>
        <p:nvPicPr>
          <p:cNvPr id="5" name="Picture 4">
            <a:extLst>
              <a:ext uri="{FF2B5EF4-FFF2-40B4-BE49-F238E27FC236}">
                <a16:creationId xmlns:a16="http://schemas.microsoft.com/office/drawing/2014/main" id="{6C9B207E-D0F7-EE4C-A0D7-C138DC5A8C54}"/>
              </a:ext>
            </a:extLst>
          </p:cNvPr>
          <p:cNvPicPr>
            <a:picLocks noChangeAspect="1"/>
          </p:cNvPicPr>
          <p:nvPr/>
        </p:nvPicPr>
        <p:blipFill>
          <a:blip r:embed="rId3"/>
          <a:stretch>
            <a:fillRect/>
          </a:stretch>
        </p:blipFill>
        <p:spPr>
          <a:xfrm>
            <a:off x="2772000" y="-663847"/>
            <a:ext cx="6648001" cy="4543817"/>
          </a:xfrm>
          <a:prstGeom prst="rect">
            <a:avLst/>
          </a:prstGeom>
        </p:spPr>
      </p:pic>
      <p:sp>
        <p:nvSpPr>
          <p:cNvPr id="7" name="Text Placeholder 6">
            <a:extLst>
              <a:ext uri="{FF2B5EF4-FFF2-40B4-BE49-F238E27FC236}">
                <a16:creationId xmlns:a16="http://schemas.microsoft.com/office/drawing/2014/main" id="{C07303A3-B2CF-BF44-82D6-123A40E6A9E1}"/>
              </a:ext>
            </a:extLst>
          </p:cNvPr>
          <p:cNvSpPr>
            <a:spLocks noGrp="1"/>
          </p:cNvSpPr>
          <p:nvPr>
            <p:ph type="body" sz="quarter" idx="10" hasCustomPrompt="1"/>
          </p:nvPr>
        </p:nvSpPr>
        <p:spPr>
          <a:xfrm>
            <a:off x="838198" y="6173855"/>
            <a:ext cx="10519835" cy="261964"/>
          </a:xfrm>
        </p:spPr>
        <p:txBody>
          <a:bodyPr anchor="b" anchorCtr="0">
            <a:noAutofit/>
          </a:bodyPr>
          <a:lstStyle>
            <a:lvl1pPr marL="0" indent="0" algn="r">
              <a:lnSpc>
                <a:spcPts val="2000"/>
              </a:lnSpc>
              <a:spcAft>
                <a:spcPts val="0"/>
              </a:spcAft>
              <a:buFontTx/>
              <a:buNone/>
              <a:defRPr sz="2000" b="1" cap="all" baseline="0">
                <a:solidFill>
                  <a:schemeClr val="tx2"/>
                </a:solidFill>
              </a:defRPr>
            </a:lvl1pPr>
            <a:lvl2pPr marL="357707" indent="0">
              <a:buFontTx/>
              <a:buNone/>
              <a:defRPr/>
            </a:lvl2pPr>
            <a:lvl3pPr marL="715415" indent="0">
              <a:buFontTx/>
              <a:buNone/>
              <a:defRPr/>
            </a:lvl3pPr>
            <a:lvl4pPr marL="954592" indent="0">
              <a:buFontTx/>
              <a:buNone/>
              <a:defRPr/>
            </a:lvl4pPr>
            <a:lvl5pPr marL="1193770" indent="0">
              <a:buFontTx/>
              <a:buNone/>
              <a:defRPr/>
            </a:lvl5pPr>
          </a:lstStyle>
          <a:p>
            <a:pPr lvl="0"/>
            <a:r>
              <a:rPr lang="en-US"/>
              <a:t>INSÉRER DATE ICI</a:t>
            </a:r>
          </a:p>
        </p:txBody>
      </p:sp>
      <p:sp>
        <p:nvSpPr>
          <p:cNvPr id="8" name="ZoneTexte 7">
            <a:extLst>
              <a:ext uri="{FF2B5EF4-FFF2-40B4-BE49-F238E27FC236}">
                <a16:creationId xmlns:a16="http://schemas.microsoft.com/office/drawing/2014/main" id="{7F193782-F7E9-4047-B2C0-EF491FB96043}"/>
              </a:ext>
            </a:extLst>
          </p:cNvPr>
          <p:cNvSpPr txBox="1"/>
          <p:nvPr/>
        </p:nvSpPr>
        <p:spPr>
          <a:xfrm>
            <a:off x="2969957" y="6401791"/>
            <a:ext cx="6252087" cy="440096"/>
          </a:xfrm>
          <a:prstGeom prst="rect">
            <a:avLst/>
          </a:prstGeom>
          <a:noFill/>
        </p:spPr>
        <p:txBody>
          <a:bodyPr wrap="square" lIns="0" tIns="0" rIns="240000" bIns="192000" rtlCol="0" anchor="b"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800" baseline="0">
                <a:solidFill>
                  <a:srgbClr val="003C71"/>
                </a:solidFill>
                <a:latin typeface="Arial"/>
                <a:cs typeface="Arial"/>
              </a:rPr>
              <a:t>Copyright© 2020, HEC Montréal. </a:t>
            </a:r>
            <a:r>
              <a:rPr lang="en-US" sz="800" baseline="0" err="1">
                <a:solidFill>
                  <a:srgbClr val="003C71"/>
                </a:solidFill>
                <a:latin typeface="Arial"/>
                <a:cs typeface="Arial"/>
              </a:rPr>
              <a:t>Tous</a:t>
            </a:r>
            <a:r>
              <a:rPr lang="en-US" sz="800" baseline="0">
                <a:solidFill>
                  <a:srgbClr val="003C71"/>
                </a:solidFill>
                <a:latin typeface="Arial"/>
                <a:cs typeface="Arial"/>
              </a:rPr>
              <a:t> droits </a:t>
            </a:r>
            <a:r>
              <a:rPr lang="en-US" sz="800" baseline="0" err="1">
                <a:solidFill>
                  <a:srgbClr val="003C71"/>
                </a:solidFill>
                <a:latin typeface="Arial"/>
                <a:cs typeface="Arial"/>
              </a:rPr>
              <a:t>réservés</a:t>
            </a:r>
            <a:r>
              <a:rPr lang="en-US" sz="800" baseline="0">
                <a:solidFill>
                  <a:srgbClr val="003C71"/>
                </a:solidFill>
                <a:latin typeface="Arial"/>
                <a:cs typeface="Arial"/>
              </a:rPr>
              <a:t>. </a:t>
            </a:r>
            <a:r>
              <a:rPr lang="en-US" sz="800" baseline="0" err="1">
                <a:solidFill>
                  <a:srgbClr val="003C71"/>
                </a:solidFill>
                <a:latin typeface="Arial"/>
                <a:cs typeface="Arial"/>
              </a:rPr>
              <a:t>Toute</a:t>
            </a:r>
            <a:r>
              <a:rPr lang="en-US" sz="800" baseline="0">
                <a:solidFill>
                  <a:srgbClr val="003C71"/>
                </a:solidFill>
                <a:latin typeface="Arial"/>
                <a:cs typeface="Arial"/>
              </a:rPr>
              <a:t> </a:t>
            </a:r>
            <a:r>
              <a:rPr lang="en-US" sz="800" baseline="0" err="1">
                <a:solidFill>
                  <a:srgbClr val="003C71"/>
                </a:solidFill>
                <a:latin typeface="Arial"/>
                <a:cs typeface="Arial"/>
              </a:rPr>
              <a:t>traduction</a:t>
            </a:r>
            <a:r>
              <a:rPr lang="en-US" sz="800" baseline="0">
                <a:solidFill>
                  <a:srgbClr val="003C71"/>
                </a:solidFill>
                <a:latin typeface="Arial"/>
                <a:cs typeface="Arial"/>
              </a:rPr>
              <a:t> </a:t>
            </a:r>
            <a:r>
              <a:rPr lang="en-US" sz="800" baseline="0" err="1">
                <a:solidFill>
                  <a:srgbClr val="003C71"/>
                </a:solidFill>
                <a:latin typeface="Arial"/>
                <a:cs typeface="Arial"/>
              </a:rPr>
              <a:t>ou</a:t>
            </a:r>
            <a:r>
              <a:rPr lang="en-US" sz="800" baseline="0">
                <a:solidFill>
                  <a:srgbClr val="003C71"/>
                </a:solidFill>
                <a:latin typeface="Arial"/>
                <a:cs typeface="Arial"/>
              </a:rPr>
              <a:t> reproduction sous </a:t>
            </a:r>
            <a:r>
              <a:rPr lang="en-US" sz="800" baseline="0" err="1">
                <a:solidFill>
                  <a:srgbClr val="003C71"/>
                </a:solidFill>
                <a:latin typeface="Arial"/>
                <a:cs typeface="Arial"/>
              </a:rPr>
              <a:t>quelque</a:t>
            </a:r>
            <a:r>
              <a:rPr lang="en-US" sz="800" baseline="0">
                <a:solidFill>
                  <a:srgbClr val="003C71"/>
                </a:solidFill>
                <a:latin typeface="Arial"/>
                <a:cs typeface="Arial"/>
              </a:rPr>
              <a:t> </a:t>
            </a:r>
            <a:r>
              <a:rPr lang="en-US" sz="800" baseline="0" err="1">
                <a:solidFill>
                  <a:srgbClr val="003C71"/>
                </a:solidFill>
                <a:latin typeface="Arial"/>
                <a:cs typeface="Arial"/>
              </a:rPr>
              <a:t>forme</a:t>
            </a:r>
            <a:r>
              <a:rPr lang="en-US" sz="800" baseline="0">
                <a:solidFill>
                  <a:srgbClr val="003C71"/>
                </a:solidFill>
                <a:latin typeface="Arial"/>
                <a:cs typeface="Arial"/>
              </a:rPr>
              <a:t> </a:t>
            </a:r>
            <a:r>
              <a:rPr lang="en-US" sz="800" baseline="0" err="1">
                <a:solidFill>
                  <a:srgbClr val="003C71"/>
                </a:solidFill>
                <a:latin typeface="Arial"/>
                <a:cs typeface="Arial"/>
              </a:rPr>
              <a:t>que</a:t>
            </a:r>
            <a:r>
              <a:rPr lang="en-US" sz="800" baseline="0">
                <a:solidFill>
                  <a:srgbClr val="003C71"/>
                </a:solidFill>
                <a:latin typeface="Arial"/>
                <a:cs typeface="Arial"/>
              </a:rPr>
              <a:t> </a:t>
            </a:r>
            <a:r>
              <a:rPr lang="en-US" sz="800" baseline="0" err="1">
                <a:solidFill>
                  <a:srgbClr val="003C71"/>
                </a:solidFill>
                <a:latin typeface="Arial"/>
                <a:cs typeface="Arial"/>
              </a:rPr>
              <a:t>ce</a:t>
            </a:r>
            <a:r>
              <a:rPr lang="en-US" sz="800" baseline="0">
                <a:solidFill>
                  <a:srgbClr val="003C71"/>
                </a:solidFill>
                <a:latin typeface="Arial"/>
                <a:cs typeface="Arial"/>
              </a:rPr>
              <a:t> </a:t>
            </a:r>
            <a:r>
              <a:rPr lang="en-US" sz="800" baseline="0" err="1">
                <a:solidFill>
                  <a:srgbClr val="003C71"/>
                </a:solidFill>
                <a:latin typeface="Arial"/>
                <a:cs typeface="Arial"/>
              </a:rPr>
              <a:t>soit</a:t>
            </a:r>
            <a:r>
              <a:rPr lang="en-US" sz="800" baseline="0">
                <a:solidFill>
                  <a:srgbClr val="003C71"/>
                </a:solidFill>
                <a:latin typeface="Arial"/>
                <a:cs typeface="Arial"/>
              </a:rPr>
              <a:t> </a:t>
            </a:r>
            <a:r>
              <a:rPr lang="en-US" sz="800" baseline="0" err="1">
                <a:solidFill>
                  <a:srgbClr val="003C71"/>
                </a:solidFill>
                <a:latin typeface="Arial"/>
                <a:cs typeface="Arial"/>
              </a:rPr>
              <a:t>est</a:t>
            </a:r>
            <a:r>
              <a:rPr lang="en-US" sz="800" baseline="0">
                <a:solidFill>
                  <a:srgbClr val="003C71"/>
                </a:solidFill>
                <a:latin typeface="Arial"/>
                <a:cs typeface="Arial"/>
              </a:rPr>
              <a:t> </a:t>
            </a:r>
            <a:r>
              <a:rPr lang="en-US" sz="800" baseline="0" err="1">
                <a:solidFill>
                  <a:srgbClr val="003C71"/>
                </a:solidFill>
                <a:latin typeface="Arial"/>
                <a:cs typeface="Arial"/>
              </a:rPr>
              <a:t>interdite</a:t>
            </a:r>
            <a:r>
              <a:rPr lang="en-US" sz="800" baseline="0">
                <a:solidFill>
                  <a:srgbClr val="003C71"/>
                </a:solidFill>
                <a:latin typeface="Arial"/>
                <a:cs typeface="Arial"/>
              </a:rPr>
              <a:t>.</a:t>
            </a:r>
          </a:p>
        </p:txBody>
      </p:sp>
    </p:spTree>
    <p:extLst>
      <p:ext uri="{BB962C8B-B14F-4D97-AF65-F5344CB8AC3E}">
        <p14:creationId xmlns:p14="http://schemas.microsoft.com/office/powerpoint/2010/main" val="2727867628"/>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RE">
    <p:spTree>
      <p:nvGrpSpPr>
        <p:cNvPr id="1" name=""/>
        <p:cNvGrpSpPr/>
        <p:nvPr/>
      </p:nvGrpSpPr>
      <p:grpSpPr>
        <a:xfrm>
          <a:off x="0" y="0"/>
          <a:ext cx="0" cy="0"/>
          <a:chOff x="0" y="0"/>
          <a:chExt cx="0" cy="0"/>
        </a:xfrm>
      </p:grpSpPr>
      <p:sp>
        <p:nvSpPr>
          <p:cNvPr id="2" name="Title 1"/>
          <p:cNvSpPr>
            <a:spLocks noGrp="1"/>
          </p:cNvSpPr>
          <p:nvPr>
            <p:ph type="title"/>
          </p:nvPr>
        </p:nvSpPr>
        <p:spPr>
          <a:xfrm>
            <a:off x="838200" y="998401"/>
            <a:ext cx="10515600" cy="564257"/>
          </a:xfrm>
          <a:prstGeom prst="rect">
            <a:avLst/>
          </a:prstGeom>
        </p:spPr>
        <p:txBody>
          <a:bodyPr/>
          <a:lstStyle/>
          <a:p>
            <a:r>
              <a:rPr lang="fr-FR"/>
              <a:t>Modifiez le style du titre</a:t>
            </a:r>
            <a:endParaRPr lang="en-US"/>
          </a:p>
        </p:txBody>
      </p:sp>
      <p:sp>
        <p:nvSpPr>
          <p:cNvPr id="3" name="Content Placeholder 2"/>
          <p:cNvSpPr>
            <a:spLocks noGrp="1"/>
          </p:cNvSpPr>
          <p:nvPr>
            <p:ph idx="1"/>
          </p:nvPr>
        </p:nvSpPr>
        <p:spPr>
          <a:xfrm>
            <a:off x="838200" y="2204000"/>
            <a:ext cx="10515600" cy="391316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Slide Number Placeholder 5">
            <a:extLst>
              <a:ext uri="{FF2B5EF4-FFF2-40B4-BE49-F238E27FC236}">
                <a16:creationId xmlns:a16="http://schemas.microsoft.com/office/drawing/2014/main" id="{26966C56-658F-6E4F-9A4C-3116BF0B39FF}"/>
              </a:ext>
            </a:extLst>
          </p:cNvPr>
          <p:cNvSpPr>
            <a:spLocks noGrp="1"/>
          </p:cNvSpPr>
          <p:nvPr>
            <p:ph type="sldNum" sz="quarter" idx="4"/>
          </p:nvPr>
        </p:nvSpPr>
        <p:spPr>
          <a:xfrm>
            <a:off x="838202" y="6524902"/>
            <a:ext cx="167999" cy="167999"/>
          </a:xfrm>
          <a:prstGeom prst="rect">
            <a:avLst/>
          </a:prstGeom>
          <a:solidFill>
            <a:schemeClr val="accent6">
              <a:alpha val="40000"/>
            </a:schemeClr>
          </a:solidFill>
          <a:ln>
            <a:noFill/>
          </a:ln>
        </p:spPr>
        <p:txBody>
          <a:bodyPr vert="horz" lIns="0" tIns="0" rIns="0" bIns="0" rtlCol="0" anchor="ctr" anchorCtr="1"/>
          <a:lstStyle>
            <a:lvl1pPr algn="ctr">
              <a:defRPr sz="800" b="1" i="0">
                <a:solidFill>
                  <a:schemeClr val="tx1"/>
                </a:solidFill>
                <a:latin typeface="Arial" panose="020B0604020202020204" pitchFamily="34" charset="0"/>
                <a:cs typeface="Arial" panose="020B0604020202020204" pitchFamily="34" charset="0"/>
              </a:defRPr>
            </a:lvl1pPr>
          </a:lstStyle>
          <a:p>
            <a:fld id="{EEB25B09-B9A6-4811-8700-6D36B9CE20D1}" type="slidenum">
              <a:rPr lang="fr-CA" smtClean="0"/>
              <a:t>‹N°›</a:t>
            </a:fld>
            <a:endParaRPr lang="fr-CA"/>
          </a:p>
        </p:txBody>
      </p:sp>
      <p:sp>
        <p:nvSpPr>
          <p:cNvPr id="11" name="Text Placeholder 13">
            <a:extLst>
              <a:ext uri="{FF2B5EF4-FFF2-40B4-BE49-F238E27FC236}">
                <a16:creationId xmlns:a16="http://schemas.microsoft.com/office/drawing/2014/main" id="{F5E7EC10-615D-474D-B5C2-D46DC54D3EF2}"/>
              </a:ext>
            </a:extLst>
          </p:cNvPr>
          <p:cNvSpPr>
            <a:spLocks noGrp="1"/>
          </p:cNvSpPr>
          <p:nvPr>
            <p:ph type="body" sz="quarter" idx="10" hasCustomPrompt="1"/>
          </p:nvPr>
        </p:nvSpPr>
        <p:spPr>
          <a:xfrm>
            <a:off x="838200" y="482601"/>
            <a:ext cx="10515600" cy="431800"/>
          </a:xfrm>
        </p:spPr>
        <p:txBody>
          <a:bodyPr>
            <a:normAutofit/>
          </a:bodyPr>
          <a:lstStyle>
            <a:lvl1pPr marL="0" indent="0">
              <a:lnSpc>
                <a:spcPts val="2400"/>
              </a:lnSpc>
              <a:buNone/>
              <a:defRPr sz="2400" b="1" i="0" cap="all" baseline="0"/>
            </a:lvl1pPr>
          </a:lstStyle>
          <a:p>
            <a:pPr lvl="0"/>
            <a:r>
              <a:rPr lang="en-US" err="1"/>
              <a:t>Thème</a:t>
            </a:r>
            <a:endParaRPr lang="en-US"/>
          </a:p>
        </p:txBody>
      </p:sp>
    </p:spTree>
    <p:extLst>
      <p:ext uri="{BB962C8B-B14F-4D97-AF65-F5344CB8AC3E}">
        <p14:creationId xmlns:p14="http://schemas.microsoft.com/office/powerpoint/2010/main" val="4934812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RE S-T">
    <p:spTree>
      <p:nvGrpSpPr>
        <p:cNvPr id="1" name=""/>
        <p:cNvGrpSpPr/>
        <p:nvPr/>
      </p:nvGrpSpPr>
      <p:grpSpPr>
        <a:xfrm>
          <a:off x="0" y="0"/>
          <a:ext cx="0" cy="0"/>
          <a:chOff x="0" y="0"/>
          <a:chExt cx="0" cy="0"/>
        </a:xfrm>
      </p:grpSpPr>
      <p:sp>
        <p:nvSpPr>
          <p:cNvPr id="2" name="Title 1"/>
          <p:cNvSpPr>
            <a:spLocks noGrp="1"/>
          </p:cNvSpPr>
          <p:nvPr>
            <p:ph type="title"/>
          </p:nvPr>
        </p:nvSpPr>
        <p:spPr>
          <a:xfrm>
            <a:off x="838200" y="998401"/>
            <a:ext cx="10515600" cy="564257"/>
          </a:xfrm>
          <a:prstGeom prst="rect">
            <a:avLst/>
          </a:prstGeom>
        </p:spPr>
        <p:txBody>
          <a:bodyPr/>
          <a:lstStyle>
            <a:lvl1pPr>
              <a:lnSpc>
                <a:spcPts val="4400"/>
              </a:lnSpc>
              <a:defRPr sz="4000"/>
            </a:lvl1pPr>
          </a:lstStyle>
          <a:p>
            <a:r>
              <a:rPr lang="fr-FR"/>
              <a:t>Modifiez le style du titre</a:t>
            </a:r>
            <a:endParaRPr lang="en-US"/>
          </a:p>
        </p:txBody>
      </p:sp>
      <p:sp>
        <p:nvSpPr>
          <p:cNvPr id="4" name="Text Placeholder 3">
            <a:extLst>
              <a:ext uri="{FF2B5EF4-FFF2-40B4-BE49-F238E27FC236}">
                <a16:creationId xmlns:a16="http://schemas.microsoft.com/office/drawing/2014/main" id="{0B01E2A1-DD6F-3343-9A70-CA94AF8A81E9}"/>
              </a:ext>
            </a:extLst>
          </p:cNvPr>
          <p:cNvSpPr>
            <a:spLocks noGrp="1"/>
          </p:cNvSpPr>
          <p:nvPr>
            <p:ph type="body" sz="quarter" idx="10" hasCustomPrompt="1"/>
          </p:nvPr>
        </p:nvSpPr>
        <p:spPr>
          <a:xfrm>
            <a:off x="838200" y="1587426"/>
            <a:ext cx="10515600" cy="397545"/>
          </a:xfrm>
        </p:spPr>
        <p:txBody>
          <a:bodyPr>
            <a:spAutoFit/>
          </a:bodyPr>
          <a:lstStyle>
            <a:lvl1pPr marL="0" indent="0">
              <a:lnSpc>
                <a:spcPts val="3067"/>
              </a:lnSpc>
              <a:spcAft>
                <a:spcPts val="0"/>
              </a:spcAft>
              <a:buNone/>
              <a:defRPr sz="2667" b="1"/>
            </a:lvl1pPr>
          </a:lstStyle>
          <a:p>
            <a:pPr lvl="0"/>
            <a:r>
              <a:rPr lang="en-US"/>
              <a:t>Click to edit subtitle</a:t>
            </a:r>
          </a:p>
        </p:txBody>
      </p:sp>
      <p:sp>
        <p:nvSpPr>
          <p:cNvPr id="11" name="Text Placeholder 13">
            <a:extLst>
              <a:ext uri="{FF2B5EF4-FFF2-40B4-BE49-F238E27FC236}">
                <a16:creationId xmlns:a16="http://schemas.microsoft.com/office/drawing/2014/main" id="{08977904-AFCB-C14E-8C77-D19C03460B19}"/>
              </a:ext>
            </a:extLst>
          </p:cNvPr>
          <p:cNvSpPr>
            <a:spLocks noGrp="1"/>
          </p:cNvSpPr>
          <p:nvPr>
            <p:ph type="body" sz="quarter" idx="11" hasCustomPrompt="1"/>
          </p:nvPr>
        </p:nvSpPr>
        <p:spPr>
          <a:xfrm>
            <a:off x="838200" y="482601"/>
            <a:ext cx="10515600" cy="431800"/>
          </a:xfrm>
        </p:spPr>
        <p:txBody>
          <a:bodyPr>
            <a:normAutofit/>
          </a:bodyPr>
          <a:lstStyle>
            <a:lvl1pPr marL="0" indent="0">
              <a:lnSpc>
                <a:spcPts val="2400"/>
              </a:lnSpc>
              <a:buNone/>
              <a:defRPr sz="2400" b="1" i="0" cap="all" baseline="0"/>
            </a:lvl1pPr>
          </a:lstStyle>
          <a:p>
            <a:pPr lvl="0"/>
            <a:r>
              <a:rPr lang="en-US" err="1"/>
              <a:t>Thème</a:t>
            </a:r>
            <a:endParaRPr lang="en-US"/>
          </a:p>
        </p:txBody>
      </p:sp>
      <p:sp>
        <p:nvSpPr>
          <p:cNvPr id="5" name="Slide Number Placeholder 5">
            <a:extLst>
              <a:ext uri="{FF2B5EF4-FFF2-40B4-BE49-F238E27FC236}">
                <a16:creationId xmlns:a16="http://schemas.microsoft.com/office/drawing/2014/main" id="{111864B4-FF4D-F74D-AE3F-64E77F44826E}"/>
              </a:ext>
            </a:extLst>
          </p:cNvPr>
          <p:cNvSpPr>
            <a:spLocks noGrp="1"/>
          </p:cNvSpPr>
          <p:nvPr>
            <p:ph type="sldNum" sz="quarter" idx="4"/>
          </p:nvPr>
        </p:nvSpPr>
        <p:spPr>
          <a:xfrm>
            <a:off x="838202" y="6524902"/>
            <a:ext cx="167999" cy="167999"/>
          </a:xfrm>
          <a:prstGeom prst="rect">
            <a:avLst/>
          </a:prstGeom>
          <a:solidFill>
            <a:schemeClr val="accent6">
              <a:alpha val="40000"/>
            </a:schemeClr>
          </a:solidFill>
          <a:ln>
            <a:noFill/>
          </a:ln>
        </p:spPr>
        <p:txBody>
          <a:bodyPr vert="horz" lIns="0" tIns="0" rIns="0" bIns="0" rtlCol="0" anchor="ctr" anchorCtr="1"/>
          <a:lstStyle>
            <a:lvl1pPr algn="ctr">
              <a:defRPr sz="800" b="1" i="0">
                <a:solidFill>
                  <a:schemeClr val="tx1"/>
                </a:solidFill>
                <a:latin typeface="Arial" panose="020B0604020202020204" pitchFamily="34" charset="0"/>
                <a:cs typeface="Arial" panose="020B0604020202020204" pitchFamily="34" charset="0"/>
              </a:defRPr>
            </a:lvl1pPr>
          </a:lstStyle>
          <a:p>
            <a:fld id="{EEB25B09-B9A6-4811-8700-6D36B9CE20D1}" type="slidenum">
              <a:rPr lang="fr-CA" smtClean="0"/>
              <a:t>‹N°›</a:t>
            </a:fld>
            <a:endParaRPr lang="fr-CA"/>
          </a:p>
        </p:txBody>
      </p:sp>
      <p:sp>
        <p:nvSpPr>
          <p:cNvPr id="6" name="Content Placeholder 2">
            <a:extLst>
              <a:ext uri="{FF2B5EF4-FFF2-40B4-BE49-F238E27FC236}">
                <a16:creationId xmlns:a16="http://schemas.microsoft.com/office/drawing/2014/main" id="{A2FC8DF6-AB48-CF49-8356-B76E4D1F0BD4}"/>
              </a:ext>
            </a:extLst>
          </p:cNvPr>
          <p:cNvSpPr>
            <a:spLocks noGrp="1"/>
          </p:cNvSpPr>
          <p:nvPr>
            <p:ph idx="1"/>
          </p:nvPr>
        </p:nvSpPr>
        <p:spPr>
          <a:xfrm>
            <a:off x="838200" y="2204000"/>
            <a:ext cx="10515600" cy="391316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10738096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RE S-T GRI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54CF4E9-7517-F244-BFC4-B931479FB9D8}"/>
              </a:ext>
            </a:extLst>
          </p:cNvPr>
          <p:cNvSpPr/>
          <p:nvPr/>
        </p:nvSpPr>
        <p:spPr>
          <a:xfrm>
            <a:off x="0" y="0"/>
            <a:ext cx="12192000" cy="6858000"/>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7" name="Picture 16">
            <a:extLst>
              <a:ext uri="{FF2B5EF4-FFF2-40B4-BE49-F238E27FC236}">
                <a16:creationId xmlns:a16="http://schemas.microsoft.com/office/drawing/2014/main" id="{43555EF1-C69E-5647-8CB1-45C6C9E5D8B7}"/>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a:xfrm>
            <a:off x="838200" y="998562"/>
            <a:ext cx="10515600" cy="564257"/>
          </a:xfrm>
          <a:prstGeom prst="rect">
            <a:avLst/>
          </a:prstGeom>
        </p:spPr>
        <p:txBody>
          <a:bodyPr/>
          <a:lstStyle/>
          <a:p>
            <a:r>
              <a:rPr lang="fr-FR"/>
              <a:t>Modifiez le style du titre</a:t>
            </a:r>
            <a:endParaRPr lang="en-US"/>
          </a:p>
        </p:txBody>
      </p:sp>
      <p:sp>
        <p:nvSpPr>
          <p:cNvPr id="14" name="Text Placeholder 13">
            <a:extLst>
              <a:ext uri="{FF2B5EF4-FFF2-40B4-BE49-F238E27FC236}">
                <a16:creationId xmlns:a16="http://schemas.microsoft.com/office/drawing/2014/main" id="{6B9FEE11-A085-C446-AB85-92AA7F06742A}"/>
              </a:ext>
            </a:extLst>
          </p:cNvPr>
          <p:cNvSpPr>
            <a:spLocks noGrp="1"/>
          </p:cNvSpPr>
          <p:nvPr>
            <p:ph type="body" sz="quarter" idx="10" hasCustomPrompt="1"/>
          </p:nvPr>
        </p:nvSpPr>
        <p:spPr>
          <a:xfrm>
            <a:off x="838200" y="482601"/>
            <a:ext cx="10515600" cy="431800"/>
          </a:xfrm>
        </p:spPr>
        <p:txBody>
          <a:bodyPr>
            <a:normAutofit/>
          </a:bodyPr>
          <a:lstStyle>
            <a:lvl1pPr marL="0" indent="0">
              <a:lnSpc>
                <a:spcPts val="2400"/>
              </a:lnSpc>
              <a:buNone/>
              <a:defRPr sz="2400" b="1" i="0" cap="all" baseline="0"/>
            </a:lvl1pPr>
          </a:lstStyle>
          <a:p>
            <a:pPr lvl="0"/>
            <a:r>
              <a:rPr lang="en-US" err="1"/>
              <a:t>Thème</a:t>
            </a:r>
            <a:endParaRPr lang="en-US"/>
          </a:p>
        </p:txBody>
      </p:sp>
      <p:sp>
        <p:nvSpPr>
          <p:cNvPr id="15" name="Text Placeholder 3">
            <a:extLst>
              <a:ext uri="{FF2B5EF4-FFF2-40B4-BE49-F238E27FC236}">
                <a16:creationId xmlns:a16="http://schemas.microsoft.com/office/drawing/2014/main" id="{26D8488B-BA5C-0B49-95D3-D24211B71F16}"/>
              </a:ext>
            </a:extLst>
          </p:cNvPr>
          <p:cNvSpPr>
            <a:spLocks noGrp="1"/>
          </p:cNvSpPr>
          <p:nvPr>
            <p:ph type="body" sz="quarter" idx="11" hasCustomPrompt="1"/>
          </p:nvPr>
        </p:nvSpPr>
        <p:spPr>
          <a:xfrm>
            <a:off x="838200" y="1587426"/>
            <a:ext cx="10515600" cy="397545"/>
          </a:xfrm>
        </p:spPr>
        <p:txBody>
          <a:bodyPr>
            <a:spAutoFit/>
          </a:bodyPr>
          <a:lstStyle>
            <a:lvl1pPr marL="0" indent="0">
              <a:lnSpc>
                <a:spcPts val="3067"/>
              </a:lnSpc>
              <a:spcAft>
                <a:spcPts val="0"/>
              </a:spcAft>
              <a:buNone/>
              <a:defRPr sz="2667" b="1"/>
            </a:lvl1pPr>
          </a:lstStyle>
          <a:p>
            <a:pPr lvl="0"/>
            <a:r>
              <a:rPr lang="en-US"/>
              <a:t>Click to edit subtitle</a:t>
            </a:r>
          </a:p>
        </p:txBody>
      </p:sp>
      <p:sp>
        <p:nvSpPr>
          <p:cNvPr id="7" name="Slide Number Placeholder 5">
            <a:extLst>
              <a:ext uri="{FF2B5EF4-FFF2-40B4-BE49-F238E27FC236}">
                <a16:creationId xmlns:a16="http://schemas.microsoft.com/office/drawing/2014/main" id="{51133E1B-9815-7C4E-B057-197DB341362C}"/>
              </a:ext>
            </a:extLst>
          </p:cNvPr>
          <p:cNvSpPr>
            <a:spLocks noGrp="1"/>
          </p:cNvSpPr>
          <p:nvPr>
            <p:ph type="sldNum" sz="quarter" idx="4"/>
          </p:nvPr>
        </p:nvSpPr>
        <p:spPr>
          <a:xfrm>
            <a:off x="838202" y="6524902"/>
            <a:ext cx="167999" cy="167999"/>
          </a:xfrm>
          <a:prstGeom prst="rect">
            <a:avLst/>
          </a:prstGeom>
          <a:solidFill>
            <a:schemeClr val="accent6">
              <a:alpha val="40000"/>
            </a:schemeClr>
          </a:solidFill>
          <a:ln>
            <a:noFill/>
          </a:ln>
        </p:spPr>
        <p:txBody>
          <a:bodyPr vert="horz" lIns="0" tIns="0" rIns="0" bIns="0" rtlCol="0" anchor="ctr" anchorCtr="1"/>
          <a:lstStyle>
            <a:lvl1pPr algn="ctr">
              <a:defRPr sz="800" b="1" i="0">
                <a:solidFill>
                  <a:schemeClr val="tx1"/>
                </a:solidFill>
                <a:latin typeface="Arial" panose="020B0604020202020204" pitchFamily="34" charset="0"/>
                <a:cs typeface="Arial" panose="020B0604020202020204" pitchFamily="34" charset="0"/>
              </a:defRPr>
            </a:lvl1pPr>
          </a:lstStyle>
          <a:p>
            <a:fld id="{EEB25B09-B9A6-4811-8700-6D36B9CE20D1}" type="slidenum">
              <a:rPr lang="fr-CA" smtClean="0"/>
              <a:t>‹N°›</a:t>
            </a:fld>
            <a:endParaRPr lang="fr-CA"/>
          </a:p>
        </p:txBody>
      </p:sp>
      <p:pic>
        <p:nvPicPr>
          <p:cNvPr id="8" name="Picture 7">
            <a:extLst>
              <a:ext uri="{FF2B5EF4-FFF2-40B4-BE49-F238E27FC236}">
                <a16:creationId xmlns:a16="http://schemas.microsoft.com/office/drawing/2014/main" id="{918CFE0F-93DF-D141-BB17-37693D4AFBC0}"/>
              </a:ext>
            </a:extLst>
          </p:cNvPr>
          <p:cNvPicPr>
            <a:picLocks noChangeAspect="1"/>
          </p:cNvPicPr>
          <p:nvPr/>
        </p:nvPicPr>
        <p:blipFill>
          <a:blip r:embed="rId3"/>
          <a:stretch>
            <a:fillRect/>
          </a:stretch>
        </p:blipFill>
        <p:spPr>
          <a:xfrm>
            <a:off x="9955033" y="5861725"/>
            <a:ext cx="1845289" cy="1261231"/>
          </a:xfrm>
          <a:prstGeom prst="rect">
            <a:avLst/>
          </a:prstGeom>
        </p:spPr>
      </p:pic>
      <p:sp>
        <p:nvSpPr>
          <p:cNvPr id="9" name="Content Placeholder 2">
            <a:extLst>
              <a:ext uri="{FF2B5EF4-FFF2-40B4-BE49-F238E27FC236}">
                <a16:creationId xmlns:a16="http://schemas.microsoft.com/office/drawing/2014/main" id="{E0AF3B66-237E-5D48-9D18-155657C45FB1}"/>
              </a:ext>
            </a:extLst>
          </p:cNvPr>
          <p:cNvSpPr>
            <a:spLocks noGrp="1"/>
          </p:cNvSpPr>
          <p:nvPr>
            <p:ph idx="1"/>
          </p:nvPr>
        </p:nvSpPr>
        <p:spPr>
          <a:xfrm>
            <a:off x="838200" y="2204000"/>
            <a:ext cx="10515600" cy="391316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 name="ZoneTexte 9">
            <a:extLst>
              <a:ext uri="{FF2B5EF4-FFF2-40B4-BE49-F238E27FC236}">
                <a16:creationId xmlns:a16="http://schemas.microsoft.com/office/drawing/2014/main" id="{9068DF36-F76C-4C18-A034-1A903F79096C}"/>
              </a:ext>
            </a:extLst>
          </p:cNvPr>
          <p:cNvSpPr txBox="1"/>
          <p:nvPr/>
        </p:nvSpPr>
        <p:spPr>
          <a:xfrm>
            <a:off x="2969957" y="6401791"/>
            <a:ext cx="6252087" cy="440096"/>
          </a:xfrm>
          <a:prstGeom prst="rect">
            <a:avLst/>
          </a:prstGeom>
          <a:noFill/>
        </p:spPr>
        <p:txBody>
          <a:bodyPr wrap="square" lIns="0" tIns="0" rIns="240000" bIns="192000" rtlCol="0" anchor="b"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800" baseline="0">
                <a:solidFill>
                  <a:srgbClr val="003C71"/>
                </a:solidFill>
                <a:latin typeface="Arial"/>
                <a:cs typeface="Arial"/>
              </a:rPr>
              <a:t>Copyright© 2019, HEC Montréal. </a:t>
            </a:r>
            <a:r>
              <a:rPr lang="en-US" sz="800" baseline="0" err="1">
                <a:solidFill>
                  <a:srgbClr val="003C71"/>
                </a:solidFill>
                <a:latin typeface="Arial"/>
                <a:cs typeface="Arial"/>
              </a:rPr>
              <a:t>Tous</a:t>
            </a:r>
            <a:r>
              <a:rPr lang="en-US" sz="800" baseline="0">
                <a:solidFill>
                  <a:srgbClr val="003C71"/>
                </a:solidFill>
                <a:latin typeface="Arial"/>
                <a:cs typeface="Arial"/>
              </a:rPr>
              <a:t> droits </a:t>
            </a:r>
            <a:r>
              <a:rPr lang="en-US" sz="800" baseline="0" err="1">
                <a:solidFill>
                  <a:srgbClr val="003C71"/>
                </a:solidFill>
                <a:latin typeface="Arial"/>
                <a:cs typeface="Arial"/>
              </a:rPr>
              <a:t>réservés</a:t>
            </a:r>
            <a:r>
              <a:rPr lang="en-US" sz="800" baseline="0">
                <a:solidFill>
                  <a:srgbClr val="003C71"/>
                </a:solidFill>
                <a:latin typeface="Arial"/>
                <a:cs typeface="Arial"/>
              </a:rPr>
              <a:t>. </a:t>
            </a:r>
            <a:r>
              <a:rPr lang="en-US" sz="800" baseline="0" err="1">
                <a:solidFill>
                  <a:srgbClr val="003C71"/>
                </a:solidFill>
                <a:latin typeface="Arial"/>
                <a:cs typeface="Arial"/>
              </a:rPr>
              <a:t>Toute</a:t>
            </a:r>
            <a:r>
              <a:rPr lang="en-US" sz="800" baseline="0">
                <a:solidFill>
                  <a:srgbClr val="003C71"/>
                </a:solidFill>
                <a:latin typeface="Arial"/>
                <a:cs typeface="Arial"/>
              </a:rPr>
              <a:t> </a:t>
            </a:r>
            <a:r>
              <a:rPr lang="en-US" sz="800" baseline="0" err="1">
                <a:solidFill>
                  <a:srgbClr val="003C71"/>
                </a:solidFill>
                <a:latin typeface="Arial"/>
                <a:cs typeface="Arial"/>
              </a:rPr>
              <a:t>traduction</a:t>
            </a:r>
            <a:r>
              <a:rPr lang="en-US" sz="800" baseline="0">
                <a:solidFill>
                  <a:srgbClr val="003C71"/>
                </a:solidFill>
                <a:latin typeface="Arial"/>
                <a:cs typeface="Arial"/>
              </a:rPr>
              <a:t> </a:t>
            </a:r>
            <a:r>
              <a:rPr lang="en-US" sz="800" baseline="0" err="1">
                <a:solidFill>
                  <a:srgbClr val="003C71"/>
                </a:solidFill>
                <a:latin typeface="Arial"/>
                <a:cs typeface="Arial"/>
              </a:rPr>
              <a:t>ou</a:t>
            </a:r>
            <a:r>
              <a:rPr lang="en-US" sz="800" baseline="0">
                <a:solidFill>
                  <a:srgbClr val="003C71"/>
                </a:solidFill>
                <a:latin typeface="Arial"/>
                <a:cs typeface="Arial"/>
              </a:rPr>
              <a:t> reproduction sous </a:t>
            </a:r>
            <a:r>
              <a:rPr lang="en-US" sz="800" baseline="0" err="1">
                <a:solidFill>
                  <a:srgbClr val="003C71"/>
                </a:solidFill>
                <a:latin typeface="Arial"/>
                <a:cs typeface="Arial"/>
              </a:rPr>
              <a:t>quelque</a:t>
            </a:r>
            <a:r>
              <a:rPr lang="en-US" sz="800" baseline="0">
                <a:solidFill>
                  <a:srgbClr val="003C71"/>
                </a:solidFill>
                <a:latin typeface="Arial"/>
                <a:cs typeface="Arial"/>
              </a:rPr>
              <a:t> </a:t>
            </a:r>
            <a:r>
              <a:rPr lang="en-US" sz="800" baseline="0" err="1">
                <a:solidFill>
                  <a:srgbClr val="003C71"/>
                </a:solidFill>
                <a:latin typeface="Arial"/>
                <a:cs typeface="Arial"/>
              </a:rPr>
              <a:t>forme</a:t>
            </a:r>
            <a:r>
              <a:rPr lang="en-US" sz="800" baseline="0">
                <a:solidFill>
                  <a:srgbClr val="003C71"/>
                </a:solidFill>
                <a:latin typeface="Arial"/>
                <a:cs typeface="Arial"/>
              </a:rPr>
              <a:t> </a:t>
            </a:r>
            <a:r>
              <a:rPr lang="en-US" sz="800" baseline="0" err="1">
                <a:solidFill>
                  <a:srgbClr val="003C71"/>
                </a:solidFill>
                <a:latin typeface="Arial"/>
                <a:cs typeface="Arial"/>
              </a:rPr>
              <a:t>que</a:t>
            </a:r>
            <a:r>
              <a:rPr lang="en-US" sz="800" baseline="0">
                <a:solidFill>
                  <a:srgbClr val="003C71"/>
                </a:solidFill>
                <a:latin typeface="Arial"/>
                <a:cs typeface="Arial"/>
              </a:rPr>
              <a:t> </a:t>
            </a:r>
            <a:r>
              <a:rPr lang="en-US" sz="800" baseline="0" err="1">
                <a:solidFill>
                  <a:srgbClr val="003C71"/>
                </a:solidFill>
                <a:latin typeface="Arial"/>
                <a:cs typeface="Arial"/>
              </a:rPr>
              <a:t>ce</a:t>
            </a:r>
            <a:r>
              <a:rPr lang="en-US" sz="800" baseline="0">
                <a:solidFill>
                  <a:srgbClr val="003C71"/>
                </a:solidFill>
                <a:latin typeface="Arial"/>
                <a:cs typeface="Arial"/>
              </a:rPr>
              <a:t> </a:t>
            </a:r>
            <a:r>
              <a:rPr lang="en-US" sz="800" baseline="0" err="1">
                <a:solidFill>
                  <a:srgbClr val="003C71"/>
                </a:solidFill>
                <a:latin typeface="Arial"/>
                <a:cs typeface="Arial"/>
              </a:rPr>
              <a:t>soit</a:t>
            </a:r>
            <a:r>
              <a:rPr lang="en-US" sz="800" baseline="0">
                <a:solidFill>
                  <a:srgbClr val="003C71"/>
                </a:solidFill>
                <a:latin typeface="Arial"/>
                <a:cs typeface="Arial"/>
              </a:rPr>
              <a:t> </a:t>
            </a:r>
            <a:r>
              <a:rPr lang="en-US" sz="800" baseline="0" err="1">
                <a:solidFill>
                  <a:srgbClr val="003C71"/>
                </a:solidFill>
                <a:latin typeface="Arial"/>
                <a:cs typeface="Arial"/>
              </a:rPr>
              <a:t>est</a:t>
            </a:r>
            <a:r>
              <a:rPr lang="en-US" sz="800" baseline="0">
                <a:solidFill>
                  <a:srgbClr val="003C71"/>
                </a:solidFill>
                <a:latin typeface="Arial"/>
                <a:cs typeface="Arial"/>
              </a:rPr>
              <a:t> </a:t>
            </a:r>
            <a:r>
              <a:rPr lang="en-US" sz="800" baseline="0" err="1">
                <a:solidFill>
                  <a:srgbClr val="003C71"/>
                </a:solidFill>
                <a:latin typeface="Arial"/>
                <a:cs typeface="Arial"/>
              </a:rPr>
              <a:t>interdite</a:t>
            </a:r>
            <a:r>
              <a:rPr lang="en-US" sz="800" baseline="0">
                <a:solidFill>
                  <a:srgbClr val="003C71"/>
                </a:solidFill>
                <a:latin typeface="Arial"/>
                <a:cs typeface="Arial"/>
              </a:rPr>
              <a:t>.</a:t>
            </a:r>
          </a:p>
        </p:txBody>
      </p:sp>
    </p:spTree>
    <p:extLst>
      <p:ext uri="{BB962C8B-B14F-4D97-AF65-F5344CB8AC3E}">
        <p14:creationId xmlns:p14="http://schemas.microsoft.com/office/powerpoint/2010/main" val="6312477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RE S-T BLEU">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E0F111-4F35-4F47-9BE0-A2D6F23AFD70}"/>
              </a:ext>
            </a:extLst>
          </p:cNvPr>
          <p:cNvSpPr/>
          <p:nvPr/>
        </p:nvSpPr>
        <p:spPr>
          <a:xfrm>
            <a:off x="0" y="0"/>
            <a:ext cx="12192000" cy="6858000"/>
          </a:xfrm>
          <a:prstGeom prst="rect">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0" name="Picture 9">
            <a:extLst>
              <a:ext uri="{FF2B5EF4-FFF2-40B4-BE49-F238E27FC236}">
                <a16:creationId xmlns:a16="http://schemas.microsoft.com/office/drawing/2014/main" id="{ED66412E-A17A-CE4A-BC01-376F482A5924}"/>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a:xfrm>
            <a:off x="838200" y="998562"/>
            <a:ext cx="10515600" cy="564257"/>
          </a:xfrm>
          <a:prstGeom prst="rect">
            <a:avLst/>
          </a:prstGeom>
        </p:spPr>
        <p:txBody>
          <a:bodyPr/>
          <a:lstStyle/>
          <a:p>
            <a:r>
              <a:rPr lang="fr-FR"/>
              <a:t>Modifiez le style du titre</a:t>
            </a:r>
            <a:endParaRPr lang="en-US"/>
          </a:p>
        </p:txBody>
      </p:sp>
      <p:sp>
        <p:nvSpPr>
          <p:cNvPr id="14" name="Text Placeholder 13">
            <a:extLst>
              <a:ext uri="{FF2B5EF4-FFF2-40B4-BE49-F238E27FC236}">
                <a16:creationId xmlns:a16="http://schemas.microsoft.com/office/drawing/2014/main" id="{6B9FEE11-A085-C446-AB85-92AA7F06742A}"/>
              </a:ext>
            </a:extLst>
          </p:cNvPr>
          <p:cNvSpPr>
            <a:spLocks noGrp="1"/>
          </p:cNvSpPr>
          <p:nvPr>
            <p:ph type="body" sz="quarter" idx="10" hasCustomPrompt="1"/>
          </p:nvPr>
        </p:nvSpPr>
        <p:spPr>
          <a:xfrm>
            <a:off x="838200" y="482601"/>
            <a:ext cx="10515600" cy="431800"/>
          </a:xfrm>
        </p:spPr>
        <p:txBody>
          <a:bodyPr>
            <a:normAutofit/>
          </a:bodyPr>
          <a:lstStyle>
            <a:lvl1pPr marL="0" indent="0">
              <a:lnSpc>
                <a:spcPts val="2400"/>
              </a:lnSpc>
              <a:buNone/>
              <a:defRPr sz="2400" b="1" i="0" cap="all" baseline="0"/>
            </a:lvl1pPr>
          </a:lstStyle>
          <a:p>
            <a:pPr lvl="0"/>
            <a:r>
              <a:rPr lang="en-US" err="1"/>
              <a:t>Thème</a:t>
            </a:r>
            <a:endParaRPr lang="en-US"/>
          </a:p>
        </p:txBody>
      </p:sp>
      <p:sp>
        <p:nvSpPr>
          <p:cNvPr id="11" name="Text Placeholder 3">
            <a:extLst>
              <a:ext uri="{FF2B5EF4-FFF2-40B4-BE49-F238E27FC236}">
                <a16:creationId xmlns:a16="http://schemas.microsoft.com/office/drawing/2014/main" id="{1AF20EC2-0F57-F546-82B6-91B7B804291A}"/>
              </a:ext>
            </a:extLst>
          </p:cNvPr>
          <p:cNvSpPr>
            <a:spLocks noGrp="1"/>
          </p:cNvSpPr>
          <p:nvPr>
            <p:ph type="body" sz="quarter" idx="11" hasCustomPrompt="1"/>
          </p:nvPr>
        </p:nvSpPr>
        <p:spPr>
          <a:xfrm>
            <a:off x="838200" y="1587426"/>
            <a:ext cx="10515600" cy="397545"/>
          </a:xfrm>
        </p:spPr>
        <p:txBody>
          <a:bodyPr>
            <a:spAutoFit/>
          </a:bodyPr>
          <a:lstStyle>
            <a:lvl1pPr marL="0" indent="0">
              <a:lnSpc>
                <a:spcPts val="3067"/>
              </a:lnSpc>
              <a:spcAft>
                <a:spcPts val="0"/>
              </a:spcAft>
              <a:buNone/>
              <a:defRPr sz="2667" b="1"/>
            </a:lvl1pPr>
          </a:lstStyle>
          <a:p>
            <a:pPr lvl="0"/>
            <a:r>
              <a:rPr lang="en-US"/>
              <a:t>Click to edit subtitle</a:t>
            </a:r>
          </a:p>
        </p:txBody>
      </p:sp>
      <p:sp>
        <p:nvSpPr>
          <p:cNvPr id="8" name="Slide Number Placeholder 5">
            <a:extLst>
              <a:ext uri="{FF2B5EF4-FFF2-40B4-BE49-F238E27FC236}">
                <a16:creationId xmlns:a16="http://schemas.microsoft.com/office/drawing/2014/main" id="{D5CE6688-2DA5-7348-B0A8-26741870337B}"/>
              </a:ext>
            </a:extLst>
          </p:cNvPr>
          <p:cNvSpPr>
            <a:spLocks noGrp="1"/>
          </p:cNvSpPr>
          <p:nvPr>
            <p:ph type="sldNum" sz="quarter" idx="4"/>
          </p:nvPr>
        </p:nvSpPr>
        <p:spPr>
          <a:xfrm>
            <a:off x="838202" y="6524902"/>
            <a:ext cx="167999" cy="167999"/>
          </a:xfrm>
          <a:prstGeom prst="rect">
            <a:avLst/>
          </a:prstGeom>
          <a:solidFill>
            <a:schemeClr val="accent6">
              <a:alpha val="40000"/>
            </a:schemeClr>
          </a:solidFill>
          <a:ln>
            <a:noFill/>
          </a:ln>
        </p:spPr>
        <p:txBody>
          <a:bodyPr vert="horz" lIns="0" tIns="0" rIns="0" bIns="0" rtlCol="0" anchor="ctr" anchorCtr="1"/>
          <a:lstStyle>
            <a:lvl1pPr algn="ctr">
              <a:defRPr sz="800" b="1" i="0">
                <a:solidFill>
                  <a:schemeClr val="tx1"/>
                </a:solidFill>
                <a:latin typeface="Arial" panose="020B0604020202020204" pitchFamily="34" charset="0"/>
                <a:cs typeface="Arial" panose="020B0604020202020204" pitchFamily="34" charset="0"/>
              </a:defRPr>
            </a:lvl1pPr>
          </a:lstStyle>
          <a:p>
            <a:fld id="{EEB25B09-B9A6-4811-8700-6D36B9CE20D1}" type="slidenum">
              <a:rPr lang="fr-CA" smtClean="0"/>
              <a:t>‹N°›</a:t>
            </a:fld>
            <a:endParaRPr lang="fr-CA"/>
          </a:p>
        </p:txBody>
      </p:sp>
      <p:pic>
        <p:nvPicPr>
          <p:cNvPr id="9" name="Picture 8">
            <a:extLst>
              <a:ext uri="{FF2B5EF4-FFF2-40B4-BE49-F238E27FC236}">
                <a16:creationId xmlns:a16="http://schemas.microsoft.com/office/drawing/2014/main" id="{D4930EC1-1943-3040-8605-A0FFBC74E34B}"/>
              </a:ext>
            </a:extLst>
          </p:cNvPr>
          <p:cNvPicPr>
            <a:picLocks noChangeAspect="1"/>
          </p:cNvPicPr>
          <p:nvPr/>
        </p:nvPicPr>
        <p:blipFill>
          <a:blip r:embed="rId3"/>
          <a:stretch>
            <a:fillRect/>
          </a:stretch>
        </p:blipFill>
        <p:spPr>
          <a:xfrm>
            <a:off x="9955033" y="5861725"/>
            <a:ext cx="1845289" cy="1261231"/>
          </a:xfrm>
          <a:prstGeom prst="rect">
            <a:avLst/>
          </a:prstGeom>
        </p:spPr>
      </p:pic>
      <p:sp>
        <p:nvSpPr>
          <p:cNvPr id="12" name="Content Placeholder 2">
            <a:extLst>
              <a:ext uri="{FF2B5EF4-FFF2-40B4-BE49-F238E27FC236}">
                <a16:creationId xmlns:a16="http://schemas.microsoft.com/office/drawing/2014/main" id="{146C28C2-5F95-E24E-9DB0-20B15BEDCE00}"/>
              </a:ext>
            </a:extLst>
          </p:cNvPr>
          <p:cNvSpPr>
            <a:spLocks noGrp="1"/>
          </p:cNvSpPr>
          <p:nvPr>
            <p:ph idx="1"/>
          </p:nvPr>
        </p:nvSpPr>
        <p:spPr>
          <a:xfrm>
            <a:off x="838200" y="2204000"/>
            <a:ext cx="10515600" cy="391316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3" name="ZoneTexte 12">
            <a:extLst>
              <a:ext uri="{FF2B5EF4-FFF2-40B4-BE49-F238E27FC236}">
                <a16:creationId xmlns:a16="http://schemas.microsoft.com/office/drawing/2014/main" id="{EFDBF6F5-A7EF-489A-B878-01B5D7E0CB24}"/>
              </a:ext>
            </a:extLst>
          </p:cNvPr>
          <p:cNvSpPr txBox="1"/>
          <p:nvPr/>
        </p:nvSpPr>
        <p:spPr>
          <a:xfrm>
            <a:off x="2969957" y="6401791"/>
            <a:ext cx="6252087" cy="440096"/>
          </a:xfrm>
          <a:prstGeom prst="rect">
            <a:avLst/>
          </a:prstGeom>
          <a:noFill/>
        </p:spPr>
        <p:txBody>
          <a:bodyPr wrap="square" lIns="0" tIns="0" rIns="240000" bIns="192000" rtlCol="0" anchor="b"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800" baseline="0">
                <a:solidFill>
                  <a:srgbClr val="003C71"/>
                </a:solidFill>
                <a:latin typeface="Arial"/>
                <a:cs typeface="Arial"/>
              </a:rPr>
              <a:t>Copyright© 2019, HEC Montréal. </a:t>
            </a:r>
            <a:r>
              <a:rPr lang="en-US" sz="800" baseline="0" err="1">
                <a:solidFill>
                  <a:srgbClr val="003C71"/>
                </a:solidFill>
                <a:latin typeface="Arial"/>
                <a:cs typeface="Arial"/>
              </a:rPr>
              <a:t>Tous</a:t>
            </a:r>
            <a:r>
              <a:rPr lang="en-US" sz="800" baseline="0">
                <a:solidFill>
                  <a:srgbClr val="003C71"/>
                </a:solidFill>
                <a:latin typeface="Arial"/>
                <a:cs typeface="Arial"/>
              </a:rPr>
              <a:t> droits </a:t>
            </a:r>
            <a:r>
              <a:rPr lang="en-US" sz="800" baseline="0" err="1">
                <a:solidFill>
                  <a:srgbClr val="003C71"/>
                </a:solidFill>
                <a:latin typeface="Arial"/>
                <a:cs typeface="Arial"/>
              </a:rPr>
              <a:t>réservés</a:t>
            </a:r>
            <a:r>
              <a:rPr lang="en-US" sz="800" baseline="0">
                <a:solidFill>
                  <a:srgbClr val="003C71"/>
                </a:solidFill>
                <a:latin typeface="Arial"/>
                <a:cs typeface="Arial"/>
              </a:rPr>
              <a:t>. </a:t>
            </a:r>
            <a:r>
              <a:rPr lang="en-US" sz="800" baseline="0" err="1">
                <a:solidFill>
                  <a:srgbClr val="003C71"/>
                </a:solidFill>
                <a:latin typeface="Arial"/>
                <a:cs typeface="Arial"/>
              </a:rPr>
              <a:t>Toute</a:t>
            </a:r>
            <a:r>
              <a:rPr lang="en-US" sz="800" baseline="0">
                <a:solidFill>
                  <a:srgbClr val="003C71"/>
                </a:solidFill>
                <a:latin typeface="Arial"/>
                <a:cs typeface="Arial"/>
              </a:rPr>
              <a:t> </a:t>
            </a:r>
            <a:r>
              <a:rPr lang="en-US" sz="800" baseline="0" err="1">
                <a:solidFill>
                  <a:srgbClr val="003C71"/>
                </a:solidFill>
                <a:latin typeface="Arial"/>
                <a:cs typeface="Arial"/>
              </a:rPr>
              <a:t>traduction</a:t>
            </a:r>
            <a:r>
              <a:rPr lang="en-US" sz="800" baseline="0">
                <a:solidFill>
                  <a:srgbClr val="003C71"/>
                </a:solidFill>
                <a:latin typeface="Arial"/>
                <a:cs typeface="Arial"/>
              </a:rPr>
              <a:t> </a:t>
            </a:r>
            <a:r>
              <a:rPr lang="en-US" sz="800" baseline="0" err="1">
                <a:solidFill>
                  <a:srgbClr val="003C71"/>
                </a:solidFill>
                <a:latin typeface="Arial"/>
                <a:cs typeface="Arial"/>
              </a:rPr>
              <a:t>ou</a:t>
            </a:r>
            <a:r>
              <a:rPr lang="en-US" sz="800" baseline="0">
                <a:solidFill>
                  <a:srgbClr val="003C71"/>
                </a:solidFill>
                <a:latin typeface="Arial"/>
                <a:cs typeface="Arial"/>
              </a:rPr>
              <a:t> reproduction sous </a:t>
            </a:r>
            <a:r>
              <a:rPr lang="en-US" sz="800" baseline="0" err="1">
                <a:solidFill>
                  <a:srgbClr val="003C71"/>
                </a:solidFill>
                <a:latin typeface="Arial"/>
                <a:cs typeface="Arial"/>
              </a:rPr>
              <a:t>quelque</a:t>
            </a:r>
            <a:r>
              <a:rPr lang="en-US" sz="800" baseline="0">
                <a:solidFill>
                  <a:srgbClr val="003C71"/>
                </a:solidFill>
                <a:latin typeface="Arial"/>
                <a:cs typeface="Arial"/>
              </a:rPr>
              <a:t> </a:t>
            </a:r>
            <a:r>
              <a:rPr lang="en-US" sz="800" baseline="0" err="1">
                <a:solidFill>
                  <a:srgbClr val="003C71"/>
                </a:solidFill>
                <a:latin typeface="Arial"/>
                <a:cs typeface="Arial"/>
              </a:rPr>
              <a:t>forme</a:t>
            </a:r>
            <a:r>
              <a:rPr lang="en-US" sz="800" baseline="0">
                <a:solidFill>
                  <a:srgbClr val="003C71"/>
                </a:solidFill>
                <a:latin typeface="Arial"/>
                <a:cs typeface="Arial"/>
              </a:rPr>
              <a:t> </a:t>
            </a:r>
            <a:r>
              <a:rPr lang="en-US" sz="800" baseline="0" err="1">
                <a:solidFill>
                  <a:srgbClr val="003C71"/>
                </a:solidFill>
                <a:latin typeface="Arial"/>
                <a:cs typeface="Arial"/>
              </a:rPr>
              <a:t>que</a:t>
            </a:r>
            <a:r>
              <a:rPr lang="en-US" sz="800" baseline="0">
                <a:solidFill>
                  <a:srgbClr val="003C71"/>
                </a:solidFill>
                <a:latin typeface="Arial"/>
                <a:cs typeface="Arial"/>
              </a:rPr>
              <a:t> </a:t>
            </a:r>
            <a:r>
              <a:rPr lang="en-US" sz="800" baseline="0" err="1">
                <a:solidFill>
                  <a:srgbClr val="003C71"/>
                </a:solidFill>
                <a:latin typeface="Arial"/>
                <a:cs typeface="Arial"/>
              </a:rPr>
              <a:t>ce</a:t>
            </a:r>
            <a:r>
              <a:rPr lang="en-US" sz="800" baseline="0">
                <a:solidFill>
                  <a:srgbClr val="003C71"/>
                </a:solidFill>
                <a:latin typeface="Arial"/>
                <a:cs typeface="Arial"/>
              </a:rPr>
              <a:t> </a:t>
            </a:r>
            <a:r>
              <a:rPr lang="en-US" sz="800" baseline="0" err="1">
                <a:solidFill>
                  <a:srgbClr val="003C71"/>
                </a:solidFill>
                <a:latin typeface="Arial"/>
                <a:cs typeface="Arial"/>
              </a:rPr>
              <a:t>soit</a:t>
            </a:r>
            <a:r>
              <a:rPr lang="en-US" sz="800" baseline="0">
                <a:solidFill>
                  <a:srgbClr val="003C71"/>
                </a:solidFill>
                <a:latin typeface="Arial"/>
                <a:cs typeface="Arial"/>
              </a:rPr>
              <a:t> </a:t>
            </a:r>
            <a:r>
              <a:rPr lang="en-US" sz="800" baseline="0" err="1">
                <a:solidFill>
                  <a:srgbClr val="003C71"/>
                </a:solidFill>
                <a:latin typeface="Arial"/>
                <a:cs typeface="Arial"/>
              </a:rPr>
              <a:t>est</a:t>
            </a:r>
            <a:r>
              <a:rPr lang="en-US" sz="800" baseline="0">
                <a:solidFill>
                  <a:srgbClr val="003C71"/>
                </a:solidFill>
                <a:latin typeface="Arial"/>
                <a:cs typeface="Arial"/>
              </a:rPr>
              <a:t> </a:t>
            </a:r>
            <a:r>
              <a:rPr lang="en-US" sz="800" baseline="0" err="1">
                <a:solidFill>
                  <a:srgbClr val="003C71"/>
                </a:solidFill>
                <a:latin typeface="Arial"/>
                <a:cs typeface="Arial"/>
              </a:rPr>
              <a:t>interdite</a:t>
            </a:r>
            <a:r>
              <a:rPr lang="en-US" sz="800" baseline="0">
                <a:solidFill>
                  <a:srgbClr val="003C71"/>
                </a:solidFill>
                <a:latin typeface="Arial"/>
                <a:cs typeface="Arial"/>
              </a:rPr>
              <a:t>.</a:t>
            </a:r>
          </a:p>
        </p:txBody>
      </p:sp>
    </p:spTree>
    <p:extLst>
      <p:ext uri="{BB962C8B-B14F-4D97-AF65-F5344CB8AC3E}">
        <p14:creationId xmlns:p14="http://schemas.microsoft.com/office/powerpoint/2010/main" val="25180951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RE S-T BLEU FONCÉ">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1BE7250-1743-6049-B191-A89CE4BCE115}"/>
              </a:ext>
            </a:extLst>
          </p:cNvPr>
          <p:cNvSpPr/>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F3BA7120-A7F2-5145-98AE-92CA98DAA070}"/>
              </a:ext>
            </a:extLst>
          </p:cNvPr>
          <p:cNvPicPr>
            <a:picLocks noChangeAspect="1"/>
          </p:cNvPicPr>
          <p:nvPr/>
        </p:nvPicPr>
        <p:blipFill>
          <a:blip r:embed="rId2">
            <a:alphaModFix amt="40000"/>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C009AC2A-707B-1D4B-92B9-A334E9B67302}"/>
              </a:ext>
            </a:extLst>
          </p:cNvPr>
          <p:cNvSpPr>
            <a:spLocks noGrp="1"/>
          </p:cNvSpPr>
          <p:nvPr>
            <p:ph type="title"/>
          </p:nvPr>
        </p:nvSpPr>
        <p:spPr>
          <a:xfrm>
            <a:off x="838200" y="998566"/>
            <a:ext cx="10515600" cy="564257"/>
          </a:xfrm>
          <a:prstGeom prst="rect">
            <a:avLst/>
          </a:prstGeom>
        </p:spPr>
        <p:txBody>
          <a:bodyPr/>
          <a:lstStyle>
            <a:lvl1pPr>
              <a:lnSpc>
                <a:spcPts val="4400"/>
              </a:lnSpc>
              <a:defRPr sz="4000"/>
            </a:lvl1pPr>
          </a:lstStyle>
          <a:p>
            <a:r>
              <a:rPr lang="fr-FR"/>
              <a:t>Modifiez le style du titre</a:t>
            </a:r>
            <a:endParaRPr lang="en-US"/>
          </a:p>
        </p:txBody>
      </p:sp>
      <p:sp>
        <p:nvSpPr>
          <p:cNvPr id="6" name="Slide Number Placeholder 5">
            <a:extLst>
              <a:ext uri="{FF2B5EF4-FFF2-40B4-BE49-F238E27FC236}">
                <a16:creationId xmlns:a16="http://schemas.microsoft.com/office/drawing/2014/main" id="{9B3A1A4A-A776-CC4D-81BF-BA39E85929AC}"/>
              </a:ext>
            </a:extLst>
          </p:cNvPr>
          <p:cNvSpPr>
            <a:spLocks noGrp="1"/>
          </p:cNvSpPr>
          <p:nvPr>
            <p:ph type="sldNum" sz="quarter" idx="4"/>
          </p:nvPr>
        </p:nvSpPr>
        <p:spPr>
          <a:xfrm>
            <a:off x="838200" y="6524902"/>
            <a:ext cx="167999" cy="167999"/>
          </a:xfrm>
          <a:prstGeom prst="rect">
            <a:avLst/>
          </a:prstGeom>
          <a:solidFill>
            <a:schemeClr val="accent6">
              <a:alpha val="40000"/>
            </a:schemeClr>
          </a:solidFill>
          <a:ln>
            <a:noFill/>
          </a:ln>
        </p:spPr>
        <p:txBody>
          <a:bodyPr vert="horz" lIns="0" tIns="0" rIns="0" bIns="0" rtlCol="0" anchor="ctr" anchorCtr="1"/>
          <a:lstStyle>
            <a:lvl1pPr algn="ctr">
              <a:defRPr sz="800" b="1" i="0">
                <a:solidFill>
                  <a:schemeClr val="bg1"/>
                </a:solidFill>
                <a:latin typeface="Arial" panose="020B0604020202020204" pitchFamily="34" charset="0"/>
                <a:cs typeface="Arial" panose="020B0604020202020204" pitchFamily="34" charset="0"/>
              </a:defRPr>
            </a:lvl1pPr>
          </a:lstStyle>
          <a:p>
            <a:fld id="{EEB25B09-B9A6-4811-8700-6D36B9CE20D1}" type="slidenum">
              <a:rPr lang="fr-CA" smtClean="0"/>
              <a:t>‹N°›</a:t>
            </a:fld>
            <a:endParaRPr lang="fr-CA"/>
          </a:p>
        </p:txBody>
      </p:sp>
      <p:sp>
        <p:nvSpPr>
          <p:cNvPr id="7" name="Text Placeholder 3">
            <a:extLst>
              <a:ext uri="{FF2B5EF4-FFF2-40B4-BE49-F238E27FC236}">
                <a16:creationId xmlns:a16="http://schemas.microsoft.com/office/drawing/2014/main" id="{71A282D4-E151-BE47-9965-8DB2B0B81413}"/>
              </a:ext>
            </a:extLst>
          </p:cNvPr>
          <p:cNvSpPr>
            <a:spLocks noGrp="1"/>
          </p:cNvSpPr>
          <p:nvPr>
            <p:ph type="body" sz="quarter" idx="10" hasCustomPrompt="1"/>
          </p:nvPr>
        </p:nvSpPr>
        <p:spPr>
          <a:xfrm>
            <a:off x="838200" y="1587427"/>
            <a:ext cx="10515600" cy="397545"/>
          </a:xfrm>
        </p:spPr>
        <p:txBody>
          <a:bodyPr>
            <a:spAutoFit/>
          </a:bodyPr>
          <a:lstStyle>
            <a:lvl1pPr marL="0" indent="0">
              <a:lnSpc>
                <a:spcPts val="3067"/>
              </a:lnSpc>
              <a:spcAft>
                <a:spcPts val="0"/>
              </a:spcAft>
              <a:buNone/>
              <a:defRPr sz="2667" b="1">
                <a:solidFill>
                  <a:schemeClr val="bg1"/>
                </a:solidFill>
              </a:defRPr>
            </a:lvl1pPr>
          </a:lstStyle>
          <a:p>
            <a:pPr lvl="0"/>
            <a:r>
              <a:rPr lang="en-US"/>
              <a:t>Click to edit subtitle</a:t>
            </a:r>
          </a:p>
        </p:txBody>
      </p:sp>
      <p:sp>
        <p:nvSpPr>
          <p:cNvPr id="8" name="Text Placeholder 13">
            <a:extLst>
              <a:ext uri="{FF2B5EF4-FFF2-40B4-BE49-F238E27FC236}">
                <a16:creationId xmlns:a16="http://schemas.microsoft.com/office/drawing/2014/main" id="{9395A755-A1C6-5444-8DDD-01A8F25C4760}"/>
              </a:ext>
            </a:extLst>
          </p:cNvPr>
          <p:cNvSpPr>
            <a:spLocks noGrp="1"/>
          </p:cNvSpPr>
          <p:nvPr>
            <p:ph type="body" sz="quarter" idx="11" hasCustomPrompt="1"/>
          </p:nvPr>
        </p:nvSpPr>
        <p:spPr>
          <a:xfrm>
            <a:off x="838200" y="482601"/>
            <a:ext cx="10515600" cy="431800"/>
          </a:xfrm>
        </p:spPr>
        <p:txBody>
          <a:bodyPr>
            <a:normAutofit/>
          </a:bodyPr>
          <a:lstStyle>
            <a:lvl1pPr marL="0" indent="0">
              <a:lnSpc>
                <a:spcPts val="2400"/>
              </a:lnSpc>
              <a:buNone/>
              <a:defRPr sz="2400" b="1" i="0" cap="all" baseline="0">
                <a:solidFill>
                  <a:schemeClr val="bg1"/>
                </a:solidFill>
              </a:defRPr>
            </a:lvl1pPr>
          </a:lstStyle>
          <a:p>
            <a:pPr lvl="0"/>
            <a:r>
              <a:rPr lang="en-US" err="1"/>
              <a:t>Thème</a:t>
            </a:r>
            <a:endParaRPr lang="en-US"/>
          </a:p>
        </p:txBody>
      </p:sp>
      <p:pic>
        <p:nvPicPr>
          <p:cNvPr id="9" name="Picture 8">
            <a:extLst>
              <a:ext uri="{FF2B5EF4-FFF2-40B4-BE49-F238E27FC236}">
                <a16:creationId xmlns:a16="http://schemas.microsoft.com/office/drawing/2014/main" id="{42579F7C-4942-2B4A-A5A9-F86D83AF2B09}"/>
              </a:ext>
            </a:extLst>
          </p:cNvPr>
          <p:cNvPicPr>
            <a:picLocks noChangeAspect="1"/>
          </p:cNvPicPr>
          <p:nvPr/>
        </p:nvPicPr>
        <p:blipFill>
          <a:blip r:embed="rId3"/>
          <a:stretch>
            <a:fillRect/>
          </a:stretch>
        </p:blipFill>
        <p:spPr>
          <a:xfrm>
            <a:off x="9955033" y="5861724"/>
            <a:ext cx="1845289" cy="1261229"/>
          </a:xfrm>
          <a:prstGeom prst="rect">
            <a:avLst/>
          </a:prstGeom>
        </p:spPr>
      </p:pic>
      <p:sp>
        <p:nvSpPr>
          <p:cNvPr id="10" name="ZoneTexte 9">
            <a:extLst>
              <a:ext uri="{FF2B5EF4-FFF2-40B4-BE49-F238E27FC236}">
                <a16:creationId xmlns:a16="http://schemas.microsoft.com/office/drawing/2014/main" id="{A1F49E2A-724E-4264-8CF3-C01F99C7F2EB}"/>
              </a:ext>
            </a:extLst>
          </p:cNvPr>
          <p:cNvSpPr txBox="1"/>
          <p:nvPr/>
        </p:nvSpPr>
        <p:spPr>
          <a:xfrm>
            <a:off x="2969957" y="6401791"/>
            <a:ext cx="6252087" cy="440096"/>
          </a:xfrm>
          <a:prstGeom prst="rect">
            <a:avLst/>
          </a:prstGeom>
          <a:noFill/>
        </p:spPr>
        <p:txBody>
          <a:bodyPr wrap="square" lIns="0" tIns="0" rIns="240000" bIns="192000" rtlCol="0" anchor="b"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800" baseline="0">
                <a:solidFill>
                  <a:schemeClr val="bg1"/>
                </a:solidFill>
                <a:latin typeface="Arial"/>
                <a:cs typeface="Arial"/>
              </a:rPr>
              <a:t>Copyright© 2019, HEC Montréal. </a:t>
            </a:r>
            <a:r>
              <a:rPr lang="en-US" sz="800" baseline="0" err="1">
                <a:solidFill>
                  <a:schemeClr val="bg1"/>
                </a:solidFill>
                <a:latin typeface="Arial"/>
                <a:cs typeface="Arial"/>
              </a:rPr>
              <a:t>Tous</a:t>
            </a:r>
            <a:r>
              <a:rPr lang="en-US" sz="800" baseline="0">
                <a:solidFill>
                  <a:schemeClr val="bg1"/>
                </a:solidFill>
                <a:latin typeface="Arial"/>
                <a:cs typeface="Arial"/>
              </a:rPr>
              <a:t> droits </a:t>
            </a:r>
            <a:r>
              <a:rPr lang="en-US" sz="800" baseline="0" err="1">
                <a:solidFill>
                  <a:schemeClr val="bg1"/>
                </a:solidFill>
                <a:latin typeface="Arial"/>
                <a:cs typeface="Arial"/>
              </a:rPr>
              <a:t>réservés</a:t>
            </a:r>
            <a:r>
              <a:rPr lang="en-US" sz="800" baseline="0">
                <a:solidFill>
                  <a:schemeClr val="bg1"/>
                </a:solidFill>
                <a:latin typeface="Arial"/>
                <a:cs typeface="Arial"/>
              </a:rPr>
              <a:t>. </a:t>
            </a:r>
            <a:r>
              <a:rPr lang="en-US" sz="800" baseline="0" err="1">
                <a:solidFill>
                  <a:schemeClr val="bg1"/>
                </a:solidFill>
                <a:latin typeface="Arial"/>
                <a:cs typeface="Arial"/>
              </a:rPr>
              <a:t>Toute</a:t>
            </a:r>
            <a:r>
              <a:rPr lang="en-US" sz="800" baseline="0">
                <a:solidFill>
                  <a:schemeClr val="bg1"/>
                </a:solidFill>
                <a:latin typeface="Arial"/>
                <a:cs typeface="Arial"/>
              </a:rPr>
              <a:t> </a:t>
            </a:r>
            <a:r>
              <a:rPr lang="en-US" sz="800" baseline="0" err="1">
                <a:solidFill>
                  <a:schemeClr val="bg1"/>
                </a:solidFill>
                <a:latin typeface="Arial"/>
                <a:cs typeface="Arial"/>
              </a:rPr>
              <a:t>traduction</a:t>
            </a:r>
            <a:r>
              <a:rPr lang="en-US" sz="800" baseline="0">
                <a:solidFill>
                  <a:schemeClr val="bg1"/>
                </a:solidFill>
                <a:latin typeface="Arial"/>
                <a:cs typeface="Arial"/>
              </a:rPr>
              <a:t> </a:t>
            </a:r>
            <a:r>
              <a:rPr lang="en-US" sz="800" baseline="0" err="1">
                <a:solidFill>
                  <a:schemeClr val="bg1"/>
                </a:solidFill>
                <a:latin typeface="Arial"/>
                <a:cs typeface="Arial"/>
              </a:rPr>
              <a:t>ou</a:t>
            </a:r>
            <a:r>
              <a:rPr lang="en-US" sz="800" baseline="0">
                <a:solidFill>
                  <a:schemeClr val="bg1"/>
                </a:solidFill>
                <a:latin typeface="Arial"/>
                <a:cs typeface="Arial"/>
              </a:rPr>
              <a:t> reproduction sous </a:t>
            </a:r>
            <a:r>
              <a:rPr lang="en-US" sz="800" baseline="0" err="1">
                <a:solidFill>
                  <a:schemeClr val="bg1"/>
                </a:solidFill>
                <a:latin typeface="Arial"/>
                <a:cs typeface="Arial"/>
              </a:rPr>
              <a:t>quelque</a:t>
            </a:r>
            <a:r>
              <a:rPr lang="en-US" sz="800" baseline="0">
                <a:solidFill>
                  <a:schemeClr val="bg1"/>
                </a:solidFill>
                <a:latin typeface="Arial"/>
                <a:cs typeface="Arial"/>
              </a:rPr>
              <a:t> </a:t>
            </a:r>
            <a:r>
              <a:rPr lang="en-US" sz="800" baseline="0" err="1">
                <a:solidFill>
                  <a:schemeClr val="bg1"/>
                </a:solidFill>
                <a:latin typeface="Arial"/>
                <a:cs typeface="Arial"/>
              </a:rPr>
              <a:t>forme</a:t>
            </a:r>
            <a:r>
              <a:rPr lang="en-US" sz="800" baseline="0">
                <a:solidFill>
                  <a:schemeClr val="bg1"/>
                </a:solidFill>
                <a:latin typeface="Arial"/>
                <a:cs typeface="Arial"/>
              </a:rPr>
              <a:t> </a:t>
            </a:r>
            <a:r>
              <a:rPr lang="en-US" sz="800" baseline="0" err="1">
                <a:solidFill>
                  <a:schemeClr val="bg1"/>
                </a:solidFill>
                <a:latin typeface="Arial"/>
                <a:cs typeface="Arial"/>
              </a:rPr>
              <a:t>que</a:t>
            </a:r>
            <a:r>
              <a:rPr lang="en-US" sz="800" baseline="0">
                <a:solidFill>
                  <a:schemeClr val="bg1"/>
                </a:solidFill>
                <a:latin typeface="Arial"/>
                <a:cs typeface="Arial"/>
              </a:rPr>
              <a:t> </a:t>
            </a:r>
            <a:r>
              <a:rPr lang="en-US" sz="800" baseline="0" err="1">
                <a:solidFill>
                  <a:schemeClr val="bg1"/>
                </a:solidFill>
                <a:latin typeface="Arial"/>
                <a:cs typeface="Arial"/>
              </a:rPr>
              <a:t>ce</a:t>
            </a:r>
            <a:r>
              <a:rPr lang="en-US" sz="800" baseline="0">
                <a:solidFill>
                  <a:schemeClr val="bg1"/>
                </a:solidFill>
                <a:latin typeface="Arial"/>
                <a:cs typeface="Arial"/>
              </a:rPr>
              <a:t> </a:t>
            </a:r>
            <a:r>
              <a:rPr lang="en-US" sz="800" baseline="0" err="1">
                <a:solidFill>
                  <a:schemeClr val="bg1"/>
                </a:solidFill>
                <a:latin typeface="Arial"/>
                <a:cs typeface="Arial"/>
              </a:rPr>
              <a:t>soit</a:t>
            </a:r>
            <a:r>
              <a:rPr lang="en-US" sz="800" baseline="0">
                <a:solidFill>
                  <a:schemeClr val="bg1"/>
                </a:solidFill>
                <a:latin typeface="Arial"/>
                <a:cs typeface="Arial"/>
              </a:rPr>
              <a:t> </a:t>
            </a:r>
            <a:r>
              <a:rPr lang="en-US" sz="800" baseline="0" err="1">
                <a:solidFill>
                  <a:schemeClr val="bg1"/>
                </a:solidFill>
                <a:latin typeface="Arial"/>
                <a:cs typeface="Arial"/>
              </a:rPr>
              <a:t>est</a:t>
            </a:r>
            <a:r>
              <a:rPr lang="en-US" sz="800" baseline="0">
                <a:solidFill>
                  <a:schemeClr val="bg1"/>
                </a:solidFill>
                <a:latin typeface="Arial"/>
                <a:cs typeface="Arial"/>
              </a:rPr>
              <a:t> </a:t>
            </a:r>
            <a:r>
              <a:rPr lang="en-US" sz="800" baseline="0" err="1">
                <a:solidFill>
                  <a:schemeClr val="bg1"/>
                </a:solidFill>
                <a:latin typeface="Arial"/>
                <a:cs typeface="Arial"/>
              </a:rPr>
              <a:t>interdite</a:t>
            </a:r>
            <a:r>
              <a:rPr lang="en-US" sz="800" baseline="0">
                <a:solidFill>
                  <a:schemeClr val="bg1"/>
                </a:solidFill>
                <a:latin typeface="Arial"/>
                <a:cs typeface="Arial"/>
              </a:rPr>
              <a:t>.</a:t>
            </a:r>
          </a:p>
        </p:txBody>
      </p:sp>
    </p:spTree>
    <p:extLst>
      <p:ext uri="{BB962C8B-B14F-4D97-AF65-F5344CB8AC3E}">
        <p14:creationId xmlns:p14="http://schemas.microsoft.com/office/powerpoint/2010/main" val="30988744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RE BLEU FONCÉ">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B3ABAA1-A0DB-BB45-9DA8-754B573383AF}"/>
              </a:ext>
            </a:extLst>
          </p:cNvPr>
          <p:cNvSpPr/>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3" name="Picture 12">
            <a:extLst>
              <a:ext uri="{FF2B5EF4-FFF2-40B4-BE49-F238E27FC236}">
                <a16:creationId xmlns:a16="http://schemas.microsoft.com/office/drawing/2014/main" id="{3F53DF94-7A73-7041-8D6F-AFA3B277EABA}"/>
              </a:ext>
            </a:extLst>
          </p:cNvPr>
          <p:cNvPicPr>
            <a:picLocks noChangeAspect="1"/>
          </p:cNvPicPr>
          <p:nvPr/>
        </p:nvPicPr>
        <p:blipFill>
          <a:blip r:embed="rId2">
            <a:alphaModFix amt="40000"/>
          </a:blip>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0A693E38-AE8B-DB4C-B7ED-1BB819505D7F}"/>
              </a:ext>
            </a:extLst>
          </p:cNvPr>
          <p:cNvSpPr/>
          <p:nvPr/>
        </p:nvSpPr>
        <p:spPr>
          <a:xfrm>
            <a:off x="838201" y="1439335"/>
            <a:ext cx="10519833" cy="46676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Slide Number Placeholder 5">
            <a:extLst>
              <a:ext uri="{FF2B5EF4-FFF2-40B4-BE49-F238E27FC236}">
                <a16:creationId xmlns:a16="http://schemas.microsoft.com/office/drawing/2014/main" id="{CBB38210-680E-CB4D-B399-931BB3F06430}"/>
              </a:ext>
            </a:extLst>
          </p:cNvPr>
          <p:cNvSpPr>
            <a:spLocks noGrp="1"/>
          </p:cNvSpPr>
          <p:nvPr>
            <p:ph type="sldNum" sz="quarter" idx="4"/>
          </p:nvPr>
        </p:nvSpPr>
        <p:spPr>
          <a:xfrm>
            <a:off x="838200" y="6524902"/>
            <a:ext cx="167999" cy="167999"/>
          </a:xfrm>
          <a:prstGeom prst="rect">
            <a:avLst/>
          </a:prstGeom>
          <a:solidFill>
            <a:schemeClr val="accent6">
              <a:alpha val="40000"/>
            </a:schemeClr>
          </a:solidFill>
          <a:ln>
            <a:noFill/>
          </a:ln>
        </p:spPr>
        <p:txBody>
          <a:bodyPr vert="horz" lIns="0" tIns="0" rIns="0" bIns="0" rtlCol="0" anchor="ctr" anchorCtr="1"/>
          <a:lstStyle>
            <a:lvl1pPr algn="ctr">
              <a:defRPr sz="800" b="1" i="0">
                <a:solidFill>
                  <a:schemeClr val="bg1"/>
                </a:solidFill>
                <a:latin typeface="Arial" panose="020B0604020202020204" pitchFamily="34" charset="0"/>
                <a:cs typeface="Arial" panose="020B0604020202020204" pitchFamily="34" charset="0"/>
              </a:defRPr>
            </a:lvl1pPr>
          </a:lstStyle>
          <a:p>
            <a:fld id="{EEB25B09-B9A6-4811-8700-6D36B9CE20D1}" type="slidenum">
              <a:rPr lang="fr-CA" smtClean="0"/>
              <a:t>‹N°›</a:t>
            </a:fld>
            <a:endParaRPr lang="fr-CA"/>
          </a:p>
        </p:txBody>
      </p:sp>
      <p:sp>
        <p:nvSpPr>
          <p:cNvPr id="4" name="Text Placeholder 3">
            <a:extLst>
              <a:ext uri="{FF2B5EF4-FFF2-40B4-BE49-F238E27FC236}">
                <a16:creationId xmlns:a16="http://schemas.microsoft.com/office/drawing/2014/main" id="{0B01E2A1-DD6F-3343-9A70-CA94AF8A81E9}"/>
              </a:ext>
            </a:extLst>
          </p:cNvPr>
          <p:cNvSpPr>
            <a:spLocks noGrp="1"/>
          </p:cNvSpPr>
          <p:nvPr>
            <p:ph type="body" sz="quarter" idx="10" hasCustomPrompt="1"/>
          </p:nvPr>
        </p:nvSpPr>
        <p:spPr>
          <a:xfrm>
            <a:off x="838200" y="806401"/>
            <a:ext cx="10515600" cy="397545"/>
          </a:xfrm>
        </p:spPr>
        <p:txBody>
          <a:bodyPr>
            <a:spAutoFit/>
          </a:bodyPr>
          <a:lstStyle>
            <a:lvl1pPr marL="0" indent="0">
              <a:lnSpc>
                <a:spcPts val="3067"/>
              </a:lnSpc>
              <a:spcAft>
                <a:spcPts val="0"/>
              </a:spcAft>
              <a:buNone/>
              <a:defRPr sz="2667" b="1">
                <a:solidFill>
                  <a:schemeClr val="accent1"/>
                </a:solidFill>
              </a:defRPr>
            </a:lvl1pPr>
          </a:lstStyle>
          <a:p>
            <a:pPr lvl="0"/>
            <a:r>
              <a:rPr lang="en-US"/>
              <a:t>Click to edit subtitle</a:t>
            </a:r>
          </a:p>
        </p:txBody>
      </p:sp>
      <p:sp>
        <p:nvSpPr>
          <p:cNvPr id="11" name="Text Placeholder 13">
            <a:extLst>
              <a:ext uri="{FF2B5EF4-FFF2-40B4-BE49-F238E27FC236}">
                <a16:creationId xmlns:a16="http://schemas.microsoft.com/office/drawing/2014/main" id="{DB5871F0-3B49-B540-A3C5-A634C1E91130}"/>
              </a:ext>
            </a:extLst>
          </p:cNvPr>
          <p:cNvSpPr>
            <a:spLocks noGrp="1"/>
          </p:cNvSpPr>
          <p:nvPr>
            <p:ph type="body" sz="quarter" idx="11" hasCustomPrompt="1"/>
          </p:nvPr>
        </p:nvSpPr>
        <p:spPr>
          <a:xfrm>
            <a:off x="838200" y="482601"/>
            <a:ext cx="10515600" cy="431800"/>
          </a:xfrm>
        </p:spPr>
        <p:txBody>
          <a:bodyPr>
            <a:normAutofit/>
          </a:bodyPr>
          <a:lstStyle>
            <a:lvl1pPr marL="0" indent="0">
              <a:lnSpc>
                <a:spcPts val="2400"/>
              </a:lnSpc>
              <a:buNone/>
              <a:defRPr sz="2400" b="1" i="0" cap="all" baseline="0">
                <a:solidFill>
                  <a:schemeClr val="bg1"/>
                </a:solidFill>
              </a:defRPr>
            </a:lvl1pPr>
          </a:lstStyle>
          <a:p>
            <a:pPr lvl="0"/>
            <a:r>
              <a:rPr lang="en-US" err="1"/>
              <a:t>Thème</a:t>
            </a:r>
            <a:endParaRPr lang="en-US"/>
          </a:p>
        </p:txBody>
      </p:sp>
      <p:pic>
        <p:nvPicPr>
          <p:cNvPr id="8" name="Picture 7">
            <a:extLst>
              <a:ext uri="{FF2B5EF4-FFF2-40B4-BE49-F238E27FC236}">
                <a16:creationId xmlns:a16="http://schemas.microsoft.com/office/drawing/2014/main" id="{B33C08F8-ABA6-B04C-AAA6-1B9D8C6D4732}"/>
              </a:ext>
            </a:extLst>
          </p:cNvPr>
          <p:cNvPicPr>
            <a:picLocks noChangeAspect="1"/>
          </p:cNvPicPr>
          <p:nvPr/>
        </p:nvPicPr>
        <p:blipFill>
          <a:blip r:embed="rId3"/>
          <a:stretch>
            <a:fillRect/>
          </a:stretch>
        </p:blipFill>
        <p:spPr>
          <a:xfrm>
            <a:off x="9955033" y="5861724"/>
            <a:ext cx="1845289" cy="1261229"/>
          </a:xfrm>
          <a:prstGeom prst="rect">
            <a:avLst/>
          </a:prstGeom>
        </p:spPr>
      </p:pic>
      <p:sp>
        <p:nvSpPr>
          <p:cNvPr id="10" name="Content Placeholder 2">
            <a:extLst>
              <a:ext uri="{FF2B5EF4-FFF2-40B4-BE49-F238E27FC236}">
                <a16:creationId xmlns:a16="http://schemas.microsoft.com/office/drawing/2014/main" id="{E676E49E-284F-8646-B4AD-709D54663CAE}"/>
              </a:ext>
            </a:extLst>
          </p:cNvPr>
          <p:cNvSpPr>
            <a:spLocks noGrp="1"/>
          </p:cNvSpPr>
          <p:nvPr>
            <p:ph idx="1"/>
          </p:nvPr>
        </p:nvSpPr>
        <p:spPr>
          <a:xfrm>
            <a:off x="1175160" y="1892300"/>
            <a:ext cx="9841680" cy="407588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4" name="ZoneTexte 13">
            <a:extLst>
              <a:ext uri="{FF2B5EF4-FFF2-40B4-BE49-F238E27FC236}">
                <a16:creationId xmlns:a16="http://schemas.microsoft.com/office/drawing/2014/main" id="{6F6FBD5F-DBAE-4CCB-95AF-1939210EC83C}"/>
              </a:ext>
            </a:extLst>
          </p:cNvPr>
          <p:cNvSpPr txBox="1"/>
          <p:nvPr/>
        </p:nvSpPr>
        <p:spPr>
          <a:xfrm>
            <a:off x="2969957" y="6401791"/>
            <a:ext cx="6252087" cy="440096"/>
          </a:xfrm>
          <a:prstGeom prst="rect">
            <a:avLst/>
          </a:prstGeom>
          <a:noFill/>
        </p:spPr>
        <p:txBody>
          <a:bodyPr wrap="square" lIns="0" tIns="0" rIns="240000" bIns="192000" rtlCol="0" anchor="b"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800" baseline="0">
                <a:solidFill>
                  <a:schemeClr val="bg1"/>
                </a:solidFill>
                <a:latin typeface="Arial"/>
                <a:cs typeface="Arial"/>
              </a:rPr>
              <a:t>Copyright© 2019, HEC Montréal. </a:t>
            </a:r>
            <a:r>
              <a:rPr lang="en-US" sz="800" baseline="0" err="1">
                <a:solidFill>
                  <a:schemeClr val="bg1"/>
                </a:solidFill>
                <a:latin typeface="Arial"/>
                <a:cs typeface="Arial"/>
              </a:rPr>
              <a:t>Tous</a:t>
            </a:r>
            <a:r>
              <a:rPr lang="en-US" sz="800" baseline="0">
                <a:solidFill>
                  <a:schemeClr val="bg1"/>
                </a:solidFill>
                <a:latin typeface="Arial"/>
                <a:cs typeface="Arial"/>
              </a:rPr>
              <a:t> droits </a:t>
            </a:r>
            <a:r>
              <a:rPr lang="en-US" sz="800" baseline="0" err="1">
                <a:solidFill>
                  <a:schemeClr val="bg1"/>
                </a:solidFill>
                <a:latin typeface="Arial"/>
                <a:cs typeface="Arial"/>
              </a:rPr>
              <a:t>réservés</a:t>
            </a:r>
            <a:r>
              <a:rPr lang="en-US" sz="800" baseline="0">
                <a:solidFill>
                  <a:schemeClr val="bg1"/>
                </a:solidFill>
                <a:latin typeface="Arial"/>
                <a:cs typeface="Arial"/>
              </a:rPr>
              <a:t>. </a:t>
            </a:r>
            <a:r>
              <a:rPr lang="en-US" sz="800" baseline="0" err="1">
                <a:solidFill>
                  <a:schemeClr val="bg1"/>
                </a:solidFill>
                <a:latin typeface="Arial"/>
                <a:cs typeface="Arial"/>
              </a:rPr>
              <a:t>Toute</a:t>
            </a:r>
            <a:r>
              <a:rPr lang="en-US" sz="800" baseline="0">
                <a:solidFill>
                  <a:schemeClr val="bg1"/>
                </a:solidFill>
                <a:latin typeface="Arial"/>
                <a:cs typeface="Arial"/>
              </a:rPr>
              <a:t> </a:t>
            </a:r>
            <a:r>
              <a:rPr lang="en-US" sz="800" baseline="0" err="1">
                <a:solidFill>
                  <a:schemeClr val="bg1"/>
                </a:solidFill>
                <a:latin typeface="Arial"/>
                <a:cs typeface="Arial"/>
              </a:rPr>
              <a:t>traduction</a:t>
            </a:r>
            <a:r>
              <a:rPr lang="en-US" sz="800" baseline="0">
                <a:solidFill>
                  <a:schemeClr val="bg1"/>
                </a:solidFill>
                <a:latin typeface="Arial"/>
                <a:cs typeface="Arial"/>
              </a:rPr>
              <a:t> </a:t>
            </a:r>
            <a:r>
              <a:rPr lang="en-US" sz="800" baseline="0" err="1">
                <a:solidFill>
                  <a:schemeClr val="bg1"/>
                </a:solidFill>
                <a:latin typeface="Arial"/>
                <a:cs typeface="Arial"/>
              </a:rPr>
              <a:t>ou</a:t>
            </a:r>
            <a:r>
              <a:rPr lang="en-US" sz="800" baseline="0">
                <a:solidFill>
                  <a:schemeClr val="bg1"/>
                </a:solidFill>
                <a:latin typeface="Arial"/>
                <a:cs typeface="Arial"/>
              </a:rPr>
              <a:t> reproduction sous </a:t>
            </a:r>
            <a:r>
              <a:rPr lang="en-US" sz="800" baseline="0" err="1">
                <a:solidFill>
                  <a:schemeClr val="bg1"/>
                </a:solidFill>
                <a:latin typeface="Arial"/>
                <a:cs typeface="Arial"/>
              </a:rPr>
              <a:t>quelque</a:t>
            </a:r>
            <a:r>
              <a:rPr lang="en-US" sz="800" baseline="0">
                <a:solidFill>
                  <a:schemeClr val="bg1"/>
                </a:solidFill>
                <a:latin typeface="Arial"/>
                <a:cs typeface="Arial"/>
              </a:rPr>
              <a:t> </a:t>
            </a:r>
            <a:r>
              <a:rPr lang="en-US" sz="800" baseline="0" err="1">
                <a:solidFill>
                  <a:schemeClr val="bg1"/>
                </a:solidFill>
                <a:latin typeface="Arial"/>
                <a:cs typeface="Arial"/>
              </a:rPr>
              <a:t>forme</a:t>
            </a:r>
            <a:r>
              <a:rPr lang="en-US" sz="800" baseline="0">
                <a:solidFill>
                  <a:schemeClr val="bg1"/>
                </a:solidFill>
                <a:latin typeface="Arial"/>
                <a:cs typeface="Arial"/>
              </a:rPr>
              <a:t> </a:t>
            </a:r>
            <a:r>
              <a:rPr lang="en-US" sz="800" baseline="0" err="1">
                <a:solidFill>
                  <a:schemeClr val="bg1"/>
                </a:solidFill>
                <a:latin typeface="Arial"/>
                <a:cs typeface="Arial"/>
              </a:rPr>
              <a:t>que</a:t>
            </a:r>
            <a:r>
              <a:rPr lang="en-US" sz="800" baseline="0">
                <a:solidFill>
                  <a:schemeClr val="bg1"/>
                </a:solidFill>
                <a:latin typeface="Arial"/>
                <a:cs typeface="Arial"/>
              </a:rPr>
              <a:t> </a:t>
            </a:r>
            <a:r>
              <a:rPr lang="en-US" sz="800" baseline="0" err="1">
                <a:solidFill>
                  <a:schemeClr val="bg1"/>
                </a:solidFill>
                <a:latin typeface="Arial"/>
                <a:cs typeface="Arial"/>
              </a:rPr>
              <a:t>ce</a:t>
            </a:r>
            <a:r>
              <a:rPr lang="en-US" sz="800" baseline="0">
                <a:solidFill>
                  <a:schemeClr val="bg1"/>
                </a:solidFill>
                <a:latin typeface="Arial"/>
                <a:cs typeface="Arial"/>
              </a:rPr>
              <a:t> </a:t>
            </a:r>
            <a:r>
              <a:rPr lang="en-US" sz="800" baseline="0" err="1">
                <a:solidFill>
                  <a:schemeClr val="bg1"/>
                </a:solidFill>
                <a:latin typeface="Arial"/>
                <a:cs typeface="Arial"/>
              </a:rPr>
              <a:t>soit</a:t>
            </a:r>
            <a:r>
              <a:rPr lang="en-US" sz="800" baseline="0">
                <a:solidFill>
                  <a:schemeClr val="bg1"/>
                </a:solidFill>
                <a:latin typeface="Arial"/>
                <a:cs typeface="Arial"/>
              </a:rPr>
              <a:t> </a:t>
            </a:r>
            <a:r>
              <a:rPr lang="en-US" sz="800" baseline="0" err="1">
                <a:solidFill>
                  <a:schemeClr val="bg1"/>
                </a:solidFill>
                <a:latin typeface="Arial"/>
                <a:cs typeface="Arial"/>
              </a:rPr>
              <a:t>est</a:t>
            </a:r>
            <a:r>
              <a:rPr lang="en-US" sz="800" baseline="0">
                <a:solidFill>
                  <a:schemeClr val="bg1"/>
                </a:solidFill>
                <a:latin typeface="Arial"/>
                <a:cs typeface="Arial"/>
              </a:rPr>
              <a:t> </a:t>
            </a:r>
            <a:r>
              <a:rPr lang="en-US" sz="800" baseline="0" err="1">
                <a:solidFill>
                  <a:schemeClr val="bg1"/>
                </a:solidFill>
                <a:latin typeface="Arial"/>
                <a:cs typeface="Arial"/>
              </a:rPr>
              <a:t>interdite</a:t>
            </a:r>
            <a:r>
              <a:rPr lang="en-US" sz="800" baseline="0">
                <a:solidFill>
                  <a:schemeClr val="bg1"/>
                </a:solidFill>
                <a:latin typeface="Arial"/>
                <a:cs typeface="Arial"/>
              </a:rPr>
              <a:t>.</a:t>
            </a:r>
          </a:p>
        </p:txBody>
      </p:sp>
    </p:spTree>
    <p:extLst>
      <p:ext uri="{BB962C8B-B14F-4D97-AF65-F5344CB8AC3E}">
        <p14:creationId xmlns:p14="http://schemas.microsoft.com/office/powerpoint/2010/main" val="2151693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ITRE S-T NOI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2587CC3-B385-2945-A9CA-61470F048045}"/>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0" name="Picture 9">
            <a:extLst>
              <a:ext uri="{FF2B5EF4-FFF2-40B4-BE49-F238E27FC236}">
                <a16:creationId xmlns:a16="http://schemas.microsoft.com/office/drawing/2014/main" id="{273EC8EF-7CA8-8741-A183-787F06928673}"/>
              </a:ext>
            </a:extLst>
          </p:cNvPr>
          <p:cNvPicPr>
            <a:picLocks noChangeAspect="1"/>
          </p:cNvPicPr>
          <p:nvPr/>
        </p:nvPicPr>
        <p:blipFill>
          <a:blip r:embed="rId2">
            <a:alphaModFix amt="25000"/>
          </a:blip>
          <a:stretch>
            <a:fillRect/>
          </a:stretch>
        </p:blipFill>
        <p:spPr>
          <a:xfrm>
            <a:off x="0" y="0"/>
            <a:ext cx="12192000" cy="6858000"/>
          </a:xfrm>
          <a:prstGeom prst="rect">
            <a:avLst/>
          </a:prstGeom>
        </p:spPr>
      </p:pic>
      <p:sp>
        <p:nvSpPr>
          <p:cNvPr id="2" name="Title 1"/>
          <p:cNvSpPr>
            <a:spLocks noGrp="1"/>
          </p:cNvSpPr>
          <p:nvPr>
            <p:ph type="title"/>
          </p:nvPr>
        </p:nvSpPr>
        <p:spPr>
          <a:xfrm>
            <a:off x="838200" y="998566"/>
            <a:ext cx="10515600" cy="564257"/>
          </a:xfrm>
          <a:prstGeom prst="rect">
            <a:avLst/>
          </a:prstGeom>
        </p:spPr>
        <p:txBody>
          <a:bodyPr/>
          <a:lstStyle>
            <a:lvl1pPr>
              <a:lnSpc>
                <a:spcPts val="4400"/>
              </a:lnSpc>
              <a:defRPr sz="4000"/>
            </a:lvl1pPr>
          </a:lstStyle>
          <a:p>
            <a:r>
              <a:rPr lang="fr-FR"/>
              <a:t>Modifiez le style du titre</a:t>
            </a:r>
            <a:endParaRPr lang="en-US"/>
          </a:p>
        </p:txBody>
      </p:sp>
      <p:sp>
        <p:nvSpPr>
          <p:cNvPr id="4" name="Text Placeholder 3">
            <a:extLst>
              <a:ext uri="{FF2B5EF4-FFF2-40B4-BE49-F238E27FC236}">
                <a16:creationId xmlns:a16="http://schemas.microsoft.com/office/drawing/2014/main" id="{0B01E2A1-DD6F-3343-9A70-CA94AF8A81E9}"/>
              </a:ext>
            </a:extLst>
          </p:cNvPr>
          <p:cNvSpPr>
            <a:spLocks noGrp="1"/>
          </p:cNvSpPr>
          <p:nvPr>
            <p:ph type="body" sz="quarter" idx="10" hasCustomPrompt="1"/>
          </p:nvPr>
        </p:nvSpPr>
        <p:spPr>
          <a:xfrm>
            <a:off x="838200" y="1587427"/>
            <a:ext cx="10515600" cy="397545"/>
          </a:xfrm>
        </p:spPr>
        <p:txBody>
          <a:bodyPr>
            <a:spAutoFit/>
          </a:bodyPr>
          <a:lstStyle>
            <a:lvl1pPr marL="0" indent="0">
              <a:lnSpc>
                <a:spcPts val="3067"/>
              </a:lnSpc>
              <a:spcAft>
                <a:spcPts val="0"/>
              </a:spcAft>
              <a:buNone/>
              <a:defRPr sz="2667" b="1">
                <a:solidFill>
                  <a:schemeClr val="bg1"/>
                </a:solidFill>
              </a:defRPr>
            </a:lvl1pPr>
          </a:lstStyle>
          <a:p>
            <a:pPr lvl="0"/>
            <a:r>
              <a:rPr lang="en-US"/>
              <a:t>Click to edit subtitle</a:t>
            </a:r>
          </a:p>
        </p:txBody>
      </p:sp>
      <p:sp>
        <p:nvSpPr>
          <p:cNvPr id="11" name="Text Placeholder 13">
            <a:extLst>
              <a:ext uri="{FF2B5EF4-FFF2-40B4-BE49-F238E27FC236}">
                <a16:creationId xmlns:a16="http://schemas.microsoft.com/office/drawing/2014/main" id="{DB5871F0-3B49-B540-A3C5-A634C1E91130}"/>
              </a:ext>
            </a:extLst>
          </p:cNvPr>
          <p:cNvSpPr>
            <a:spLocks noGrp="1"/>
          </p:cNvSpPr>
          <p:nvPr>
            <p:ph type="body" sz="quarter" idx="11" hasCustomPrompt="1"/>
          </p:nvPr>
        </p:nvSpPr>
        <p:spPr>
          <a:xfrm>
            <a:off x="838200" y="482601"/>
            <a:ext cx="10515600" cy="431800"/>
          </a:xfrm>
        </p:spPr>
        <p:txBody>
          <a:bodyPr>
            <a:normAutofit/>
          </a:bodyPr>
          <a:lstStyle>
            <a:lvl1pPr marL="0" indent="0">
              <a:lnSpc>
                <a:spcPts val="2400"/>
              </a:lnSpc>
              <a:buNone/>
              <a:defRPr sz="2400" b="1" i="0" cap="all" baseline="0">
                <a:solidFill>
                  <a:schemeClr val="bg1"/>
                </a:solidFill>
              </a:defRPr>
            </a:lvl1pPr>
          </a:lstStyle>
          <a:p>
            <a:pPr lvl="0"/>
            <a:r>
              <a:rPr lang="en-US" err="1"/>
              <a:t>Thème</a:t>
            </a:r>
            <a:endParaRPr lang="en-US"/>
          </a:p>
        </p:txBody>
      </p:sp>
      <p:sp>
        <p:nvSpPr>
          <p:cNvPr id="8" name="Slide Number Placeholder 5">
            <a:extLst>
              <a:ext uri="{FF2B5EF4-FFF2-40B4-BE49-F238E27FC236}">
                <a16:creationId xmlns:a16="http://schemas.microsoft.com/office/drawing/2014/main" id="{FD376BBE-4142-8A44-B7CF-653D304BB496}"/>
              </a:ext>
            </a:extLst>
          </p:cNvPr>
          <p:cNvSpPr txBox="1">
            <a:spLocks/>
          </p:cNvSpPr>
          <p:nvPr/>
        </p:nvSpPr>
        <p:spPr>
          <a:xfrm>
            <a:off x="838200" y="6524902"/>
            <a:ext cx="167999" cy="167999"/>
          </a:xfrm>
          <a:prstGeom prst="rect">
            <a:avLst/>
          </a:prstGeom>
          <a:solidFill>
            <a:schemeClr val="accent6">
              <a:alpha val="40000"/>
            </a:schemeClr>
          </a:solidFill>
          <a:ln>
            <a:noFill/>
          </a:ln>
        </p:spPr>
        <p:txBody>
          <a:bodyPr vert="horz" lIns="0" tIns="0" rIns="0" bIns="0" rtlCol="0" anchor="ctr" anchorCtr="1"/>
          <a:lstStyle>
            <a:defPPr>
              <a:defRPr lang="en-US"/>
            </a:defPPr>
            <a:lvl1pPr marL="0" algn="ctr" defTabSz="685800" rtl="0" eaLnBrk="1" latinLnBrk="0" hangingPunct="1">
              <a:defRPr sz="600" b="1" i="0" kern="1200">
                <a:solidFill>
                  <a:schemeClr val="bg1"/>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389CCF2F-7E28-FB4D-B276-4AB2C7C2895F}" type="slidenum">
              <a:rPr lang="en-US" sz="800" smtClean="0"/>
              <a:pPr/>
              <a:t>‹N°›</a:t>
            </a:fld>
            <a:endParaRPr lang="en-CA" sz="800"/>
          </a:p>
        </p:txBody>
      </p:sp>
      <p:pic>
        <p:nvPicPr>
          <p:cNvPr id="9" name="Picture 8">
            <a:extLst>
              <a:ext uri="{FF2B5EF4-FFF2-40B4-BE49-F238E27FC236}">
                <a16:creationId xmlns:a16="http://schemas.microsoft.com/office/drawing/2014/main" id="{03BC598D-28DE-FD47-BB87-8371BC2292C9}"/>
              </a:ext>
            </a:extLst>
          </p:cNvPr>
          <p:cNvPicPr>
            <a:picLocks noChangeAspect="1"/>
          </p:cNvPicPr>
          <p:nvPr/>
        </p:nvPicPr>
        <p:blipFill>
          <a:blip r:embed="rId3"/>
          <a:stretch>
            <a:fillRect/>
          </a:stretch>
        </p:blipFill>
        <p:spPr>
          <a:xfrm>
            <a:off x="9955033" y="5861724"/>
            <a:ext cx="1845289" cy="1261229"/>
          </a:xfrm>
          <a:prstGeom prst="rect">
            <a:avLst/>
          </a:prstGeom>
        </p:spPr>
      </p:pic>
      <p:sp>
        <p:nvSpPr>
          <p:cNvPr id="12" name="ZoneTexte 11">
            <a:extLst>
              <a:ext uri="{FF2B5EF4-FFF2-40B4-BE49-F238E27FC236}">
                <a16:creationId xmlns:a16="http://schemas.microsoft.com/office/drawing/2014/main" id="{23D5F411-5439-4304-965D-BDD6781D6991}"/>
              </a:ext>
            </a:extLst>
          </p:cNvPr>
          <p:cNvSpPr txBox="1"/>
          <p:nvPr/>
        </p:nvSpPr>
        <p:spPr>
          <a:xfrm>
            <a:off x="2969957" y="6401791"/>
            <a:ext cx="6252087" cy="440096"/>
          </a:xfrm>
          <a:prstGeom prst="rect">
            <a:avLst/>
          </a:prstGeom>
          <a:noFill/>
        </p:spPr>
        <p:txBody>
          <a:bodyPr wrap="square" lIns="0" tIns="0" rIns="240000" bIns="192000" rtlCol="0" anchor="b"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800" baseline="0">
                <a:solidFill>
                  <a:schemeClr val="bg1"/>
                </a:solidFill>
                <a:latin typeface="Arial"/>
                <a:cs typeface="Arial"/>
              </a:rPr>
              <a:t>Copyright© 2019, HEC Montréal. </a:t>
            </a:r>
            <a:r>
              <a:rPr lang="en-US" sz="800" baseline="0" err="1">
                <a:solidFill>
                  <a:schemeClr val="bg1"/>
                </a:solidFill>
                <a:latin typeface="Arial"/>
                <a:cs typeface="Arial"/>
              </a:rPr>
              <a:t>Tous</a:t>
            </a:r>
            <a:r>
              <a:rPr lang="en-US" sz="800" baseline="0">
                <a:solidFill>
                  <a:schemeClr val="bg1"/>
                </a:solidFill>
                <a:latin typeface="Arial"/>
                <a:cs typeface="Arial"/>
              </a:rPr>
              <a:t> droits </a:t>
            </a:r>
            <a:r>
              <a:rPr lang="en-US" sz="800" baseline="0" err="1">
                <a:solidFill>
                  <a:schemeClr val="bg1"/>
                </a:solidFill>
                <a:latin typeface="Arial"/>
                <a:cs typeface="Arial"/>
              </a:rPr>
              <a:t>réservés</a:t>
            </a:r>
            <a:r>
              <a:rPr lang="en-US" sz="800" baseline="0">
                <a:solidFill>
                  <a:schemeClr val="bg1"/>
                </a:solidFill>
                <a:latin typeface="Arial"/>
                <a:cs typeface="Arial"/>
              </a:rPr>
              <a:t>. </a:t>
            </a:r>
            <a:r>
              <a:rPr lang="en-US" sz="800" baseline="0" err="1">
                <a:solidFill>
                  <a:schemeClr val="bg1"/>
                </a:solidFill>
                <a:latin typeface="Arial"/>
                <a:cs typeface="Arial"/>
              </a:rPr>
              <a:t>Toute</a:t>
            </a:r>
            <a:r>
              <a:rPr lang="en-US" sz="800" baseline="0">
                <a:solidFill>
                  <a:schemeClr val="bg1"/>
                </a:solidFill>
                <a:latin typeface="Arial"/>
                <a:cs typeface="Arial"/>
              </a:rPr>
              <a:t> </a:t>
            </a:r>
            <a:r>
              <a:rPr lang="en-US" sz="800" baseline="0" err="1">
                <a:solidFill>
                  <a:schemeClr val="bg1"/>
                </a:solidFill>
                <a:latin typeface="Arial"/>
                <a:cs typeface="Arial"/>
              </a:rPr>
              <a:t>traduction</a:t>
            </a:r>
            <a:r>
              <a:rPr lang="en-US" sz="800" baseline="0">
                <a:solidFill>
                  <a:schemeClr val="bg1"/>
                </a:solidFill>
                <a:latin typeface="Arial"/>
                <a:cs typeface="Arial"/>
              </a:rPr>
              <a:t> </a:t>
            </a:r>
            <a:r>
              <a:rPr lang="en-US" sz="800" baseline="0" err="1">
                <a:solidFill>
                  <a:schemeClr val="bg1"/>
                </a:solidFill>
                <a:latin typeface="Arial"/>
                <a:cs typeface="Arial"/>
              </a:rPr>
              <a:t>ou</a:t>
            </a:r>
            <a:r>
              <a:rPr lang="en-US" sz="800" baseline="0">
                <a:solidFill>
                  <a:schemeClr val="bg1"/>
                </a:solidFill>
                <a:latin typeface="Arial"/>
                <a:cs typeface="Arial"/>
              </a:rPr>
              <a:t> reproduction sous </a:t>
            </a:r>
            <a:r>
              <a:rPr lang="en-US" sz="800" baseline="0" err="1">
                <a:solidFill>
                  <a:schemeClr val="bg1"/>
                </a:solidFill>
                <a:latin typeface="Arial"/>
                <a:cs typeface="Arial"/>
              </a:rPr>
              <a:t>quelque</a:t>
            </a:r>
            <a:r>
              <a:rPr lang="en-US" sz="800" baseline="0">
                <a:solidFill>
                  <a:schemeClr val="bg1"/>
                </a:solidFill>
                <a:latin typeface="Arial"/>
                <a:cs typeface="Arial"/>
              </a:rPr>
              <a:t> </a:t>
            </a:r>
            <a:r>
              <a:rPr lang="en-US" sz="800" baseline="0" err="1">
                <a:solidFill>
                  <a:schemeClr val="bg1"/>
                </a:solidFill>
                <a:latin typeface="Arial"/>
                <a:cs typeface="Arial"/>
              </a:rPr>
              <a:t>forme</a:t>
            </a:r>
            <a:r>
              <a:rPr lang="en-US" sz="800" baseline="0">
                <a:solidFill>
                  <a:schemeClr val="bg1"/>
                </a:solidFill>
                <a:latin typeface="Arial"/>
                <a:cs typeface="Arial"/>
              </a:rPr>
              <a:t> </a:t>
            </a:r>
            <a:r>
              <a:rPr lang="en-US" sz="800" baseline="0" err="1">
                <a:solidFill>
                  <a:schemeClr val="bg1"/>
                </a:solidFill>
                <a:latin typeface="Arial"/>
                <a:cs typeface="Arial"/>
              </a:rPr>
              <a:t>que</a:t>
            </a:r>
            <a:r>
              <a:rPr lang="en-US" sz="800" baseline="0">
                <a:solidFill>
                  <a:schemeClr val="bg1"/>
                </a:solidFill>
                <a:latin typeface="Arial"/>
                <a:cs typeface="Arial"/>
              </a:rPr>
              <a:t> </a:t>
            </a:r>
            <a:r>
              <a:rPr lang="en-US" sz="800" baseline="0" err="1">
                <a:solidFill>
                  <a:schemeClr val="bg1"/>
                </a:solidFill>
                <a:latin typeface="Arial"/>
                <a:cs typeface="Arial"/>
              </a:rPr>
              <a:t>ce</a:t>
            </a:r>
            <a:r>
              <a:rPr lang="en-US" sz="800" baseline="0">
                <a:solidFill>
                  <a:schemeClr val="bg1"/>
                </a:solidFill>
                <a:latin typeface="Arial"/>
                <a:cs typeface="Arial"/>
              </a:rPr>
              <a:t> </a:t>
            </a:r>
            <a:r>
              <a:rPr lang="en-US" sz="800" baseline="0" err="1">
                <a:solidFill>
                  <a:schemeClr val="bg1"/>
                </a:solidFill>
                <a:latin typeface="Arial"/>
                <a:cs typeface="Arial"/>
              </a:rPr>
              <a:t>soit</a:t>
            </a:r>
            <a:r>
              <a:rPr lang="en-US" sz="800" baseline="0">
                <a:solidFill>
                  <a:schemeClr val="bg1"/>
                </a:solidFill>
                <a:latin typeface="Arial"/>
                <a:cs typeface="Arial"/>
              </a:rPr>
              <a:t> </a:t>
            </a:r>
            <a:r>
              <a:rPr lang="en-US" sz="800" baseline="0" err="1">
                <a:solidFill>
                  <a:schemeClr val="bg1"/>
                </a:solidFill>
                <a:latin typeface="Arial"/>
                <a:cs typeface="Arial"/>
              </a:rPr>
              <a:t>est</a:t>
            </a:r>
            <a:r>
              <a:rPr lang="en-US" sz="800" baseline="0">
                <a:solidFill>
                  <a:schemeClr val="bg1"/>
                </a:solidFill>
                <a:latin typeface="Arial"/>
                <a:cs typeface="Arial"/>
              </a:rPr>
              <a:t> </a:t>
            </a:r>
            <a:r>
              <a:rPr lang="en-US" sz="800" baseline="0" err="1">
                <a:solidFill>
                  <a:schemeClr val="bg1"/>
                </a:solidFill>
                <a:latin typeface="Arial"/>
                <a:cs typeface="Arial"/>
              </a:rPr>
              <a:t>interdite</a:t>
            </a:r>
            <a:r>
              <a:rPr lang="en-US" sz="800" baseline="0">
                <a:solidFill>
                  <a:schemeClr val="bg1"/>
                </a:solidFill>
                <a:latin typeface="Arial"/>
                <a:cs typeface="Arial"/>
              </a:rPr>
              <a:t>.</a:t>
            </a:r>
          </a:p>
        </p:txBody>
      </p:sp>
    </p:spTree>
    <p:extLst>
      <p:ext uri="{BB962C8B-B14F-4D97-AF65-F5344CB8AC3E}">
        <p14:creationId xmlns:p14="http://schemas.microsoft.com/office/powerpoint/2010/main" val="22557203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ITRE NOI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FB326BD-7D0B-F343-AB49-EC6A16EBB591}"/>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20F51F25-6689-5645-B9A7-6B170AF79939}"/>
              </a:ext>
            </a:extLst>
          </p:cNvPr>
          <p:cNvPicPr>
            <a:picLocks noChangeAspect="1"/>
          </p:cNvPicPr>
          <p:nvPr/>
        </p:nvPicPr>
        <p:blipFill>
          <a:blip r:embed="rId2">
            <a:alphaModFix amt="25000"/>
          </a:blip>
          <a:stretch>
            <a:fillRect/>
          </a:stretch>
        </p:blipFill>
        <p:spPr>
          <a:xfrm>
            <a:off x="0" y="0"/>
            <a:ext cx="12192000" cy="6858000"/>
          </a:xfrm>
          <a:prstGeom prst="rect">
            <a:avLst/>
          </a:prstGeom>
        </p:spPr>
      </p:pic>
      <p:sp>
        <p:nvSpPr>
          <p:cNvPr id="6" name="Text Placeholder 3">
            <a:extLst>
              <a:ext uri="{FF2B5EF4-FFF2-40B4-BE49-F238E27FC236}">
                <a16:creationId xmlns:a16="http://schemas.microsoft.com/office/drawing/2014/main" id="{3E7836A4-2567-554F-9370-6D8EC6ACDA4D}"/>
              </a:ext>
            </a:extLst>
          </p:cNvPr>
          <p:cNvSpPr>
            <a:spLocks noGrp="1"/>
          </p:cNvSpPr>
          <p:nvPr>
            <p:ph type="body" sz="quarter" idx="10" hasCustomPrompt="1"/>
          </p:nvPr>
        </p:nvSpPr>
        <p:spPr>
          <a:xfrm>
            <a:off x="838200" y="806401"/>
            <a:ext cx="10515600" cy="397545"/>
          </a:xfrm>
        </p:spPr>
        <p:txBody>
          <a:bodyPr>
            <a:spAutoFit/>
          </a:bodyPr>
          <a:lstStyle>
            <a:lvl1pPr marL="0" indent="0">
              <a:lnSpc>
                <a:spcPts val="3067"/>
              </a:lnSpc>
              <a:spcAft>
                <a:spcPts val="0"/>
              </a:spcAft>
              <a:buNone/>
              <a:defRPr sz="2667" b="1">
                <a:solidFill>
                  <a:schemeClr val="accent1"/>
                </a:solidFill>
              </a:defRPr>
            </a:lvl1pPr>
          </a:lstStyle>
          <a:p>
            <a:pPr lvl="0"/>
            <a:r>
              <a:rPr lang="en-US"/>
              <a:t>Click to edit subtitle</a:t>
            </a:r>
          </a:p>
        </p:txBody>
      </p:sp>
      <p:sp>
        <p:nvSpPr>
          <p:cNvPr id="7" name="Text Placeholder 13">
            <a:extLst>
              <a:ext uri="{FF2B5EF4-FFF2-40B4-BE49-F238E27FC236}">
                <a16:creationId xmlns:a16="http://schemas.microsoft.com/office/drawing/2014/main" id="{F9697C0D-E4ED-AC49-B8E4-4815F735EE01}"/>
              </a:ext>
            </a:extLst>
          </p:cNvPr>
          <p:cNvSpPr>
            <a:spLocks noGrp="1"/>
          </p:cNvSpPr>
          <p:nvPr>
            <p:ph type="body" sz="quarter" idx="11" hasCustomPrompt="1"/>
          </p:nvPr>
        </p:nvSpPr>
        <p:spPr>
          <a:xfrm>
            <a:off x="838200" y="482601"/>
            <a:ext cx="10515600" cy="431800"/>
          </a:xfrm>
        </p:spPr>
        <p:txBody>
          <a:bodyPr>
            <a:normAutofit/>
          </a:bodyPr>
          <a:lstStyle>
            <a:lvl1pPr marL="0" indent="0">
              <a:lnSpc>
                <a:spcPts val="2400"/>
              </a:lnSpc>
              <a:buNone/>
              <a:defRPr sz="2400" b="1" i="0" cap="all" baseline="0">
                <a:solidFill>
                  <a:schemeClr val="bg1"/>
                </a:solidFill>
              </a:defRPr>
            </a:lvl1pPr>
          </a:lstStyle>
          <a:p>
            <a:pPr lvl="0"/>
            <a:r>
              <a:rPr lang="en-US" err="1"/>
              <a:t>Thème</a:t>
            </a:r>
            <a:endParaRPr lang="en-US"/>
          </a:p>
        </p:txBody>
      </p:sp>
      <p:sp>
        <p:nvSpPr>
          <p:cNvPr id="8" name="Slide Number Placeholder 5">
            <a:extLst>
              <a:ext uri="{FF2B5EF4-FFF2-40B4-BE49-F238E27FC236}">
                <a16:creationId xmlns:a16="http://schemas.microsoft.com/office/drawing/2014/main" id="{55B2410F-9028-EC49-8C02-72C40E933634}"/>
              </a:ext>
            </a:extLst>
          </p:cNvPr>
          <p:cNvSpPr txBox="1">
            <a:spLocks/>
          </p:cNvSpPr>
          <p:nvPr/>
        </p:nvSpPr>
        <p:spPr>
          <a:xfrm>
            <a:off x="838200" y="6524902"/>
            <a:ext cx="167999" cy="167999"/>
          </a:xfrm>
          <a:prstGeom prst="rect">
            <a:avLst/>
          </a:prstGeom>
          <a:solidFill>
            <a:schemeClr val="accent6">
              <a:alpha val="40000"/>
            </a:schemeClr>
          </a:solidFill>
          <a:ln>
            <a:noFill/>
          </a:ln>
        </p:spPr>
        <p:txBody>
          <a:bodyPr vert="horz" lIns="0" tIns="0" rIns="0" bIns="0" rtlCol="0" anchor="ctr" anchorCtr="1"/>
          <a:lstStyle>
            <a:defPPr>
              <a:defRPr lang="en-US"/>
            </a:defPPr>
            <a:lvl1pPr marL="0" algn="ctr" defTabSz="685800" rtl="0" eaLnBrk="1" latinLnBrk="0" hangingPunct="1">
              <a:defRPr sz="600" b="1" i="0" kern="1200">
                <a:solidFill>
                  <a:schemeClr val="bg1"/>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389CCF2F-7E28-FB4D-B276-4AB2C7C2895F}" type="slidenum">
              <a:rPr lang="en-US" sz="800" smtClean="0"/>
              <a:pPr/>
              <a:t>‹N°›</a:t>
            </a:fld>
            <a:endParaRPr lang="en-CA" sz="800"/>
          </a:p>
        </p:txBody>
      </p:sp>
      <p:pic>
        <p:nvPicPr>
          <p:cNvPr id="9" name="Picture 8">
            <a:extLst>
              <a:ext uri="{FF2B5EF4-FFF2-40B4-BE49-F238E27FC236}">
                <a16:creationId xmlns:a16="http://schemas.microsoft.com/office/drawing/2014/main" id="{27F969CA-3995-AF49-95E6-B71362178034}"/>
              </a:ext>
            </a:extLst>
          </p:cNvPr>
          <p:cNvPicPr>
            <a:picLocks noChangeAspect="1"/>
          </p:cNvPicPr>
          <p:nvPr/>
        </p:nvPicPr>
        <p:blipFill>
          <a:blip r:embed="rId3"/>
          <a:stretch>
            <a:fillRect/>
          </a:stretch>
        </p:blipFill>
        <p:spPr>
          <a:xfrm>
            <a:off x="9955033" y="5861724"/>
            <a:ext cx="1845289" cy="1261229"/>
          </a:xfrm>
          <a:prstGeom prst="rect">
            <a:avLst/>
          </a:prstGeom>
        </p:spPr>
      </p:pic>
      <p:sp>
        <p:nvSpPr>
          <p:cNvPr id="10" name="Rectangle 9">
            <a:extLst>
              <a:ext uri="{FF2B5EF4-FFF2-40B4-BE49-F238E27FC236}">
                <a16:creationId xmlns:a16="http://schemas.microsoft.com/office/drawing/2014/main" id="{7A308B96-DF7F-0B45-ACE9-2B2C7ECE93B9}"/>
              </a:ext>
            </a:extLst>
          </p:cNvPr>
          <p:cNvSpPr/>
          <p:nvPr/>
        </p:nvSpPr>
        <p:spPr>
          <a:xfrm>
            <a:off x="838201" y="1439335"/>
            <a:ext cx="10519833" cy="46676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Content Placeholder 2">
            <a:extLst>
              <a:ext uri="{FF2B5EF4-FFF2-40B4-BE49-F238E27FC236}">
                <a16:creationId xmlns:a16="http://schemas.microsoft.com/office/drawing/2014/main" id="{D26406D7-AC5B-E04F-8654-B634E5F7F50F}"/>
              </a:ext>
            </a:extLst>
          </p:cNvPr>
          <p:cNvSpPr>
            <a:spLocks noGrp="1"/>
          </p:cNvSpPr>
          <p:nvPr>
            <p:ph idx="1"/>
          </p:nvPr>
        </p:nvSpPr>
        <p:spPr>
          <a:xfrm>
            <a:off x="994288" y="1892300"/>
            <a:ext cx="10203425" cy="40758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2" name="ZoneTexte 11">
            <a:extLst>
              <a:ext uri="{FF2B5EF4-FFF2-40B4-BE49-F238E27FC236}">
                <a16:creationId xmlns:a16="http://schemas.microsoft.com/office/drawing/2014/main" id="{0581CB16-AE9C-4487-9D8A-2E90221DEB1A}"/>
              </a:ext>
            </a:extLst>
          </p:cNvPr>
          <p:cNvSpPr txBox="1"/>
          <p:nvPr/>
        </p:nvSpPr>
        <p:spPr>
          <a:xfrm>
            <a:off x="2969957" y="6401791"/>
            <a:ext cx="6252087" cy="440096"/>
          </a:xfrm>
          <a:prstGeom prst="rect">
            <a:avLst/>
          </a:prstGeom>
          <a:noFill/>
        </p:spPr>
        <p:txBody>
          <a:bodyPr wrap="square" lIns="0" tIns="0" rIns="240000" bIns="192000" rtlCol="0" anchor="b"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800" baseline="0">
                <a:solidFill>
                  <a:schemeClr val="bg1"/>
                </a:solidFill>
                <a:latin typeface="Arial"/>
                <a:cs typeface="Arial"/>
              </a:rPr>
              <a:t>Copyright© 2019, HEC Montréal. </a:t>
            </a:r>
            <a:r>
              <a:rPr lang="en-US" sz="800" baseline="0" err="1">
                <a:solidFill>
                  <a:schemeClr val="bg1"/>
                </a:solidFill>
                <a:latin typeface="Arial"/>
                <a:cs typeface="Arial"/>
              </a:rPr>
              <a:t>Tous</a:t>
            </a:r>
            <a:r>
              <a:rPr lang="en-US" sz="800" baseline="0">
                <a:solidFill>
                  <a:schemeClr val="bg1"/>
                </a:solidFill>
                <a:latin typeface="Arial"/>
                <a:cs typeface="Arial"/>
              </a:rPr>
              <a:t> droits </a:t>
            </a:r>
            <a:r>
              <a:rPr lang="en-US" sz="800" baseline="0" err="1">
                <a:solidFill>
                  <a:schemeClr val="bg1"/>
                </a:solidFill>
                <a:latin typeface="Arial"/>
                <a:cs typeface="Arial"/>
              </a:rPr>
              <a:t>réservés</a:t>
            </a:r>
            <a:r>
              <a:rPr lang="en-US" sz="800" baseline="0">
                <a:solidFill>
                  <a:schemeClr val="bg1"/>
                </a:solidFill>
                <a:latin typeface="Arial"/>
                <a:cs typeface="Arial"/>
              </a:rPr>
              <a:t>. </a:t>
            </a:r>
            <a:r>
              <a:rPr lang="en-US" sz="800" baseline="0" err="1">
                <a:solidFill>
                  <a:schemeClr val="bg1"/>
                </a:solidFill>
                <a:latin typeface="Arial"/>
                <a:cs typeface="Arial"/>
              </a:rPr>
              <a:t>Toute</a:t>
            </a:r>
            <a:r>
              <a:rPr lang="en-US" sz="800" baseline="0">
                <a:solidFill>
                  <a:schemeClr val="bg1"/>
                </a:solidFill>
                <a:latin typeface="Arial"/>
                <a:cs typeface="Arial"/>
              </a:rPr>
              <a:t> </a:t>
            </a:r>
            <a:r>
              <a:rPr lang="en-US" sz="800" baseline="0" err="1">
                <a:solidFill>
                  <a:schemeClr val="bg1"/>
                </a:solidFill>
                <a:latin typeface="Arial"/>
                <a:cs typeface="Arial"/>
              </a:rPr>
              <a:t>traduction</a:t>
            </a:r>
            <a:r>
              <a:rPr lang="en-US" sz="800" baseline="0">
                <a:solidFill>
                  <a:schemeClr val="bg1"/>
                </a:solidFill>
                <a:latin typeface="Arial"/>
                <a:cs typeface="Arial"/>
              </a:rPr>
              <a:t> </a:t>
            </a:r>
            <a:r>
              <a:rPr lang="en-US" sz="800" baseline="0" err="1">
                <a:solidFill>
                  <a:schemeClr val="bg1"/>
                </a:solidFill>
                <a:latin typeface="Arial"/>
                <a:cs typeface="Arial"/>
              </a:rPr>
              <a:t>ou</a:t>
            </a:r>
            <a:r>
              <a:rPr lang="en-US" sz="800" baseline="0">
                <a:solidFill>
                  <a:schemeClr val="bg1"/>
                </a:solidFill>
                <a:latin typeface="Arial"/>
                <a:cs typeface="Arial"/>
              </a:rPr>
              <a:t> reproduction sous </a:t>
            </a:r>
            <a:r>
              <a:rPr lang="en-US" sz="800" baseline="0" err="1">
                <a:solidFill>
                  <a:schemeClr val="bg1"/>
                </a:solidFill>
                <a:latin typeface="Arial"/>
                <a:cs typeface="Arial"/>
              </a:rPr>
              <a:t>quelque</a:t>
            </a:r>
            <a:r>
              <a:rPr lang="en-US" sz="800" baseline="0">
                <a:solidFill>
                  <a:schemeClr val="bg1"/>
                </a:solidFill>
                <a:latin typeface="Arial"/>
                <a:cs typeface="Arial"/>
              </a:rPr>
              <a:t> </a:t>
            </a:r>
            <a:r>
              <a:rPr lang="en-US" sz="800" baseline="0" err="1">
                <a:solidFill>
                  <a:schemeClr val="bg1"/>
                </a:solidFill>
                <a:latin typeface="Arial"/>
                <a:cs typeface="Arial"/>
              </a:rPr>
              <a:t>forme</a:t>
            </a:r>
            <a:r>
              <a:rPr lang="en-US" sz="800" baseline="0">
                <a:solidFill>
                  <a:schemeClr val="bg1"/>
                </a:solidFill>
                <a:latin typeface="Arial"/>
                <a:cs typeface="Arial"/>
              </a:rPr>
              <a:t> </a:t>
            </a:r>
            <a:r>
              <a:rPr lang="en-US" sz="800" baseline="0" err="1">
                <a:solidFill>
                  <a:schemeClr val="bg1"/>
                </a:solidFill>
                <a:latin typeface="Arial"/>
                <a:cs typeface="Arial"/>
              </a:rPr>
              <a:t>que</a:t>
            </a:r>
            <a:r>
              <a:rPr lang="en-US" sz="800" baseline="0">
                <a:solidFill>
                  <a:schemeClr val="bg1"/>
                </a:solidFill>
                <a:latin typeface="Arial"/>
                <a:cs typeface="Arial"/>
              </a:rPr>
              <a:t> </a:t>
            </a:r>
            <a:r>
              <a:rPr lang="en-US" sz="800" baseline="0" err="1">
                <a:solidFill>
                  <a:schemeClr val="bg1"/>
                </a:solidFill>
                <a:latin typeface="Arial"/>
                <a:cs typeface="Arial"/>
              </a:rPr>
              <a:t>ce</a:t>
            </a:r>
            <a:r>
              <a:rPr lang="en-US" sz="800" baseline="0">
                <a:solidFill>
                  <a:schemeClr val="bg1"/>
                </a:solidFill>
                <a:latin typeface="Arial"/>
                <a:cs typeface="Arial"/>
              </a:rPr>
              <a:t> </a:t>
            </a:r>
            <a:r>
              <a:rPr lang="en-US" sz="800" baseline="0" err="1">
                <a:solidFill>
                  <a:schemeClr val="bg1"/>
                </a:solidFill>
                <a:latin typeface="Arial"/>
                <a:cs typeface="Arial"/>
              </a:rPr>
              <a:t>soit</a:t>
            </a:r>
            <a:r>
              <a:rPr lang="en-US" sz="800" baseline="0">
                <a:solidFill>
                  <a:schemeClr val="bg1"/>
                </a:solidFill>
                <a:latin typeface="Arial"/>
                <a:cs typeface="Arial"/>
              </a:rPr>
              <a:t> </a:t>
            </a:r>
            <a:r>
              <a:rPr lang="en-US" sz="800" baseline="0" err="1">
                <a:solidFill>
                  <a:schemeClr val="bg1"/>
                </a:solidFill>
                <a:latin typeface="Arial"/>
                <a:cs typeface="Arial"/>
              </a:rPr>
              <a:t>est</a:t>
            </a:r>
            <a:r>
              <a:rPr lang="en-US" sz="800" baseline="0">
                <a:solidFill>
                  <a:schemeClr val="bg1"/>
                </a:solidFill>
                <a:latin typeface="Arial"/>
                <a:cs typeface="Arial"/>
              </a:rPr>
              <a:t> </a:t>
            </a:r>
            <a:r>
              <a:rPr lang="en-US" sz="800" baseline="0" err="1">
                <a:solidFill>
                  <a:schemeClr val="bg1"/>
                </a:solidFill>
                <a:latin typeface="Arial"/>
                <a:cs typeface="Arial"/>
              </a:rPr>
              <a:t>interdite</a:t>
            </a:r>
            <a:r>
              <a:rPr lang="en-US" sz="800" baseline="0">
                <a:solidFill>
                  <a:schemeClr val="bg1"/>
                </a:solidFill>
                <a:latin typeface="Arial"/>
                <a:cs typeface="Arial"/>
              </a:rPr>
              <a:t>.</a:t>
            </a:r>
          </a:p>
        </p:txBody>
      </p:sp>
    </p:spTree>
    <p:extLst>
      <p:ext uri="{BB962C8B-B14F-4D97-AF65-F5344CB8AC3E}">
        <p14:creationId xmlns:p14="http://schemas.microsoft.com/office/powerpoint/2010/main" val="20509618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secHead" preserve="1">
  <p:cSld name="SEPARATEUR BLANC">
    <p:spTree>
      <p:nvGrpSpPr>
        <p:cNvPr id="1" name=""/>
        <p:cNvGrpSpPr/>
        <p:nvPr/>
      </p:nvGrpSpPr>
      <p:grpSpPr>
        <a:xfrm>
          <a:off x="0" y="0"/>
          <a:ext cx="0" cy="0"/>
          <a:chOff x="0" y="0"/>
          <a:chExt cx="0" cy="0"/>
        </a:xfrm>
      </p:grpSpPr>
      <p:sp>
        <p:nvSpPr>
          <p:cNvPr id="2" name="Title 1"/>
          <p:cNvSpPr>
            <a:spLocks noGrp="1"/>
          </p:cNvSpPr>
          <p:nvPr>
            <p:ph type="title"/>
          </p:nvPr>
        </p:nvSpPr>
        <p:spPr>
          <a:xfrm>
            <a:off x="831851" y="3964108"/>
            <a:ext cx="10515600" cy="598369"/>
          </a:xfrm>
          <a:prstGeom prst="rect">
            <a:avLst/>
          </a:prstGeom>
        </p:spPr>
        <p:txBody>
          <a:bodyPr anchor="b"/>
          <a:lstStyle>
            <a:lvl1pPr>
              <a:defRPr sz="6000"/>
            </a:lvl1pPr>
          </a:lstStyle>
          <a:p>
            <a:r>
              <a:rPr lang="fr-FR"/>
              <a:t>Modifiez le style du titre</a:t>
            </a:r>
            <a:endParaRPr lang="en-US"/>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r-FR"/>
              <a:t>Cliquez pour modifier les styles du texte du masque</a:t>
            </a:r>
          </a:p>
        </p:txBody>
      </p:sp>
      <p:sp>
        <p:nvSpPr>
          <p:cNvPr id="4" name="Slide Number Placeholder 5">
            <a:extLst>
              <a:ext uri="{FF2B5EF4-FFF2-40B4-BE49-F238E27FC236}">
                <a16:creationId xmlns:a16="http://schemas.microsoft.com/office/drawing/2014/main" id="{0FC03651-8682-3F42-A2A7-4262A3A8493A}"/>
              </a:ext>
            </a:extLst>
          </p:cNvPr>
          <p:cNvSpPr>
            <a:spLocks noGrp="1"/>
          </p:cNvSpPr>
          <p:nvPr>
            <p:ph type="sldNum" sz="quarter" idx="4"/>
          </p:nvPr>
        </p:nvSpPr>
        <p:spPr>
          <a:xfrm>
            <a:off x="838202" y="6524902"/>
            <a:ext cx="167999" cy="167999"/>
          </a:xfrm>
          <a:prstGeom prst="rect">
            <a:avLst/>
          </a:prstGeom>
          <a:solidFill>
            <a:schemeClr val="accent6">
              <a:alpha val="40000"/>
            </a:schemeClr>
          </a:solidFill>
          <a:ln>
            <a:noFill/>
          </a:ln>
        </p:spPr>
        <p:txBody>
          <a:bodyPr vert="horz" lIns="0" tIns="0" rIns="0" bIns="0" rtlCol="0" anchor="ctr" anchorCtr="1"/>
          <a:lstStyle>
            <a:lvl1pPr algn="ctr">
              <a:defRPr sz="800" b="1" i="0">
                <a:solidFill>
                  <a:schemeClr val="tx1"/>
                </a:solidFill>
                <a:latin typeface="Arial" panose="020B0604020202020204" pitchFamily="34" charset="0"/>
                <a:cs typeface="Arial" panose="020B0604020202020204" pitchFamily="34" charset="0"/>
              </a:defRPr>
            </a:lvl1pPr>
          </a:lstStyle>
          <a:p>
            <a:fld id="{EEB25B09-B9A6-4811-8700-6D36B9CE20D1}" type="slidenum">
              <a:rPr lang="fr-CA" smtClean="0"/>
              <a:t>‹N°›</a:t>
            </a:fld>
            <a:endParaRPr lang="fr-CA"/>
          </a:p>
        </p:txBody>
      </p:sp>
    </p:spTree>
    <p:extLst>
      <p:ext uri="{BB962C8B-B14F-4D97-AF65-F5344CB8AC3E}">
        <p14:creationId xmlns:p14="http://schemas.microsoft.com/office/powerpoint/2010/main" val="39544237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SEPARATEU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2D8F26-9E03-664C-8AAB-AF0958D6413D}"/>
              </a:ext>
            </a:extLst>
          </p:cNvPr>
          <p:cNvSpPr/>
          <p:nvPr/>
        </p:nvSpPr>
        <p:spPr>
          <a:xfrm>
            <a:off x="0" y="0"/>
            <a:ext cx="12192000" cy="6858000"/>
          </a:xfrm>
          <a:prstGeom prst="rect">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6" name="Picture 5">
            <a:extLst>
              <a:ext uri="{FF2B5EF4-FFF2-40B4-BE49-F238E27FC236}">
                <a16:creationId xmlns:a16="http://schemas.microsoft.com/office/drawing/2014/main" id="{B4F241E6-23D7-5648-9D8F-D08E15891FAE}"/>
              </a:ext>
            </a:extLst>
          </p:cNvPr>
          <p:cNvPicPr>
            <a:picLocks noChangeAspect="1"/>
          </p:cNvPicPr>
          <p:nvPr/>
        </p:nvPicPr>
        <p:blipFill>
          <a:blip r:embed="rId2"/>
          <a:stretch>
            <a:fillRect/>
          </a:stretch>
        </p:blipFill>
        <p:spPr>
          <a:xfrm>
            <a:off x="0" y="0"/>
            <a:ext cx="12192000" cy="6858000"/>
          </a:xfrm>
          <a:prstGeom prst="rect">
            <a:avLst/>
          </a:prstGeom>
        </p:spPr>
      </p:pic>
      <p:sp>
        <p:nvSpPr>
          <p:cNvPr id="4" name="Slide Number Placeholder 5">
            <a:extLst>
              <a:ext uri="{FF2B5EF4-FFF2-40B4-BE49-F238E27FC236}">
                <a16:creationId xmlns:a16="http://schemas.microsoft.com/office/drawing/2014/main" id="{0FC03651-8682-3F42-A2A7-4262A3A8493A}"/>
              </a:ext>
            </a:extLst>
          </p:cNvPr>
          <p:cNvSpPr>
            <a:spLocks noGrp="1"/>
          </p:cNvSpPr>
          <p:nvPr>
            <p:ph type="sldNum" sz="quarter" idx="4"/>
          </p:nvPr>
        </p:nvSpPr>
        <p:spPr>
          <a:xfrm>
            <a:off x="838202" y="6524902"/>
            <a:ext cx="167999" cy="167999"/>
          </a:xfrm>
          <a:prstGeom prst="rect">
            <a:avLst/>
          </a:prstGeom>
          <a:solidFill>
            <a:schemeClr val="accent6">
              <a:alpha val="40000"/>
            </a:schemeClr>
          </a:solidFill>
          <a:ln>
            <a:noFill/>
          </a:ln>
        </p:spPr>
        <p:txBody>
          <a:bodyPr vert="horz" lIns="0" tIns="0" rIns="0" bIns="0" rtlCol="0" anchor="ctr" anchorCtr="1"/>
          <a:lstStyle>
            <a:lvl1pPr algn="ctr">
              <a:defRPr sz="800" b="1" i="0">
                <a:solidFill>
                  <a:schemeClr val="tx1"/>
                </a:solidFill>
                <a:latin typeface="Arial" panose="020B0604020202020204" pitchFamily="34" charset="0"/>
                <a:cs typeface="Arial" panose="020B0604020202020204" pitchFamily="34" charset="0"/>
              </a:defRPr>
            </a:lvl1pPr>
          </a:lstStyle>
          <a:p>
            <a:fld id="{EEB25B09-B9A6-4811-8700-6D36B9CE20D1}" type="slidenum">
              <a:rPr lang="fr-CA" smtClean="0"/>
              <a:t>‹N°›</a:t>
            </a:fld>
            <a:endParaRPr lang="fr-CA"/>
          </a:p>
        </p:txBody>
      </p:sp>
      <p:sp>
        <p:nvSpPr>
          <p:cNvPr id="2" name="Title 1"/>
          <p:cNvSpPr>
            <a:spLocks noGrp="1"/>
          </p:cNvSpPr>
          <p:nvPr>
            <p:ph type="title"/>
          </p:nvPr>
        </p:nvSpPr>
        <p:spPr>
          <a:xfrm>
            <a:off x="2749553" y="3146462"/>
            <a:ext cx="8608481" cy="547159"/>
          </a:xfrm>
          <a:prstGeom prst="rect">
            <a:avLst/>
          </a:prstGeom>
        </p:spPr>
        <p:txBody>
          <a:bodyPr anchor="b"/>
          <a:lstStyle>
            <a:lvl1pPr>
              <a:lnSpc>
                <a:spcPts val="4267"/>
              </a:lnSpc>
              <a:defRPr sz="4400" baseline="0">
                <a:solidFill>
                  <a:schemeClr val="bg2"/>
                </a:solidFill>
              </a:defRPr>
            </a:lvl1pPr>
          </a:lstStyle>
          <a:p>
            <a:r>
              <a:rPr lang="fr-FR"/>
              <a:t>Modifiez le style du titre</a:t>
            </a:r>
            <a:endParaRPr lang="en-US"/>
          </a:p>
        </p:txBody>
      </p:sp>
      <p:sp>
        <p:nvSpPr>
          <p:cNvPr id="3" name="Text Placeholder 2"/>
          <p:cNvSpPr>
            <a:spLocks noGrp="1"/>
          </p:cNvSpPr>
          <p:nvPr>
            <p:ph type="body" idx="1"/>
          </p:nvPr>
        </p:nvSpPr>
        <p:spPr>
          <a:xfrm>
            <a:off x="2749553" y="3720608"/>
            <a:ext cx="8608481" cy="1500187"/>
          </a:xfrm>
        </p:spPr>
        <p:txBody>
          <a:bodyPr/>
          <a:lstStyle>
            <a:lvl1pPr marL="0" indent="0">
              <a:lnSpc>
                <a:spcPts val="2400"/>
              </a:lnSpc>
              <a:buNone/>
              <a:defRPr sz="2400" baseline="0">
                <a:solidFill>
                  <a:schemeClr val="accent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r-FR"/>
              <a:t>Cliquez pour modifier les styles du texte du masque</a:t>
            </a:r>
          </a:p>
        </p:txBody>
      </p:sp>
      <p:pic>
        <p:nvPicPr>
          <p:cNvPr id="8" name="Picture 7">
            <a:extLst>
              <a:ext uri="{FF2B5EF4-FFF2-40B4-BE49-F238E27FC236}">
                <a16:creationId xmlns:a16="http://schemas.microsoft.com/office/drawing/2014/main" id="{D5E3357C-4D3F-8244-B7EA-1EBF31E1BA52}"/>
              </a:ext>
            </a:extLst>
          </p:cNvPr>
          <p:cNvPicPr>
            <a:picLocks noChangeAspect="1"/>
          </p:cNvPicPr>
          <p:nvPr/>
        </p:nvPicPr>
        <p:blipFill>
          <a:blip r:embed="rId3"/>
          <a:stretch>
            <a:fillRect/>
          </a:stretch>
        </p:blipFill>
        <p:spPr>
          <a:xfrm>
            <a:off x="9955033" y="5861725"/>
            <a:ext cx="1845289" cy="1261231"/>
          </a:xfrm>
          <a:prstGeom prst="rect">
            <a:avLst/>
          </a:prstGeom>
        </p:spPr>
      </p:pic>
      <p:sp>
        <p:nvSpPr>
          <p:cNvPr id="10" name="Text Placeholder 9">
            <a:extLst>
              <a:ext uri="{FF2B5EF4-FFF2-40B4-BE49-F238E27FC236}">
                <a16:creationId xmlns:a16="http://schemas.microsoft.com/office/drawing/2014/main" id="{ED9499FB-983B-9C4D-8D46-44FE6804CF37}"/>
              </a:ext>
            </a:extLst>
          </p:cNvPr>
          <p:cNvSpPr>
            <a:spLocks noGrp="1"/>
          </p:cNvSpPr>
          <p:nvPr>
            <p:ph type="body" sz="quarter" idx="10" hasCustomPrompt="1"/>
          </p:nvPr>
        </p:nvSpPr>
        <p:spPr>
          <a:xfrm>
            <a:off x="915072" y="2709000"/>
            <a:ext cx="1440000" cy="1440000"/>
          </a:xfrm>
          <a:ln w="127000">
            <a:solidFill>
              <a:schemeClr val="bg2"/>
            </a:solidFill>
            <a:miter lim="800000"/>
          </a:ln>
        </p:spPr>
        <p:txBody>
          <a:bodyPr anchor="ctr" anchorCtr="0"/>
          <a:lstStyle>
            <a:lvl1pPr marL="0" indent="0" algn="ctr">
              <a:lnSpc>
                <a:spcPts val="8000"/>
              </a:lnSpc>
              <a:buFontTx/>
              <a:buNone/>
              <a:defRPr sz="8000" b="1" i="0" cap="all" baseline="0">
                <a:solidFill>
                  <a:schemeClr val="accent1"/>
                </a:solidFill>
              </a:defRPr>
            </a:lvl1pPr>
            <a:lvl2pPr marL="357707" indent="0">
              <a:buFontTx/>
              <a:buNone/>
              <a:defRPr/>
            </a:lvl2pPr>
            <a:lvl3pPr marL="715415" indent="0">
              <a:buFontTx/>
              <a:buNone/>
              <a:defRPr/>
            </a:lvl3pPr>
            <a:lvl4pPr marL="954592" indent="0">
              <a:buFontTx/>
              <a:buNone/>
              <a:defRPr/>
            </a:lvl4pPr>
            <a:lvl5pPr marL="1193770" indent="0">
              <a:buFontTx/>
              <a:buNone/>
              <a:defRPr/>
            </a:lvl5pPr>
          </a:lstStyle>
          <a:p>
            <a:pPr lvl="0"/>
            <a:r>
              <a:rPr lang="en-US"/>
              <a:t>1</a:t>
            </a:r>
          </a:p>
        </p:txBody>
      </p:sp>
      <p:sp>
        <p:nvSpPr>
          <p:cNvPr id="9" name="ZoneTexte 8">
            <a:extLst>
              <a:ext uri="{FF2B5EF4-FFF2-40B4-BE49-F238E27FC236}">
                <a16:creationId xmlns:a16="http://schemas.microsoft.com/office/drawing/2014/main" id="{6BF1D149-3798-4548-99DC-DED04461776F}"/>
              </a:ext>
            </a:extLst>
          </p:cNvPr>
          <p:cNvSpPr txBox="1"/>
          <p:nvPr/>
        </p:nvSpPr>
        <p:spPr>
          <a:xfrm>
            <a:off x="2969957" y="6524901"/>
            <a:ext cx="6252087" cy="316986"/>
          </a:xfrm>
          <a:prstGeom prst="rect">
            <a:avLst/>
          </a:prstGeom>
          <a:noFill/>
        </p:spPr>
        <p:txBody>
          <a:bodyPr wrap="square" lIns="0" tIns="0" rIns="240000" bIns="192000" rtlCol="0" anchor="b"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800" baseline="0">
                <a:solidFill>
                  <a:srgbClr val="003C71"/>
                </a:solidFill>
                <a:latin typeface="Arial"/>
                <a:cs typeface="Arial"/>
              </a:rPr>
              <a:t>Copyright© 2020 HEC Montréal. </a:t>
            </a:r>
            <a:r>
              <a:rPr lang="en-US" sz="800" baseline="0" err="1">
                <a:solidFill>
                  <a:srgbClr val="003C71"/>
                </a:solidFill>
                <a:latin typeface="Arial"/>
                <a:cs typeface="Arial"/>
              </a:rPr>
              <a:t>Tous</a:t>
            </a:r>
            <a:r>
              <a:rPr lang="en-US" sz="800" baseline="0">
                <a:solidFill>
                  <a:srgbClr val="003C71"/>
                </a:solidFill>
                <a:latin typeface="Arial"/>
                <a:cs typeface="Arial"/>
              </a:rPr>
              <a:t> droits </a:t>
            </a:r>
            <a:r>
              <a:rPr lang="en-US" sz="800" baseline="0" err="1">
                <a:solidFill>
                  <a:srgbClr val="003C71"/>
                </a:solidFill>
                <a:latin typeface="Arial"/>
                <a:cs typeface="Arial"/>
              </a:rPr>
              <a:t>réservés</a:t>
            </a:r>
            <a:r>
              <a:rPr lang="en-US" sz="800" baseline="0">
                <a:solidFill>
                  <a:srgbClr val="003C71"/>
                </a:solidFill>
                <a:latin typeface="Arial"/>
                <a:cs typeface="Arial"/>
              </a:rPr>
              <a:t>. </a:t>
            </a:r>
            <a:r>
              <a:rPr lang="en-US" sz="800" baseline="0" err="1">
                <a:solidFill>
                  <a:srgbClr val="003C71"/>
                </a:solidFill>
                <a:latin typeface="Arial"/>
                <a:cs typeface="Arial"/>
              </a:rPr>
              <a:t>Toute</a:t>
            </a:r>
            <a:r>
              <a:rPr lang="en-US" sz="800" baseline="0">
                <a:solidFill>
                  <a:srgbClr val="003C71"/>
                </a:solidFill>
                <a:latin typeface="Arial"/>
                <a:cs typeface="Arial"/>
              </a:rPr>
              <a:t> </a:t>
            </a:r>
            <a:r>
              <a:rPr lang="en-US" sz="800" baseline="0" err="1">
                <a:solidFill>
                  <a:srgbClr val="003C71"/>
                </a:solidFill>
                <a:latin typeface="Arial"/>
                <a:cs typeface="Arial"/>
              </a:rPr>
              <a:t>traduction</a:t>
            </a:r>
            <a:r>
              <a:rPr lang="en-US" sz="800" baseline="0">
                <a:solidFill>
                  <a:srgbClr val="003C71"/>
                </a:solidFill>
                <a:latin typeface="Arial"/>
                <a:cs typeface="Arial"/>
              </a:rPr>
              <a:t> </a:t>
            </a:r>
            <a:r>
              <a:rPr lang="en-US" sz="800" baseline="0" err="1">
                <a:solidFill>
                  <a:srgbClr val="003C71"/>
                </a:solidFill>
                <a:latin typeface="Arial"/>
                <a:cs typeface="Arial"/>
              </a:rPr>
              <a:t>ou</a:t>
            </a:r>
            <a:r>
              <a:rPr lang="en-US" sz="800" baseline="0">
                <a:solidFill>
                  <a:srgbClr val="003C71"/>
                </a:solidFill>
                <a:latin typeface="Arial"/>
                <a:cs typeface="Arial"/>
              </a:rPr>
              <a:t> reproduction sous </a:t>
            </a:r>
            <a:r>
              <a:rPr lang="en-US" sz="800" baseline="0" err="1">
                <a:solidFill>
                  <a:srgbClr val="003C71"/>
                </a:solidFill>
                <a:latin typeface="Arial"/>
                <a:cs typeface="Arial"/>
              </a:rPr>
              <a:t>quelque</a:t>
            </a:r>
            <a:r>
              <a:rPr lang="en-US" sz="800" baseline="0">
                <a:solidFill>
                  <a:srgbClr val="003C71"/>
                </a:solidFill>
                <a:latin typeface="Arial"/>
                <a:cs typeface="Arial"/>
              </a:rPr>
              <a:t> </a:t>
            </a:r>
            <a:r>
              <a:rPr lang="en-US" sz="800" baseline="0" err="1">
                <a:solidFill>
                  <a:srgbClr val="003C71"/>
                </a:solidFill>
                <a:latin typeface="Arial"/>
                <a:cs typeface="Arial"/>
              </a:rPr>
              <a:t>forme</a:t>
            </a:r>
            <a:r>
              <a:rPr lang="en-US" sz="800" baseline="0">
                <a:solidFill>
                  <a:srgbClr val="003C71"/>
                </a:solidFill>
                <a:latin typeface="Arial"/>
                <a:cs typeface="Arial"/>
              </a:rPr>
              <a:t> </a:t>
            </a:r>
            <a:r>
              <a:rPr lang="en-US" sz="800" baseline="0" err="1">
                <a:solidFill>
                  <a:srgbClr val="003C71"/>
                </a:solidFill>
                <a:latin typeface="Arial"/>
                <a:cs typeface="Arial"/>
              </a:rPr>
              <a:t>que</a:t>
            </a:r>
            <a:r>
              <a:rPr lang="en-US" sz="800" baseline="0">
                <a:solidFill>
                  <a:srgbClr val="003C71"/>
                </a:solidFill>
                <a:latin typeface="Arial"/>
                <a:cs typeface="Arial"/>
              </a:rPr>
              <a:t> </a:t>
            </a:r>
            <a:r>
              <a:rPr lang="en-US" sz="800" baseline="0" err="1">
                <a:solidFill>
                  <a:srgbClr val="003C71"/>
                </a:solidFill>
                <a:latin typeface="Arial"/>
                <a:cs typeface="Arial"/>
              </a:rPr>
              <a:t>ce</a:t>
            </a:r>
            <a:r>
              <a:rPr lang="en-US" sz="800" baseline="0">
                <a:solidFill>
                  <a:srgbClr val="003C71"/>
                </a:solidFill>
                <a:latin typeface="Arial"/>
                <a:cs typeface="Arial"/>
              </a:rPr>
              <a:t> </a:t>
            </a:r>
            <a:r>
              <a:rPr lang="en-US" sz="800" baseline="0" err="1">
                <a:solidFill>
                  <a:srgbClr val="003C71"/>
                </a:solidFill>
                <a:latin typeface="Arial"/>
                <a:cs typeface="Arial"/>
              </a:rPr>
              <a:t>soit</a:t>
            </a:r>
            <a:r>
              <a:rPr lang="en-US" sz="800" baseline="0">
                <a:solidFill>
                  <a:srgbClr val="003C71"/>
                </a:solidFill>
                <a:latin typeface="Arial"/>
                <a:cs typeface="Arial"/>
              </a:rPr>
              <a:t> </a:t>
            </a:r>
            <a:r>
              <a:rPr lang="en-US" sz="800" baseline="0" err="1">
                <a:solidFill>
                  <a:srgbClr val="003C71"/>
                </a:solidFill>
                <a:latin typeface="Arial"/>
                <a:cs typeface="Arial"/>
              </a:rPr>
              <a:t>est</a:t>
            </a:r>
            <a:r>
              <a:rPr lang="en-US" sz="800" baseline="0">
                <a:solidFill>
                  <a:srgbClr val="003C71"/>
                </a:solidFill>
                <a:latin typeface="Arial"/>
                <a:cs typeface="Arial"/>
              </a:rPr>
              <a:t> </a:t>
            </a:r>
            <a:r>
              <a:rPr lang="en-US" sz="800" baseline="0" err="1">
                <a:solidFill>
                  <a:srgbClr val="003C71"/>
                </a:solidFill>
                <a:latin typeface="Arial"/>
                <a:cs typeface="Arial"/>
              </a:rPr>
              <a:t>interdite</a:t>
            </a:r>
            <a:r>
              <a:rPr lang="en-US" sz="800" baseline="0">
                <a:solidFill>
                  <a:srgbClr val="003C71"/>
                </a:solidFill>
                <a:latin typeface="Arial"/>
                <a:cs typeface="Arial"/>
              </a:rPr>
              <a:t>.</a:t>
            </a:r>
          </a:p>
        </p:txBody>
      </p:sp>
    </p:spTree>
    <p:extLst>
      <p:ext uri="{BB962C8B-B14F-4D97-AF65-F5344CB8AC3E}">
        <p14:creationId xmlns:p14="http://schemas.microsoft.com/office/powerpoint/2010/main" val="22257864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S-TITRE">
    <p:spTree>
      <p:nvGrpSpPr>
        <p:cNvPr id="1" name=""/>
        <p:cNvGrpSpPr/>
        <p:nvPr/>
      </p:nvGrpSpPr>
      <p:grpSpPr>
        <a:xfrm>
          <a:off x="0" y="0"/>
          <a:ext cx="0" cy="0"/>
          <a:chOff x="0" y="0"/>
          <a:chExt cx="0" cy="0"/>
        </a:xfrm>
      </p:grpSpPr>
      <p:sp>
        <p:nvSpPr>
          <p:cNvPr id="11" name="Text Placeholder 13">
            <a:extLst>
              <a:ext uri="{FF2B5EF4-FFF2-40B4-BE49-F238E27FC236}">
                <a16:creationId xmlns:a16="http://schemas.microsoft.com/office/drawing/2014/main" id="{08977904-AFCB-C14E-8C77-D19C03460B19}"/>
              </a:ext>
            </a:extLst>
          </p:cNvPr>
          <p:cNvSpPr>
            <a:spLocks noGrp="1"/>
          </p:cNvSpPr>
          <p:nvPr>
            <p:ph type="body" sz="quarter" idx="11" hasCustomPrompt="1"/>
          </p:nvPr>
        </p:nvSpPr>
        <p:spPr>
          <a:xfrm>
            <a:off x="838200" y="482601"/>
            <a:ext cx="10515600" cy="431800"/>
          </a:xfrm>
        </p:spPr>
        <p:txBody>
          <a:bodyPr>
            <a:normAutofit/>
          </a:bodyPr>
          <a:lstStyle>
            <a:lvl1pPr marL="0" indent="0">
              <a:lnSpc>
                <a:spcPts val="2400"/>
              </a:lnSpc>
              <a:buNone/>
              <a:defRPr sz="2400" b="1" i="0" cap="all" baseline="0"/>
            </a:lvl1pPr>
          </a:lstStyle>
          <a:p>
            <a:pPr lvl="0"/>
            <a:r>
              <a:rPr lang="en-US" err="1"/>
              <a:t>Thème</a:t>
            </a:r>
            <a:endParaRPr lang="en-US"/>
          </a:p>
        </p:txBody>
      </p:sp>
      <p:sp>
        <p:nvSpPr>
          <p:cNvPr id="5" name="Slide Number Placeholder 5">
            <a:extLst>
              <a:ext uri="{FF2B5EF4-FFF2-40B4-BE49-F238E27FC236}">
                <a16:creationId xmlns:a16="http://schemas.microsoft.com/office/drawing/2014/main" id="{111864B4-FF4D-F74D-AE3F-64E77F44826E}"/>
              </a:ext>
            </a:extLst>
          </p:cNvPr>
          <p:cNvSpPr>
            <a:spLocks noGrp="1"/>
          </p:cNvSpPr>
          <p:nvPr>
            <p:ph type="sldNum" sz="quarter" idx="4"/>
          </p:nvPr>
        </p:nvSpPr>
        <p:spPr>
          <a:xfrm>
            <a:off x="838202" y="6524902"/>
            <a:ext cx="167999" cy="167999"/>
          </a:xfrm>
          <a:prstGeom prst="rect">
            <a:avLst/>
          </a:prstGeom>
          <a:solidFill>
            <a:schemeClr val="accent6">
              <a:alpha val="40000"/>
            </a:schemeClr>
          </a:solidFill>
          <a:ln>
            <a:noFill/>
          </a:ln>
        </p:spPr>
        <p:txBody>
          <a:bodyPr vert="horz" lIns="0" tIns="0" rIns="0" bIns="0" rtlCol="0" anchor="ctr" anchorCtr="1"/>
          <a:lstStyle>
            <a:lvl1pPr algn="ctr">
              <a:defRPr sz="800" b="1" i="0">
                <a:solidFill>
                  <a:schemeClr val="tx1"/>
                </a:solidFill>
                <a:latin typeface="Arial" panose="020B0604020202020204" pitchFamily="34" charset="0"/>
                <a:cs typeface="Arial" panose="020B0604020202020204" pitchFamily="34" charset="0"/>
              </a:defRPr>
            </a:lvl1pPr>
          </a:lstStyle>
          <a:p>
            <a:fld id="{EEB25B09-B9A6-4811-8700-6D36B9CE20D1}" type="slidenum">
              <a:rPr lang="fr-CA" smtClean="0"/>
              <a:t>‹N°›</a:t>
            </a:fld>
            <a:endParaRPr lang="fr-CA"/>
          </a:p>
        </p:txBody>
      </p:sp>
      <p:sp>
        <p:nvSpPr>
          <p:cNvPr id="6" name="Content Placeholder 2">
            <a:extLst>
              <a:ext uri="{FF2B5EF4-FFF2-40B4-BE49-F238E27FC236}">
                <a16:creationId xmlns:a16="http://schemas.microsoft.com/office/drawing/2014/main" id="{A2FC8DF6-AB48-CF49-8356-B76E4D1F0BD4}"/>
              </a:ext>
            </a:extLst>
          </p:cNvPr>
          <p:cNvSpPr>
            <a:spLocks noGrp="1"/>
          </p:cNvSpPr>
          <p:nvPr>
            <p:ph idx="1"/>
          </p:nvPr>
        </p:nvSpPr>
        <p:spPr>
          <a:xfrm>
            <a:off x="838200" y="1892301"/>
            <a:ext cx="10515600" cy="4224867"/>
          </a:xfrm>
        </p:spPr>
        <p:txBody>
          <a:bodyPr>
            <a:normAutofit/>
          </a:bodyPr>
          <a:lstStyle>
            <a:lvl1pPr marL="0" indent="0">
              <a:lnSpc>
                <a:spcPts val="2667"/>
              </a:lnSpc>
              <a:spcAft>
                <a:spcPts val="1333"/>
              </a:spcAft>
              <a:buFontTx/>
              <a:buNone/>
              <a:defRPr sz="2133" baseline="0"/>
            </a:lvl1pPr>
            <a:lvl2pPr marL="357707" indent="0">
              <a:lnSpc>
                <a:spcPts val="2667"/>
              </a:lnSpc>
              <a:spcAft>
                <a:spcPts val="1333"/>
              </a:spcAft>
              <a:buFontTx/>
              <a:buNone/>
              <a:defRPr sz="2133" baseline="0"/>
            </a:lvl2pPr>
            <a:lvl3pPr marL="715415" indent="0">
              <a:lnSpc>
                <a:spcPts val="2667"/>
              </a:lnSpc>
              <a:spcAft>
                <a:spcPts val="1333"/>
              </a:spcAft>
              <a:buFontTx/>
              <a:buNone/>
              <a:defRPr sz="2133" baseline="0"/>
            </a:lvl3pPr>
            <a:lvl4pPr marL="954592" indent="0">
              <a:lnSpc>
                <a:spcPts val="2667"/>
              </a:lnSpc>
              <a:spcAft>
                <a:spcPts val="1333"/>
              </a:spcAft>
              <a:buFontTx/>
              <a:buNone/>
              <a:defRPr sz="2133" baseline="0"/>
            </a:lvl4pPr>
            <a:lvl5pPr marL="1193770" indent="0">
              <a:lnSpc>
                <a:spcPts val="2667"/>
              </a:lnSpc>
              <a:spcAft>
                <a:spcPts val="1333"/>
              </a:spcAft>
              <a:buFontTx/>
              <a:buNone/>
              <a:defRPr sz="2133" baseline="0"/>
            </a:lvl5pPr>
          </a:lstStyle>
          <a:p>
            <a:pPr lvl="0"/>
            <a:r>
              <a:rPr lang="fr-FR"/>
              <a:t>Cliquez pour modifier les styles du texte du masque</a:t>
            </a:r>
          </a:p>
        </p:txBody>
      </p:sp>
      <p:sp>
        <p:nvSpPr>
          <p:cNvPr id="7" name="Text Placeholder 3">
            <a:extLst>
              <a:ext uri="{FF2B5EF4-FFF2-40B4-BE49-F238E27FC236}">
                <a16:creationId xmlns:a16="http://schemas.microsoft.com/office/drawing/2014/main" id="{DA5B4CAF-7D56-CC46-8426-C252642A8425}"/>
              </a:ext>
            </a:extLst>
          </p:cNvPr>
          <p:cNvSpPr>
            <a:spLocks noGrp="1"/>
          </p:cNvSpPr>
          <p:nvPr>
            <p:ph type="body" sz="quarter" idx="10" hasCustomPrompt="1"/>
          </p:nvPr>
        </p:nvSpPr>
        <p:spPr>
          <a:xfrm>
            <a:off x="838200" y="806401"/>
            <a:ext cx="10515600" cy="397545"/>
          </a:xfrm>
        </p:spPr>
        <p:txBody>
          <a:bodyPr>
            <a:spAutoFit/>
          </a:bodyPr>
          <a:lstStyle>
            <a:lvl1pPr marL="0" indent="0">
              <a:lnSpc>
                <a:spcPts val="3067"/>
              </a:lnSpc>
              <a:spcAft>
                <a:spcPts val="0"/>
              </a:spcAft>
              <a:buNone/>
              <a:defRPr sz="2667" b="1">
                <a:solidFill>
                  <a:schemeClr val="accent1"/>
                </a:solidFill>
              </a:defRPr>
            </a:lvl1pPr>
          </a:lstStyle>
          <a:p>
            <a:pPr lvl="0"/>
            <a:r>
              <a:rPr lang="en-US"/>
              <a:t>Click to edit subtitle</a:t>
            </a:r>
          </a:p>
        </p:txBody>
      </p:sp>
    </p:spTree>
    <p:extLst>
      <p:ext uri="{BB962C8B-B14F-4D97-AF65-F5344CB8AC3E}">
        <p14:creationId xmlns:p14="http://schemas.microsoft.com/office/powerpoint/2010/main" val="501286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FORMATEUR">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E321BE2-EF31-D64A-82BD-0664B1A62019}"/>
              </a:ext>
            </a:extLst>
          </p:cNvPr>
          <p:cNvSpPr/>
          <p:nvPr/>
        </p:nvSpPr>
        <p:spPr>
          <a:xfrm>
            <a:off x="0" y="1892302"/>
            <a:ext cx="12192000" cy="4224865"/>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3" name="Picture 12">
            <a:extLst>
              <a:ext uri="{FF2B5EF4-FFF2-40B4-BE49-F238E27FC236}">
                <a16:creationId xmlns:a16="http://schemas.microsoft.com/office/drawing/2014/main" id="{7776312A-B842-134B-A740-6EDAC5FF260C}"/>
              </a:ext>
            </a:extLst>
          </p:cNvPr>
          <p:cNvPicPr>
            <a:picLocks noChangeAspect="1"/>
          </p:cNvPicPr>
          <p:nvPr/>
        </p:nvPicPr>
        <p:blipFill rotWithShape="1">
          <a:blip r:embed="rId2"/>
          <a:srcRect t="27593" b="10803"/>
          <a:stretch/>
        </p:blipFill>
        <p:spPr>
          <a:xfrm>
            <a:off x="0" y="1892301"/>
            <a:ext cx="12192000" cy="4224867"/>
          </a:xfrm>
          <a:prstGeom prst="rect">
            <a:avLst/>
          </a:prstGeom>
        </p:spPr>
      </p:pic>
      <p:sp>
        <p:nvSpPr>
          <p:cNvPr id="6" name="Content Placeholder 2">
            <a:extLst>
              <a:ext uri="{FF2B5EF4-FFF2-40B4-BE49-F238E27FC236}">
                <a16:creationId xmlns:a16="http://schemas.microsoft.com/office/drawing/2014/main" id="{A2FC8DF6-AB48-CF49-8356-B76E4D1F0BD4}"/>
              </a:ext>
            </a:extLst>
          </p:cNvPr>
          <p:cNvSpPr>
            <a:spLocks noGrp="1"/>
          </p:cNvSpPr>
          <p:nvPr>
            <p:ph idx="1"/>
          </p:nvPr>
        </p:nvSpPr>
        <p:spPr>
          <a:xfrm>
            <a:off x="3934885" y="1892301"/>
            <a:ext cx="7418915" cy="4224867"/>
          </a:xfrm>
        </p:spPr>
        <p:txBody>
          <a:bodyPr lIns="90000" tIns="90000" rIns="90000" bIns="90000" anchor="ctr" anchorCtr="0">
            <a:normAutofit/>
          </a:bodyPr>
          <a:lstStyle>
            <a:lvl1pPr marL="0" indent="0">
              <a:lnSpc>
                <a:spcPts val="2667"/>
              </a:lnSpc>
              <a:spcAft>
                <a:spcPts val="1333"/>
              </a:spcAft>
              <a:buFontTx/>
              <a:buNone/>
              <a:defRPr sz="2133" baseline="0">
                <a:solidFill>
                  <a:schemeClr val="bg2"/>
                </a:solidFill>
              </a:defRPr>
            </a:lvl1pPr>
            <a:lvl2pPr marL="357707" indent="0">
              <a:lnSpc>
                <a:spcPts val="2667"/>
              </a:lnSpc>
              <a:spcAft>
                <a:spcPts val="1333"/>
              </a:spcAft>
              <a:buFontTx/>
              <a:buNone/>
              <a:defRPr sz="2133" baseline="0"/>
            </a:lvl2pPr>
            <a:lvl3pPr marL="715415" indent="0">
              <a:lnSpc>
                <a:spcPts val="2667"/>
              </a:lnSpc>
              <a:spcAft>
                <a:spcPts val="1333"/>
              </a:spcAft>
              <a:buFontTx/>
              <a:buNone/>
              <a:defRPr sz="2133" baseline="0"/>
            </a:lvl3pPr>
            <a:lvl4pPr marL="954592" indent="0">
              <a:lnSpc>
                <a:spcPts val="2667"/>
              </a:lnSpc>
              <a:spcAft>
                <a:spcPts val="1333"/>
              </a:spcAft>
              <a:buFontTx/>
              <a:buNone/>
              <a:defRPr sz="2133" baseline="0"/>
            </a:lvl4pPr>
            <a:lvl5pPr marL="1193770" indent="0">
              <a:lnSpc>
                <a:spcPts val="2667"/>
              </a:lnSpc>
              <a:spcAft>
                <a:spcPts val="1333"/>
              </a:spcAft>
              <a:buFontTx/>
              <a:buNone/>
              <a:defRPr sz="2133" baseline="0"/>
            </a:lvl5pPr>
          </a:lstStyle>
          <a:p>
            <a:pPr lvl="0"/>
            <a:r>
              <a:rPr lang="fr-FR"/>
              <a:t>Cliquez pour modifier les styles du texte du masque</a:t>
            </a:r>
          </a:p>
        </p:txBody>
      </p:sp>
      <p:sp>
        <p:nvSpPr>
          <p:cNvPr id="3" name="Text Placeholder 2">
            <a:extLst>
              <a:ext uri="{FF2B5EF4-FFF2-40B4-BE49-F238E27FC236}">
                <a16:creationId xmlns:a16="http://schemas.microsoft.com/office/drawing/2014/main" id="{64C99C79-3B5F-3740-AD53-C50E5B9B200F}"/>
              </a:ext>
            </a:extLst>
          </p:cNvPr>
          <p:cNvSpPr>
            <a:spLocks noGrp="1"/>
          </p:cNvSpPr>
          <p:nvPr>
            <p:ph type="body" sz="quarter" idx="12" hasCustomPrompt="1"/>
          </p:nvPr>
        </p:nvSpPr>
        <p:spPr>
          <a:xfrm>
            <a:off x="838201" y="4650318"/>
            <a:ext cx="3096684" cy="1466849"/>
          </a:xfrm>
        </p:spPr>
        <p:txBody>
          <a:bodyPr>
            <a:noAutofit/>
          </a:bodyPr>
          <a:lstStyle>
            <a:lvl1pPr marL="0" indent="0">
              <a:lnSpc>
                <a:spcPts val="2133"/>
              </a:lnSpc>
              <a:spcAft>
                <a:spcPts val="0"/>
              </a:spcAft>
              <a:buFontTx/>
              <a:buNone/>
              <a:defRPr sz="1867" b="1" cap="all" baseline="0">
                <a:solidFill>
                  <a:schemeClr val="accent1"/>
                </a:solidFill>
              </a:defRPr>
            </a:lvl1pPr>
            <a:lvl2pPr marL="0" indent="0">
              <a:lnSpc>
                <a:spcPts val="1600"/>
              </a:lnSpc>
              <a:spcAft>
                <a:spcPts val="0"/>
              </a:spcAft>
              <a:buFontTx/>
              <a:buNone/>
              <a:tabLst/>
              <a:defRPr sz="1333" baseline="0">
                <a:solidFill>
                  <a:schemeClr val="accent1"/>
                </a:solidFill>
              </a:defRPr>
            </a:lvl2pPr>
            <a:lvl3pPr marL="715415" indent="0">
              <a:buFontTx/>
              <a:buNone/>
              <a:defRPr/>
            </a:lvl3pPr>
            <a:lvl4pPr marL="954592" indent="0">
              <a:buFontTx/>
              <a:buNone/>
              <a:defRPr/>
            </a:lvl4pPr>
            <a:lvl5pPr marL="1193770" indent="0">
              <a:buFontTx/>
              <a:buNone/>
              <a:defRPr/>
            </a:lvl5pPr>
          </a:lstStyle>
          <a:p>
            <a:pPr lvl="0"/>
            <a:r>
              <a:rPr lang="en-US"/>
              <a:t>Nom du </a:t>
            </a:r>
            <a:r>
              <a:rPr lang="en-US" err="1"/>
              <a:t>formateur</a:t>
            </a:r>
            <a:endParaRPr lang="en-US"/>
          </a:p>
          <a:p>
            <a:pPr lvl="1"/>
            <a:r>
              <a:rPr lang="en-US" err="1"/>
              <a:t>Titre</a:t>
            </a:r>
            <a:r>
              <a:rPr lang="en-US"/>
              <a:t> du </a:t>
            </a:r>
            <a:r>
              <a:rPr lang="en-US" err="1"/>
              <a:t>formateur</a:t>
            </a:r>
            <a:endParaRPr lang="en-US"/>
          </a:p>
        </p:txBody>
      </p:sp>
      <p:sp>
        <p:nvSpPr>
          <p:cNvPr id="10" name="Picture Placeholder 9">
            <a:extLst>
              <a:ext uri="{FF2B5EF4-FFF2-40B4-BE49-F238E27FC236}">
                <a16:creationId xmlns:a16="http://schemas.microsoft.com/office/drawing/2014/main" id="{A01C1062-5879-BD4A-8AFB-140706DA57FE}"/>
              </a:ext>
            </a:extLst>
          </p:cNvPr>
          <p:cNvSpPr>
            <a:spLocks noGrp="1"/>
          </p:cNvSpPr>
          <p:nvPr>
            <p:ph type="pic" sz="quarter" idx="13" hasCustomPrompt="1"/>
          </p:nvPr>
        </p:nvSpPr>
        <p:spPr>
          <a:xfrm>
            <a:off x="838201" y="1892301"/>
            <a:ext cx="2428940" cy="2428940"/>
          </a:xfrm>
          <a:solidFill>
            <a:schemeClr val="accent4">
              <a:lumMod val="20000"/>
              <a:lumOff val="80000"/>
            </a:schemeClr>
          </a:solidFill>
          <a:ln w="127000">
            <a:noFill/>
            <a:miter lim="800000"/>
          </a:ln>
        </p:spPr>
        <p:txBody>
          <a:bodyPr anchor="ctr" anchorCtr="0">
            <a:normAutofit/>
          </a:bodyPr>
          <a:lstStyle>
            <a:lvl1pPr marL="0" indent="0" algn="ctr">
              <a:buFontTx/>
              <a:buNone/>
              <a:defRPr sz="1333"/>
            </a:lvl1pPr>
          </a:lstStyle>
          <a:p>
            <a:r>
              <a:rPr lang="en-US"/>
              <a:t>INSÉRER PHOTO ICI</a:t>
            </a:r>
          </a:p>
        </p:txBody>
      </p:sp>
      <p:sp>
        <p:nvSpPr>
          <p:cNvPr id="5" name="Slide Number Placeholder 5">
            <a:extLst>
              <a:ext uri="{FF2B5EF4-FFF2-40B4-BE49-F238E27FC236}">
                <a16:creationId xmlns:a16="http://schemas.microsoft.com/office/drawing/2014/main" id="{111864B4-FF4D-F74D-AE3F-64E77F44826E}"/>
              </a:ext>
            </a:extLst>
          </p:cNvPr>
          <p:cNvSpPr>
            <a:spLocks noGrp="1"/>
          </p:cNvSpPr>
          <p:nvPr>
            <p:ph type="sldNum" sz="quarter" idx="4"/>
          </p:nvPr>
        </p:nvSpPr>
        <p:spPr>
          <a:xfrm>
            <a:off x="838202" y="6524902"/>
            <a:ext cx="167999" cy="167999"/>
          </a:xfrm>
          <a:prstGeom prst="rect">
            <a:avLst/>
          </a:prstGeom>
          <a:solidFill>
            <a:schemeClr val="accent6">
              <a:alpha val="40000"/>
            </a:schemeClr>
          </a:solidFill>
          <a:ln>
            <a:noFill/>
          </a:ln>
        </p:spPr>
        <p:txBody>
          <a:bodyPr vert="horz" lIns="0" tIns="0" rIns="0" bIns="0" rtlCol="0" anchor="ctr" anchorCtr="1"/>
          <a:lstStyle>
            <a:lvl1pPr algn="ctr">
              <a:defRPr sz="800" b="1" i="0">
                <a:solidFill>
                  <a:schemeClr val="tx1"/>
                </a:solidFill>
                <a:latin typeface="Arial" panose="020B0604020202020204" pitchFamily="34" charset="0"/>
                <a:cs typeface="Arial" panose="020B0604020202020204" pitchFamily="34" charset="0"/>
              </a:defRPr>
            </a:lvl1pPr>
          </a:lstStyle>
          <a:p>
            <a:fld id="{EEB25B09-B9A6-4811-8700-6D36B9CE20D1}" type="slidenum">
              <a:rPr lang="fr-CA" smtClean="0"/>
              <a:t>‹N°›</a:t>
            </a:fld>
            <a:endParaRPr lang="fr-CA"/>
          </a:p>
        </p:txBody>
      </p:sp>
      <p:sp>
        <p:nvSpPr>
          <p:cNvPr id="11" name="Text Placeholder 13">
            <a:extLst>
              <a:ext uri="{FF2B5EF4-FFF2-40B4-BE49-F238E27FC236}">
                <a16:creationId xmlns:a16="http://schemas.microsoft.com/office/drawing/2014/main" id="{08977904-AFCB-C14E-8C77-D19C03460B19}"/>
              </a:ext>
            </a:extLst>
          </p:cNvPr>
          <p:cNvSpPr>
            <a:spLocks noGrp="1"/>
          </p:cNvSpPr>
          <p:nvPr>
            <p:ph type="body" sz="quarter" idx="11" hasCustomPrompt="1"/>
          </p:nvPr>
        </p:nvSpPr>
        <p:spPr>
          <a:xfrm>
            <a:off x="838200" y="482601"/>
            <a:ext cx="10515600" cy="431800"/>
          </a:xfrm>
        </p:spPr>
        <p:txBody>
          <a:bodyPr>
            <a:normAutofit/>
          </a:bodyPr>
          <a:lstStyle>
            <a:lvl1pPr marL="0" indent="0">
              <a:lnSpc>
                <a:spcPts val="2400"/>
              </a:lnSpc>
              <a:buNone/>
              <a:defRPr sz="2400" b="1" i="0" cap="all" baseline="0"/>
            </a:lvl1pPr>
          </a:lstStyle>
          <a:p>
            <a:pPr lvl="0"/>
            <a:r>
              <a:rPr lang="en-US"/>
              <a:t>FORMATEUR</a:t>
            </a:r>
          </a:p>
        </p:txBody>
      </p:sp>
      <p:sp>
        <p:nvSpPr>
          <p:cNvPr id="7" name="Text Placeholder 3">
            <a:extLst>
              <a:ext uri="{FF2B5EF4-FFF2-40B4-BE49-F238E27FC236}">
                <a16:creationId xmlns:a16="http://schemas.microsoft.com/office/drawing/2014/main" id="{DA5B4CAF-7D56-CC46-8426-C252642A8425}"/>
              </a:ext>
            </a:extLst>
          </p:cNvPr>
          <p:cNvSpPr>
            <a:spLocks noGrp="1"/>
          </p:cNvSpPr>
          <p:nvPr>
            <p:ph type="body" sz="quarter" idx="10" hasCustomPrompt="1"/>
          </p:nvPr>
        </p:nvSpPr>
        <p:spPr>
          <a:xfrm>
            <a:off x="838200" y="806401"/>
            <a:ext cx="10515600" cy="397545"/>
          </a:xfrm>
        </p:spPr>
        <p:txBody>
          <a:bodyPr>
            <a:spAutoFit/>
          </a:bodyPr>
          <a:lstStyle>
            <a:lvl1pPr marL="0" indent="0">
              <a:lnSpc>
                <a:spcPts val="3067"/>
              </a:lnSpc>
              <a:spcAft>
                <a:spcPts val="0"/>
              </a:spcAft>
              <a:buNone/>
              <a:defRPr sz="2667" b="1">
                <a:solidFill>
                  <a:schemeClr val="accent1"/>
                </a:solidFill>
              </a:defRPr>
            </a:lvl1pPr>
          </a:lstStyle>
          <a:p>
            <a:pPr lvl="0"/>
            <a:r>
              <a:rPr lang="en-US"/>
              <a:t>Click to edit subtitle</a:t>
            </a:r>
          </a:p>
        </p:txBody>
      </p:sp>
    </p:spTree>
    <p:extLst>
      <p:ext uri="{BB962C8B-B14F-4D97-AF65-F5344CB8AC3E}">
        <p14:creationId xmlns:p14="http://schemas.microsoft.com/office/powerpoint/2010/main" val="10056759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DESCRI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E0E96A-F036-6146-BE04-0600232E3FC0}"/>
              </a:ext>
            </a:extLst>
          </p:cNvPr>
          <p:cNvSpPr/>
          <p:nvPr/>
        </p:nvSpPr>
        <p:spPr>
          <a:xfrm>
            <a:off x="0" y="1892302"/>
            <a:ext cx="12192000" cy="4224865"/>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9" name="Picture 8">
            <a:extLst>
              <a:ext uri="{FF2B5EF4-FFF2-40B4-BE49-F238E27FC236}">
                <a16:creationId xmlns:a16="http://schemas.microsoft.com/office/drawing/2014/main" id="{1F44DF82-E45D-7044-933A-7AF5218BA514}"/>
              </a:ext>
            </a:extLst>
          </p:cNvPr>
          <p:cNvPicPr>
            <a:picLocks noChangeAspect="1"/>
          </p:cNvPicPr>
          <p:nvPr/>
        </p:nvPicPr>
        <p:blipFill rotWithShape="1">
          <a:blip r:embed="rId2"/>
          <a:srcRect t="27593" b="10803"/>
          <a:stretch/>
        </p:blipFill>
        <p:spPr>
          <a:xfrm>
            <a:off x="0" y="1892301"/>
            <a:ext cx="12192000" cy="4224867"/>
          </a:xfrm>
          <a:prstGeom prst="rect">
            <a:avLst/>
          </a:prstGeom>
        </p:spPr>
      </p:pic>
      <p:sp>
        <p:nvSpPr>
          <p:cNvPr id="6" name="Content Placeholder 2">
            <a:extLst>
              <a:ext uri="{FF2B5EF4-FFF2-40B4-BE49-F238E27FC236}">
                <a16:creationId xmlns:a16="http://schemas.microsoft.com/office/drawing/2014/main" id="{A2FC8DF6-AB48-CF49-8356-B76E4D1F0BD4}"/>
              </a:ext>
            </a:extLst>
          </p:cNvPr>
          <p:cNvSpPr>
            <a:spLocks noGrp="1"/>
          </p:cNvSpPr>
          <p:nvPr>
            <p:ph idx="1"/>
          </p:nvPr>
        </p:nvSpPr>
        <p:spPr>
          <a:xfrm>
            <a:off x="838200" y="1892302"/>
            <a:ext cx="10515600" cy="4224865"/>
          </a:xfrm>
        </p:spPr>
        <p:txBody>
          <a:bodyPr lIns="0" tIns="90000" rIns="0" bIns="90000" anchor="ctr" anchorCtr="0">
            <a:normAutofit/>
          </a:bodyPr>
          <a:lstStyle>
            <a:lvl1pPr marL="0" indent="0">
              <a:lnSpc>
                <a:spcPts val="2667"/>
              </a:lnSpc>
              <a:spcAft>
                <a:spcPts val="1333"/>
              </a:spcAft>
              <a:buFontTx/>
              <a:buNone/>
              <a:defRPr sz="2133" baseline="0">
                <a:solidFill>
                  <a:schemeClr val="bg2"/>
                </a:solidFill>
              </a:defRPr>
            </a:lvl1pPr>
            <a:lvl2pPr marL="357707" indent="0">
              <a:lnSpc>
                <a:spcPts val="2667"/>
              </a:lnSpc>
              <a:spcAft>
                <a:spcPts val="1333"/>
              </a:spcAft>
              <a:buFontTx/>
              <a:buNone/>
              <a:defRPr sz="2133" baseline="0"/>
            </a:lvl2pPr>
            <a:lvl3pPr marL="715415" indent="0">
              <a:lnSpc>
                <a:spcPts val="2667"/>
              </a:lnSpc>
              <a:spcAft>
                <a:spcPts val="1333"/>
              </a:spcAft>
              <a:buFontTx/>
              <a:buNone/>
              <a:defRPr sz="2133" baseline="0"/>
            </a:lvl3pPr>
            <a:lvl4pPr marL="954592" indent="0">
              <a:lnSpc>
                <a:spcPts val="2667"/>
              </a:lnSpc>
              <a:spcAft>
                <a:spcPts val="1333"/>
              </a:spcAft>
              <a:buFontTx/>
              <a:buNone/>
              <a:defRPr sz="2133" baseline="0"/>
            </a:lvl4pPr>
            <a:lvl5pPr marL="1193770" indent="0">
              <a:lnSpc>
                <a:spcPts val="2667"/>
              </a:lnSpc>
              <a:spcAft>
                <a:spcPts val="1333"/>
              </a:spcAft>
              <a:buFontTx/>
              <a:buNone/>
              <a:defRPr sz="2133" baseline="0"/>
            </a:lvl5pPr>
          </a:lstStyle>
          <a:p>
            <a:pPr lvl="0"/>
            <a:r>
              <a:rPr lang="fr-FR"/>
              <a:t>Cliquez pour modifier les styles du texte du masque</a:t>
            </a:r>
          </a:p>
        </p:txBody>
      </p:sp>
      <p:sp>
        <p:nvSpPr>
          <p:cNvPr id="5" name="Slide Number Placeholder 5">
            <a:extLst>
              <a:ext uri="{FF2B5EF4-FFF2-40B4-BE49-F238E27FC236}">
                <a16:creationId xmlns:a16="http://schemas.microsoft.com/office/drawing/2014/main" id="{111864B4-FF4D-F74D-AE3F-64E77F44826E}"/>
              </a:ext>
            </a:extLst>
          </p:cNvPr>
          <p:cNvSpPr>
            <a:spLocks noGrp="1"/>
          </p:cNvSpPr>
          <p:nvPr>
            <p:ph type="sldNum" sz="quarter" idx="4"/>
          </p:nvPr>
        </p:nvSpPr>
        <p:spPr>
          <a:xfrm>
            <a:off x="838202" y="6524902"/>
            <a:ext cx="167999" cy="167999"/>
          </a:xfrm>
          <a:prstGeom prst="rect">
            <a:avLst/>
          </a:prstGeom>
          <a:solidFill>
            <a:schemeClr val="accent6">
              <a:alpha val="40000"/>
            </a:schemeClr>
          </a:solidFill>
          <a:ln>
            <a:noFill/>
          </a:ln>
        </p:spPr>
        <p:txBody>
          <a:bodyPr vert="horz" lIns="0" tIns="0" rIns="0" bIns="0" rtlCol="0" anchor="ctr" anchorCtr="1"/>
          <a:lstStyle>
            <a:lvl1pPr algn="ctr">
              <a:defRPr sz="800" b="1" i="0">
                <a:solidFill>
                  <a:schemeClr val="tx1"/>
                </a:solidFill>
                <a:latin typeface="Arial" panose="020B0604020202020204" pitchFamily="34" charset="0"/>
                <a:cs typeface="Arial" panose="020B0604020202020204" pitchFamily="34" charset="0"/>
              </a:defRPr>
            </a:lvl1pPr>
          </a:lstStyle>
          <a:p>
            <a:fld id="{EEB25B09-B9A6-4811-8700-6D36B9CE20D1}" type="slidenum">
              <a:rPr lang="fr-CA" smtClean="0"/>
              <a:t>‹N°›</a:t>
            </a:fld>
            <a:endParaRPr lang="fr-CA"/>
          </a:p>
        </p:txBody>
      </p:sp>
      <p:sp>
        <p:nvSpPr>
          <p:cNvPr id="11" name="Text Placeholder 13">
            <a:extLst>
              <a:ext uri="{FF2B5EF4-FFF2-40B4-BE49-F238E27FC236}">
                <a16:creationId xmlns:a16="http://schemas.microsoft.com/office/drawing/2014/main" id="{08977904-AFCB-C14E-8C77-D19C03460B19}"/>
              </a:ext>
            </a:extLst>
          </p:cNvPr>
          <p:cNvSpPr>
            <a:spLocks noGrp="1"/>
          </p:cNvSpPr>
          <p:nvPr>
            <p:ph type="body" sz="quarter" idx="11" hasCustomPrompt="1"/>
          </p:nvPr>
        </p:nvSpPr>
        <p:spPr>
          <a:xfrm>
            <a:off x="838200" y="482601"/>
            <a:ext cx="10515600" cy="431800"/>
          </a:xfrm>
        </p:spPr>
        <p:txBody>
          <a:bodyPr>
            <a:normAutofit/>
          </a:bodyPr>
          <a:lstStyle>
            <a:lvl1pPr marL="0" indent="0">
              <a:lnSpc>
                <a:spcPts val="2400"/>
              </a:lnSpc>
              <a:buNone/>
              <a:defRPr sz="2400" b="1" i="0" cap="all" baseline="0"/>
            </a:lvl1pPr>
          </a:lstStyle>
          <a:p>
            <a:pPr lvl="0"/>
            <a:r>
              <a:rPr lang="en-US"/>
              <a:t>DESCRIPTION</a:t>
            </a:r>
          </a:p>
        </p:txBody>
      </p:sp>
      <p:sp>
        <p:nvSpPr>
          <p:cNvPr id="7" name="Text Placeholder 3">
            <a:extLst>
              <a:ext uri="{FF2B5EF4-FFF2-40B4-BE49-F238E27FC236}">
                <a16:creationId xmlns:a16="http://schemas.microsoft.com/office/drawing/2014/main" id="{DA5B4CAF-7D56-CC46-8426-C252642A8425}"/>
              </a:ext>
            </a:extLst>
          </p:cNvPr>
          <p:cNvSpPr>
            <a:spLocks noGrp="1"/>
          </p:cNvSpPr>
          <p:nvPr>
            <p:ph type="body" sz="quarter" idx="10" hasCustomPrompt="1"/>
          </p:nvPr>
        </p:nvSpPr>
        <p:spPr>
          <a:xfrm>
            <a:off x="838200" y="806401"/>
            <a:ext cx="10515600" cy="397545"/>
          </a:xfrm>
        </p:spPr>
        <p:txBody>
          <a:bodyPr>
            <a:spAutoFit/>
          </a:bodyPr>
          <a:lstStyle>
            <a:lvl1pPr marL="0" indent="0">
              <a:lnSpc>
                <a:spcPts val="3067"/>
              </a:lnSpc>
              <a:spcAft>
                <a:spcPts val="0"/>
              </a:spcAft>
              <a:buNone/>
              <a:defRPr sz="2667" b="1">
                <a:solidFill>
                  <a:schemeClr val="accent1"/>
                </a:solidFill>
              </a:defRPr>
            </a:lvl1pPr>
          </a:lstStyle>
          <a:p>
            <a:pPr lvl="0"/>
            <a:r>
              <a:rPr lang="en-US"/>
              <a:t>Click to edit subtitle</a:t>
            </a:r>
          </a:p>
        </p:txBody>
      </p:sp>
    </p:spTree>
    <p:extLst>
      <p:ext uri="{BB962C8B-B14F-4D97-AF65-F5344CB8AC3E}">
        <p14:creationId xmlns:p14="http://schemas.microsoft.com/office/powerpoint/2010/main" val="23259694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BLANC">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D5B8E79-D955-9148-9F3F-039F8FA59ECF}"/>
              </a:ext>
            </a:extLst>
          </p:cNvPr>
          <p:cNvSpPr>
            <a:spLocks noGrp="1"/>
          </p:cNvSpPr>
          <p:nvPr>
            <p:ph type="sldNum" sz="quarter" idx="4"/>
          </p:nvPr>
        </p:nvSpPr>
        <p:spPr>
          <a:xfrm>
            <a:off x="838202" y="6524902"/>
            <a:ext cx="167999" cy="167999"/>
          </a:xfrm>
          <a:prstGeom prst="rect">
            <a:avLst/>
          </a:prstGeom>
          <a:solidFill>
            <a:schemeClr val="accent6">
              <a:alpha val="40000"/>
            </a:schemeClr>
          </a:solidFill>
          <a:ln>
            <a:noFill/>
          </a:ln>
        </p:spPr>
        <p:txBody>
          <a:bodyPr vert="horz" lIns="0" tIns="0" rIns="0" bIns="0" rtlCol="0" anchor="ctr" anchorCtr="1"/>
          <a:lstStyle>
            <a:lvl1pPr algn="ctr">
              <a:defRPr sz="800" b="1" i="0">
                <a:solidFill>
                  <a:schemeClr val="tx1"/>
                </a:solidFill>
                <a:latin typeface="Arial" panose="020B0604020202020204" pitchFamily="34" charset="0"/>
                <a:cs typeface="Arial" panose="020B0604020202020204" pitchFamily="34" charset="0"/>
              </a:defRPr>
            </a:lvl1pPr>
          </a:lstStyle>
          <a:p>
            <a:fld id="{EEB25B09-B9A6-4811-8700-6D36B9CE20D1}" type="slidenum">
              <a:rPr lang="fr-CA" smtClean="0"/>
              <a:t>‹N°›</a:t>
            </a:fld>
            <a:endParaRPr lang="fr-CA"/>
          </a:p>
        </p:txBody>
      </p:sp>
    </p:spTree>
    <p:extLst>
      <p:ext uri="{BB962C8B-B14F-4D97-AF65-F5344CB8AC3E}">
        <p14:creationId xmlns:p14="http://schemas.microsoft.com/office/powerpoint/2010/main" val="34234642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FI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9BA5AE-588B-FB45-AD5F-33F4C4D7690F}"/>
              </a:ext>
            </a:extLst>
          </p:cNvPr>
          <p:cNvSpPr/>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5" name="Picture 4">
            <a:extLst>
              <a:ext uri="{FF2B5EF4-FFF2-40B4-BE49-F238E27FC236}">
                <a16:creationId xmlns:a16="http://schemas.microsoft.com/office/drawing/2014/main" id="{F47A44F5-E098-DD43-9CBB-82806D082AD4}"/>
              </a:ext>
            </a:extLst>
          </p:cNvPr>
          <p:cNvPicPr>
            <a:picLocks noChangeAspect="1"/>
          </p:cNvPicPr>
          <p:nvPr/>
        </p:nvPicPr>
        <p:blipFill>
          <a:blip r:embed="rId3">
            <a:alphaModFix amt="25000"/>
          </a:blip>
          <a:stretch>
            <a:fillRect/>
          </a:stretch>
        </p:blipFill>
        <p:spPr>
          <a:xfrm>
            <a:off x="0" y="0"/>
            <a:ext cx="12192000" cy="6858000"/>
          </a:xfrm>
          <a:prstGeom prst="rect">
            <a:avLst/>
          </a:prstGeom>
        </p:spPr>
      </p:pic>
      <p:sp>
        <p:nvSpPr>
          <p:cNvPr id="7" name="ZoneTexte 4">
            <a:extLst>
              <a:ext uri="{FF2B5EF4-FFF2-40B4-BE49-F238E27FC236}">
                <a16:creationId xmlns:a16="http://schemas.microsoft.com/office/drawing/2014/main" id="{ADE03F80-98FF-8E41-B9B1-1ED8A52B332E}"/>
              </a:ext>
            </a:extLst>
          </p:cNvPr>
          <p:cNvSpPr txBox="1"/>
          <p:nvPr>
            <p:custDataLst>
              <p:tags r:id="rId1"/>
            </p:custDataLst>
          </p:nvPr>
        </p:nvSpPr>
        <p:spPr>
          <a:xfrm>
            <a:off x="836084" y="2245865"/>
            <a:ext cx="10519833" cy="1897892"/>
          </a:xfrm>
          <a:prstGeom prst="rect">
            <a:avLst/>
          </a:prstGeom>
          <a:noFill/>
        </p:spPr>
        <p:txBody>
          <a:bodyPr wrap="square" rtlCol="0">
            <a:spAutoFit/>
          </a:bodyPr>
          <a:lstStyle/>
          <a:p>
            <a:pPr algn="ctr"/>
            <a:r>
              <a:rPr lang="fr-CA" sz="11733" b="1">
                <a:solidFill>
                  <a:schemeClr val="bg1"/>
                </a:solidFill>
                <a:latin typeface="Arial" panose="020B0604020202020204" pitchFamily="34" charset="0"/>
                <a:cs typeface="Arial" panose="020B0604020202020204" pitchFamily="34" charset="0"/>
              </a:rPr>
              <a:t>hec.ca/</a:t>
            </a:r>
            <a:r>
              <a:rPr lang="fr-CA" sz="11733" b="1" err="1">
                <a:solidFill>
                  <a:schemeClr val="bg1"/>
                </a:solidFill>
                <a:latin typeface="Arial" panose="020B0604020202020204" pitchFamily="34" charset="0"/>
                <a:cs typeface="Arial" panose="020B0604020202020204" pitchFamily="34" charset="0"/>
              </a:rPr>
              <a:t>ed</a:t>
            </a:r>
            <a:endParaRPr lang="fr-CA" sz="11733" b="1">
              <a:solidFill>
                <a:schemeClr val="bg1"/>
              </a:solidFill>
              <a:latin typeface="Arial" panose="020B0604020202020204" pitchFamily="34" charset="0"/>
              <a:cs typeface="Arial" panose="020B0604020202020204" pitchFamily="34" charset="0"/>
            </a:endParaRPr>
          </a:p>
        </p:txBody>
      </p:sp>
      <p:sp>
        <p:nvSpPr>
          <p:cNvPr id="6" name="ZoneTexte 5">
            <a:extLst>
              <a:ext uri="{FF2B5EF4-FFF2-40B4-BE49-F238E27FC236}">
                <a16:creationId xmlns:a16="http://schemas.microsoft.com/office/drawing/2014/main" id="{3FD7FA95-A771-4899-985E-C75656BB3804}"/>
              </a:ext>
            </a:extLst>
          </p:cNvPr>
          <p:cNvSpPr txBox="1"/>
          <p:nvPr/>
        </p:nvSpPr>
        <p:spPr>
          <a:xfrm>
            <a:off x="2969957" y="6401791"/>
            <a:ext cx="6252087" cy="440096"/>
          </a:xfrm>
          <a:prstGeom prst="rect">
            <a:avLst/>
          </a:prstGeom>
          <a:noFill/>
        </p:spPr>
        <p:txBody>
          <a:bodyPr wrap="square" lIns="0" tIns="0" rIns="240000" bIns="192000" rtlCol="0" anchor="b"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800" baseline="0">
                <a:solidFill>
                  <a:schemeClr val="bg1"/>
                </a:solidFill>
                <a:latin typeface="Arial"/>
                <a:cs typeface="Arial"/>
              </a:rPr>
              <a:t>Copyright© 2020, HEC Montréal. </a:t>
            </a:r>
            <a:r>
              <a:rPr lang="en-US" sz="800" baseline="0" err="1">
                <a:solidFill>
                  <a:schemeClr val="bg1"/>
                </a:solidFill>
                <a:latin typeface="Arial"/>
                <a:cs typeface="Arial"/>
              </a:rPr>
              <a:t>Tous</a:t>
            </a:r>
            <a:r>
              <a:rPr lang="en-US" sz="800" baseline="0">
                <a:solidFill>
                  <a:schemeClr val="bg1"/>
                </a:solidFill>
                <a:latin typeface="Arial"/>
                <a:cs typeface="Arial"/>
              </a:rPr>
              <a:t> droits </a:t>
            </a:r>
            <a:r>
              <a:rPr lang="en-US" sz="800" baseline="0" err="1">
                <a:solidFill>
                  <a:schemeClr val="bg1"/>
                </a:solidFill>
                <a:latin typeface="Arial"/>
                <a:cs typeface="Arial"/>
              </a:rPr>
              <a:t>réservés</a:t>
            </a:r>
            <a:r>
              <a:rPr lang="en-US" sz="800" baseline="0">
                <a:solidFill>
                  <a:schemeClr val="bg1"/>
                </a:solidFill>
                <a:latin typeface="Arial"/>
                <a:cs typeface="Arial"/>
              </a:rPr>
              <a:t>. </a:t>
            </a:r>
            <a:r>
              <a:rPr lang="en-US" sz="800" baseline="0" err="1">
                <a:solidFill>
                  <a:schemeClr val="bg1"/>
                </a:solidFill>
                <a:latin typeface="Arial"/>
                <a:cs typeface="Arial"/>
              </a:rPr>
              <a:t>Toute</a:t>
            </a:r>
            <a:r>
              <a:rPr lang="en-US" sz="800" baseline="0">
                <a:solidFill>
                  <a:schemeClr val="bg1"/>
                </a:solidFill>
                <a:latin typeface="Arial"/>
                <a:cs typeface="Arial"/>
              </a:rPr>
              <a:t> </a:t>
            </a:r>
            <a:r>
              <a:rPr lang="en-US" sz="800" baseline="0" err="1">
                <a:solidFill>
                  <a:schemeClr val="bg1"/>
                </a:solidFill>
                <a:latin typeface="Arial"/>
                <a:cs typeface="Arial"/>
              </a:rPr>
              <a:t>traduction</a:t>
            </a:r>
            <a:r>
              <a:rPr lang="en-US" sz="800" baseline="0">
                <a:solidFill>
                  <a:schemeClr val="bg1"/>
                </a:solidFill>
                <a:latin typeface="Arial"/>
                <a:cs typeface="Arial"/>
              </a:rPr>
              <a:t> </a:t>
            </a:r>
            <a:r>
              <a:rPr lang="en-US" sz="800" baseline="0" err="1">
                <a:solidFill>
                  <a:schemeClr val="bg1"/>
                </a:solidFill>
                <a:latin typeface="Arial"/>
                <a:cs typeface="Arial"/>
              </a:rPr>
              <a:t>ou</a:t>
            </a:r>
            <a:r>
              <a:rPr lang="en-US" sz="800" baseline="0">
                <a:solidFill>
                  <a:schemeClr val="bg1"/>
                </a:solidFill>
                <a:latin typeface="Arial"/>
                <a:cs typeface="Arial"/>
              </a:rPr>
              <a:t> reproduction sous </a:t>
            </a:r>
            <a:r>
              <a:rPr lang="en-US" sz="800" baseline="0" err="1">
                <a:solidFill>
                  <a:schemeClr val="bg1"/>
                </a:solidFill>
                <a:latin typeface="Arial"/>
                <a:cs typeface="Arial"/>
              </a:rPr>
              <a:t>quelque</a:t>
            </a:r>
            <a:r>
              <a:rPr lang="en-US" sz="800" baseline="0">
                <a:solidFill>
                  <a:schemeClr val="bg1"/>
                </a:solidFill>
                <a:latin typeface="Arial"/>
                <a:cs typeface="Arial"/>
              </a:rPr>
              <a:t> </a:t>
            </a:r>
            <a:r>
              <a:rPr lang="en-US" sz="800" baseline="0" err="1">
                <a:solidFill>
                  <a:schemeClr val="bg1"/>
                </a:solidFill>
                <a:latin typeface="Arial"/>
                <a:cs typeface="Arial"/>
              </a:rPr>
              <a:t>forme</a:t>
            </a:r>
            <a:r>
              <a:rPr lang="en-US" sz="800" baseline="0">
                <a:solidFill>
                  <a:schemeClr val="bg1"/>
                </a:solidFill>
                <a:latin typeface="Arial"/>
                <a:cs typeface="Arial"/>
              </a:rPr>
              <a:t> </a:t>
            </a:r>
            <a:r>
              <a:rPr lang="en-US" sz="800" baseline="0" err="1">
                <a:solidFill>
                  <a:schemeClr val="bg1"/>
                </a:solidFill>
                <a:latin typeface="Arial"/>
                <a:cs typeface="Arial"/>
              </a:rPr>
              <a:t>que</a:t>
            </a:r>
            <a:r>
              <a:rPr lang="en-US" sz="800" baseline="0">
                <a:solidFill>
                  <a:schemeClr val="bg1"/>
                </a:solidFill>
                <a:latin typeface="Arial"/>
                <a:cs typeface="Arial"/>
              </a:rPr>
              <a:t> </a:t>
            </a:r>
            <a:r>
              <a:rPr lang="en-US" sz="800" baseline="0" err="1">
                <a:solidFill>
                  <a:schemeClr val="bg1"/>
                </a:solidFill>
                <a:latin typeface="Arial"/>
                <a:cs typeface="Arial"/>
              </a:rPr>
              <a:t>ce</a:t>
            </a:r>
            <a:r>
              <a:rPr lang="en-US" sz="800" baseline="0">
                <a:solidFill>
                  <a:schemeClr val="bg1"/>
                </a:solidFill>
                <a:latin typeface="Arial"/>
                <a:cs typeface="Arial"/>
              </a:rPr>
              <a:t> </a:t>
            </a:r>
            <a:r>
              <a:rPr lang="en-US" sz="800" baseline="0" err="1">
                <a:solidFill>
                  <a:schemeClr val="bg1"/>
                </a:solidFill>
                <a:latin typeface="Arial"/>
                <a:cs typeface="Arial"/>
              </a:rPr>
              <a:t>soit</a:t>
            </a:r>
            <a:r>
              <a:rPr lang="en-US" sz="800" baseline="0">
                <a:solidFill>
                  <a:schemeClr val="bg1"/>
                </a:solidFill>
                <a:latin typeface="Arial"/>
                <a:cs typeface="Arial"/>
              </a:rPr>
              <a:t> </a:t>
            </a:r>
            <a:r>
              <a:rPr lang="en-US" sz="800" baseline="0" err="1">
                <a:solidFill>
                  <a:schemeClr val="bg1"/>
                </a:solidFill>
                <a:latin typeface="Arial"/>
                <a:cs typeface="Arial"/>
              </a:rPr>
              <a:t>est</a:t>
            </a:r>
            <a:r>
              <a:rPr lang="en-US" sz="800" baseline="0">
                <a:solidFill>
                  <a:schemeClr val="bg1"/>
                </a:solidFill>
                <a:latin typeface="Arial"/>
                <a:cs typeface="Arial"/>
              </a:rPr>
              <a:t> </a:t>
            </a:r>
            <a:r>
              <a:rPr lang="en-US" sz="800" baseline="0" err="1">
                <a:solidFill>
                  <a:schemeClr val="bg1"/>
                </a:solidFill>
                <a:latin typeface="Arial"/>
                <a:cs typeface="Arial"/>
              </a:rPr>
              <a:t>interdite</a:t>
            </a:r>
            <a:r>
              <a:rPr lang="en-US" sz="800" baseline="0">
                <a:solidFill>
                  <a:schemeClr val="bg1"/>
                </a:solidFill>
                <a:latin typeface="Arial"/>
                <a:cs typeface="Arial"/>
              </a:rPr>
              <a:t>.</a:t>
            </a:r>
          </a:p>
        </p:txBody>
      </p:sp>
    </p:spTree>
    <p:extLst>
      <p:ext uri="{BB962C8B-B14F-4D97-AF65-F5344CB8AC3E}">
        <p14:creationId xmlns:p14="http://schemas.microsoft.com/office/powerpoint/2010/main" val="30914297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a:t>Modifiez le style du titre</a:t>
            </a:r>
            <a:endParaRPr lang="en-US"/>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EC34DC03-47C0-47BA-B37F-CB916998237C}" type="datetime1">
              <a:rPr lang="fr-CA" smtClean="0"/>
              <a:t>2025-02-19</a:t>
            </a:fld>
            <a:endParaRPr lang="fr-CA"/>
          </a:p>
        </p:txBody>
      </p:sp>
      <p:sp>
        <p:nvSpPr>
          <p:cNvPr id="5" name="Footer Placeholder 4"/>
          <p:cNvSpPr>
            <a:spLocks noGrp="1"/>
          </p:cNvSpPr>
          <p:nvPr>
            <p:ph type="ftr" sz="quarter" idx="11"/>
          </p:nvPr>
        </p:nvSpPr>
        <p:spPr/>
        <p:txBody>
          <a:bodyPr/>
          <a:lstStyle/>
          <a:p>
            <a:r>
              <a:rPr lang="fr-CA"/>
              <a:t>Copyright; Michel Vézina- HEC Montréal</a:t>
            </a:r>
          </a:p>
        </p:txBody>
      </p:sp>
      <p:sp>
        <p:nvSpPr>
          <p:cNvPr id="6" name="Slide Number Placeholder 5"/>
          <p:cNvSpPr>
            <a:spLocks noGrp="1"/>
          </p:cNvSpPr>
          <p:nvPr>
            <p:ph type="sldNum" sz="quarter" idx="12"/>
          </p:nvPr>
        </p:nvSpPr>
        <p:spPr/>
        <p:txBody>
          <a:bodyPr/>
          <a:lstStyle/>
          <a:p>
            <a:fld id="{EEB25B09-B9A6-4811-8700-6D36B9CE20D1}" type="slidenum">
              <a:rPr lang="fr-CA" smtClean="0"/>
              <a:t>‹N°›</a:t>
            </a:fld>
            <a:endParaRPr lang="fr-CA"/>
          </a:p>
        </p:txBody>
      </p:sp>
    </p:spTree>
    <p:extLst>
      <p:ext uri="{BB962C8B-B14F-4D97-AF65-F5344CB8AC3E}">
        <p14:creationId xmlns:p14="http://schemas.microsoft.com/office/powerpoint/2010/main" val="6393577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obj">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EEB25B09-B9A6-4811-8700-6D36B9CE20D1}" type="slidenum">
              <a:rPr lang="fr-CA" smtClean="0"/>
              <a:t>‹N°›</a:t>
            </a:fld>
            <a:endParaRPr lang="fr-CA"/>
          </a:p>
        </p:txBody>
      </p:sp>
      <p:sp>
        <p:nvSpPr>
          <p:cNvPr id="8" name="ZoneTexte 7">
            <a:extLst>
              <a:ext uri="{FF2B5EF4-FFF2-40B4-BE49-F238E27FC236}">
                <a16:creationId xmlns:a16="http://schemas.microsoft.com/office/drawing/2014/main" id="{F722594A-B8FA-4C76-85D2-CC194FE17AD3}"/>
              </a:ext>
            </a:extLst>
          </p:cNvPr>
          <p:cNvSpPr txBox="1"/>
          <p:nvPr userDrawn="1"/>
        </p:nvSpPr>
        <p:spPr>
          <a:xfrm>
            <a:off x="10268712" y="6230050"/>
            <a:ext cx="1321724" cy="300082"/>
          </a:xfrm>
          <a:prstGeom prst="rect">
            <a:avLst/>
          </a:prstGeom>
          <a:solidFill>
            <a:schemeClr val="bg1"/>
          </a:solidFill>
        </p:spPr>
        <p:txBody>
          <a:bodyPr wrap="square" rtlCol="0">
            <a:spAutoFit/>
          </a:bodyPr>
          <a:lstStyle/>
          <a:p>
            <a:r>
              <a:rPr lang="fr-CA"/>
              <a:t>Michel Vézina</a:t>
            </a:r>
          </a:p>
        </p:txBody>
      </p:sp>
    </p:spTree>
    <p:extLst>
      <p:ext uri="{BB962C8B-B14F-4D97-AF65-F5344CB8AC3E}">
        <p14:creationId xmlns:p14="http://schemas.microsoft.com/office/powerpoint/2010/main" val="12833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1.emf"/><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69CAC-56EF-47B7-88BF-A24454C71550}" type="datetime1">
              <a:rPr lang="fr-CA" smtClean="0"/>
              <a:t>2025-02-19</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3EB41D-849B-4C0C-8BB4-E1DF9CA5FEE5}" type="slidenum">
              <a:rPr lang="fr-CA" smtClean="0"/>
              <a:t>‹N°›</a:t>
            </a:fld>
            <a:endParaRPr lang="fr-CA"/>
          </a:p>
        </p:txBody>
      </p:sp>
    </p:spTree>
    <p:extLst>
      <p:ext uri="{BB962C8B-B14F-4D97-AF65-F5344CB8AC3E}">
        <p14:creationId xmlns:p14="http://schemas.microsoft.com/office/powerpoint/2010/main" val="5524084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56F06D-0BD1-6D4F-AAE3-6DD4CE5C8A3C}"/>
              </a:ext>
            </a:extLst>
          </p:cNvPr>
          <p:cNvPicPr>
            <a:picLocks noChangeAspect="1"/>
          </p:cNvPicPr>
          <p:nvPr/>
        </p:nvPicPr>
        <p:blipFill>
          <a:blip r:embed="rId20"/>
          <a:stretch>
            <a:fillRect/>
          </a:stretch>
        </p:blipFill>
        <p:spPr>
          <a:xfrm>
            <a:off x="9955033" y="5861725"/>
            <a:ext cx="1845289" cy="1261231"/>
          </a:xfrm>
          <a:prstGeom prst="rect">
            <a:avLst/>
          </a:prstGeom>
        </p:spPr>
      </p:pic>
      <p:sp>
        <p:nvSpPr>
          <p:cNvPr id="3" name="Text Placeholder 2"/>
          <p:cNvSpPr>
            <a:spLocks noGrp="1"/>
          </p:cNvSpPr>
          <p:nvPr>
            <p:ph type="body" idx="1"/>
          </p:nvPr>
        </p:nvSpPr>
        <p:spPr>
          <a:xfrm>
            <a:off x="838200" y="1825626"/>
            <a:ext cx="10515600" cy="4291541"/>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 name="Title Placeholder 9">
            <a:extLst>
              <a:ext uri="{FF2B5EF4-FFF2-40B4-BE49-F238E27FC236}">
                <a16:creationId xmlns:a16="http://schemas.microsoft.com/office/drawing/2014/main" id="{1AD6E3AE-1EBA-B342-A01B-F73CD682E004}"/>
              </a:ext>
            </a:extLst>
          </p:cNvPr>
          <p:cNvSpPr>
            <a:spLocks noGrp="1"/>
          </p:cNvSpPr>
          <p:nvPr>
            <p:ph type="title"/>
          </p:nvPr>
        </p:nvSpPr>
        <p:spPr>
          <a:xfrm>
            <a:off x="838200" y="998821"/>
            <a:ext cx="10515600" cy="564257"/>
          </a:xfrm>
          <a:prstGeom prst="rect">
            <a:avLst/>
          </a:prstGeom>
        </p:spPr>
        <p:txBody>
          <a:bodyPr vert="horz" wrap="square" lIns="0" tIns="0" rIns="0" bIns="0" rtlCol="0" anchor="ctr">
            <a:spAutoFit/>
          </a:bodyPr>
          <a:lstStyle/>
          <a:p>
            <a:r>
              <a:rPr lang="fr-FR"/>
              <a:t>Modifiez le style du titre</a:t>
            </a:r>
            <a:endParaRPr lang="en-US"/>
          </a:p>
        </p:txBody>
      </p:sp>
      <p:sp>
        <p:nvSpPr>
          <p:cNvPr id="4" name="Slide Number Placeholder 5">
            <a:extLst>
              <a:ext uri="{FF2B5EF4-FFF2-40B4-BE49-F238E27FC236}">
                <a16:creationId xmlns:a16="http://schemas.microsoft.com/office/drawing/2014/main" id="{385CD68C-8915-4841-ACD2-3630A27F5581}"/>
              </a:ext>
            </a:extLst>
          </p:cNvPr>
          <p:cNvSpPr>
            <a:spLocks noGrp="1"/>
          </p:cNvSpPr>
          <p:nvPr>
            <p:ph type="sldNum" sz="quarter" idx="4"/>
          </p:nvPr>
        </p:nvSpPr>
        <p:spPr>
          <a:xfrm>
            <a:off x="838202" y="6524902"/>
            <a:ext cx="167999" cy="167999"/>
          </a:xfrm>
          <a:prstGeom prst="rect">
            <a:avLst/>
          </a:prstGeom>
          <a:solidFill>
            <a:schemeClr val="accent6">
              <a:alpha val="40000"/>
            </a:schemeClr>
          </a:solidFill>
          <a:ln>
            <a:noFill/>
          </a:ln>
        </p:spPr>
        <p:txBody>
          <a:bodyPr vert="horz" lIns="0" tIns="0" rIns="0" bIns="0" rtlCol="0" anchor="ctr" anchorCtr="1"/>
          <a:lstStyle>
            <a:lvl1pPr algn="ctr">
              <a:defRPr sz="800" b="1" i="0">
                <a:solidFill>
                  <a:schemeClr val="tx1"/>
                </a:solidFill>
                <a:latin typeface="Arial" panose="020B0604020202020204" pitchFamily="34" charset="0"/>
                <a:cs typeface="Arial" panose="020B0604020202020204" pitchFamily="34" charset="0"/>
              </a:defRPr>
            </a:lvl1pPr>
          </a:lstStyle>
          <a:p>
            <a:fld id="{EEB25B09-B9A6-4811-8700-6D36B9CE20D1}" type="slidenum">
              <a:rPr lang="fr-CA" smtClean="0"/>
              <a:t>‹N°›</a:t>
            </a:fld>
            <a:endParaRPr lang="fr-CA"/>
          </a:p>
        </p:txBody>
      </p:sp>
      <p:sp>
        <p:nvSpPr>
          <p:cNvPr id="6" name="ZoneTexte 5">
            <a:extLst>
              <a:ext uri="{FF2B5EF4-FFF2-40B4-BE49-F238E27FC236}">
                <a16:creationId xmlns:a16="http://schemas.microsoft.com/office/drawing/2014/main" id="{9317A3F9-320C-4017-A986-0FDD20C08303}"/>
              </a:ext>
            </a:extLst>
          </p:cNvPr>
          <p:cNvSpPr txBox="1"/>
          <p:nvPr/>
        </p:nvSpPr>
        <p:spPr>
          <a:xfrm>
            <a:off x="2969957" y="6401791"/>
            <a:ext cx="6252087" cy="440096"/>
          </a:xfrm>
          <a:prstGeom prst="rect">
            <a:avLst/>
          </a:prstGeom>
          <a:noFill/>
        </p:spPr>
        <p:txBody>
          <a:bodyPr wrap="square" lIns="0" tIns="0" rIns="240000" bIns="192000" rtlCol="0" anchor="b"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800" baseline="0">
                <a:solidFill>
                  <a:srgbClr val="003C71"/>
                </a:solidFill>
                <a:latin typeface="Arial"/>
                <a:cs typeface="Arial"/>
              </a:rPr>
              <a:t>Copyright© 2020, HEC Montréal. </a:t>
            </a:r>
            <a:r>
              <a:rPr lang="en-US" sz="800" baseline="0" err="1">
                <a:solidFill>
                  <a:srgbClr val="003C71"/>
                </a:solidFill>
                <a:latin typeface="Arial"/>
                <a:cs typeface="Arial"/>
              </a:rPr>
              <a:t>Tous</a:t>
            </a:r>
            <a:r>
              <a:rPr lang="en-US" sz="800" baseline="0">
                <a:solidFill>
                  <a:srgbClr val="003C71"/>
                </a:solidFill>
                <a:latin typeface="Arial"/>
                <a:cs typeface="Arial"/>
              </a:rPr>
              <a:t> droits </a:t>
            </a:r>
            <a:r>
              <a:rPr lang="en-US" sz="800" baseline="0" err="1">
                <a:solidFill>
                  <a:srgbClr val="003C71"/>
                </a:solidFill>
                <a:latin typeface="Arial"/>
                <a:cs typeface="Arial"/>
              </a:rPr>
              <a:t>réservés</a:t>
            </a:r>
            <a:r>
              <a:rPr lang="en-US" sz="800" baseline="0">
                <a:solidFill>
                  <a:srgbClr val="003C71"/>
                </a:solidFill>
                <a:latin typeface="Arial"/>
                <a:cs typeface="Arial"/>
              </a:rPr>
              <a:t>. </a:t>
            </a:r>
            <a:r>
              <a:rPr lang="en-US" sz="800" baseline="0" err="1">
                <a:solidFill>
                  <a:srgbClr val="003C71"/>
                </a:solidFill>
                <a:latin typeface="Arial"/>
                <a:cs typeface="Arial"/>
              </a:rPr>
              <a:t>Toute</a:t>
            </a:r>
            <a:r>
              <a:rPr lang="en-US" sz="800" baseline="0">
                <a:solidFill>
                  <a:srgbClr val="003C71"/>
                </a:solidFill>
                <a:latin typeface="Arial"/>
                <a:cs typeface="Arial"/>
              </a:rPr>
              <a:t> </a:t>
            </a:r>
            <a:r>
              <a:rPr lang="en-US" sz="800" baseline="0" err="1">
                <a:solidFill>
                  <a:srgbClr val="003C71"/>
                </a:solidFill>
                <a:latin typeface="Arial"/>
                <a:cs typeface="Arial"/>
              </a:rPr>
              <a:t>traduction</a:t>
            </a:r>
            <a:r>
              <a:rPr lang="en-US" sz="800" baseline="0">
                <a:solidFill>
                  <a:srgbClr val="003C71"/>
                </a:solidFill>
                <a:latin typeface="Arial"/>
                <a:cs typeface="Arial"/>
              </a:rPr>
              <a:t> </a:t>
            </a:r>
            <a:r>
              <a:rPr lang="en-US" sz="800" baseline="0" err="1">
                <a:solidFill>
                  <a:srgbClr val="003C71"/>
                </a:solidFill>
                <a:latin typeface="Arial"/>
                <a:cs typeface="Arial"/>
              </a:rPr>
              <a:t>ou</a:t>
            </a:r>
            <a:r>
              <a:rPr lang="en-US" sz="800" baseline="0">
                <a:solidFill>
                  <a:srgbClr val="003C71"/>
                </a:solidFill>
                <a:latin typeface="Arial"/>
                <a:cs typeface="Arial"/>
              </a:rPr>
              <a:t> reproduction sous </a:t>
            </a:r>
            <a:r>
              <a:rPr lang="en-US" sz="800" baseline="0" err="1">
                <a:solidFill>
                  <a:srgbClr val="003C71"/>
                </a:solidFill>
                <a:latin typeface="Arial"/>
                <a:cs typeface="Arial"/>
              </a:rPr>
              <a:t>quelque</a:t>
            </a:r>
            <a:r>
              <a:rPr lang="en-US" sz="800" baseline="0">
                <a:solidFill>
                  <a:srgbClr val="003C71"/>
                </a:solidFill>
                <a:latin typeface="Arial"/>
                <a:cs typeface="Arial"/>
              </a:rPr>
              <a:t> </a:t>
            </a:r>
            <a:r>
              <a:rPr lang="en-US" sz="800" baseline="0" err="1">
                <a:solidFill>
                  <a:srgbClr val="003C71"/>
                </a:solidFill>
                <a:latin typeface="Arial"/>
                <a:cs typeface="Arial"/>
              </a:rPr>
              <a:t>forme</a:t>
            </a:r>
            <a:r>
              <a:rPr lang="en-US" sz="800" baseline="0">
                <a:solidFill>
                  <a:srgbClr val="003C71"/>
                </a:solidFill>
                <a:latin typeface="Arial"/>
                <a:cs typeface="Arial"/>
              </a:rPr>
              <a:t> </a:t>
            </a:r>
            <a:r>
              <a:rPr lang="en-US" sz="800" baseline="0" err="1">
                <a:solidFill>
                  <a:srgbClr val="003C71"/>
                </a:solidFill>
                <a:latin typeface="Arial"/>
                <a:cs typeface="Arial"/>
              </a:rPr>
              <a:t>que</a:t>
            </a:r>
            <a:r>
              <a:rPr lang="en-US" sz="800" baseline="0">
                <a:solidFill>
                  <a:srgbClr val="003C71"/>
                </a:solidFill>
                <a:latin typeface="Arial"/>
                <a:cs typeface="Arial"/>
              </a:rPr>
              <a:t> </a:t>
            </a:r>
            <a:r>
              <a:rPr lang="en-US" sz="800" baseline="0" err="1">
                <a:solidFill>
                  <a:srgbClr val="003C71"/>
                </a:solidFill>
                <a:latin typeface="Arial"/>
                <a:cs typeface="Arial"/>
              </a:rPr>
              <a:t>ce</a:t>
            </a:r>
            <a:r>
              <a:rPr lang="en-US" sz="800" baseline="0">
                <a:solidFill>
                  <a:srgbClr val="003C71"/>
                </a:solidFill>
                <a:latin typeface="Arial"/>
                <a:cs typeface="Arial"/>
              </a:rPr>
              <a:t> </a:t>
            </a:r>
            <a:r>
              <a:rPr lang="en-US" sz="800" baseline="0" err="1">
                <a:solidFill>
                  <a:srgbClr val="003C71"/>
                </a:solidFill>
                <a:latin typeface="Arial"/>
                <a:cs typeface="Arial"/>
              </a:rPr>
              <a:t>soit</a:t>
            </a:r>
            <a:r>
              <a:rPr lang="en-US" sz="800" baseline="0">
                <a:solidFill>
                  <a:srgbClr val="003C71"/>
                </a:solidFill>
                <a:latin typeface="Arial"/>
                <a:cs typeface="Arial"/>
              </a:rPr>
              <a:t> </a:t>
            </a:r>
            <a:r>
              <a:rPr lang="en-US" sz="800" baseline="0" err="1">
                <a:solidFill>
                  <a:srgbClr val="003C71"/>
                </a:solidFill>
                <a:latin typeface="Arial"/>
                <a:cs typeface="Arial"/>
              </a:rPr>
              <a:t>est</a:t>
            </a:r>
            <a:r>
              <a:rPr lang="en-US" sz="800" baseline="0">
                <a:solidFill>
                  <a:srgbClr val="003C71"/>
                </a:solidFill>
                <a:latin typeface="Arial"/>
                <a:cs typeface="Arial"/>
              </a:rPr>
              <a:t> </a:t>
            </a:r>
            <a:r>
              <a:rPr lang="en-US" sz="800" baseline="0" err="1">
                <a:solidFill>
                  <a:srgbClr val="003C71"/>
                </a:solidFill>
                <a:latin typeface="Arial"/>
                <a:cs typeface="Arial"/>
              </a:rPr>
              <a:t>interdite</a:t>
            </a:r>
            <a:r>
              <a:rPr lang="en-US" sz="800" baseline="0">
                <a:solidFill>
                  <a:srgbClr val="003C71"/>
                </a:solidFill>
                <a:latin typeface="Arial"/>
                <a:cs typeface="Arial"/>
              </a:rPr>
              <a:t>.</a:t>
            </a:r>
          </a:p>
        </p:txBody>
      </p:sp>
    </p:spTree>
    <p:extLst>
      <p:ext uri="{BB962C8B-B14F-4D97-AF65-F5344CB8AC3E}">
        <p14:creationId xmlns:p14="http://schemas.microsoft.com/office/powerpoint/2010/main" val="29465445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Lst>
  <p:hf hdr="0" ftr="0" dt="0"/>
  <p:txStyles>
    <p:titleStyle>
      <a:lvl1pPr algn="l" defTabSz="914377" rtl="0" eaLnBrk="1" latinLnBrk="0" hangingPunct="1">
        <a:lnSpc>
          <a:spcPts val="4400"/>
        </a:lnSpc>
        <a:spcBef>
          <a:spcPct val="0"/>
        </a:spcBef>
        <a:buNone/>
        <a:defRPr sz="4000" b="1" i="0" kern="1200" cap="none" baseline="0">
          <a:solidFill>
            <a:schemeClr val="accent1"/>
          </a:solidFill>
          <a:latin typeface="Arial" panose="020B0604020202020204" pitchFamily="34" charset="0"/>
          <a:ea typeface="+mj-ea"/>
          <a:cs typeface="Arial" panose="020B0604020202020204" pitchFamily="34" charset="0"/>
        </a:defRPr>
      </a:lvl1pPr>
    </p:titleStyle>
    <p:bodyStyle>
      <a:lvl1pPr marL="357708" indent="-357708" algn="l" defTabSz="914377" rtl="0" eaLnBrk="1" latinLnBrk="0" hangingPunct="1">
        <a:lnSpc>
          <a:spcPts val="3200"/>
        </a:lnSpc>
        <a:spcBef>
          <a:spcPts val="0"/>
        </a:spcBef>
        <a:spcAft>
          <a:spcPts val="800"/>
        </a:spcAft>
        <a:buFont typeface="Wingdings" pitchFamily="2" charset="2"/>
        <a:buChar char="§"/>
        <a:tabLst/>
        <a:defRPr sz="2667" b="0" i="0" kern="1200" baseline="0">
          <a:solidFill>
            <a:schemeClr val="tx1"/>
          </a:solidFill>
          <a:latin typeface="Arial" panose="020B0604020202020204" pitchFamily="34" charset="0"/>
          <a:ea typeface="+mn-ea"/>
          <a:cs typeface="Arial" panose="020B0604020202020204" pitchFamily="34" charset="0"/>
        </a:defRPr>
      </a:lvl1pPr>
      <a:lvl2pPr marL="715415" indent="-357708" algn="l" defTabSz="914377" rtl="0" eaLnBrk="1" latinLnBrk="0" hangingPunct="1">
        <a:lnSpc>
          <a:spcPts val="2800"/>
        </a:lnSpc>
        <a:spcBef>
          <a:spcPts val="0"/>
        </a:spcBef>
        <a:spcAft>
          <a:spcPts val="700"/>
        </a:spcAft>
        <a:buFont typeface="Wingdings" pitchFamily="2" charset="2"/>
        <a:buChar char="§"/>
        <a:tabLst/>
        <a:defRPr sz="2267" b="0" i="0" kern="1200" baseline="0">
          <a:solidFill>
            <a:schemeClr val="tx1"/>
          </a:solidFill>
          <a:latin typeface="Arial" panose="020B0604020202020204" pitchFamily="34" charset="0"/>
          <a:ea typeface="+mn-ea"/>
          <a:cs typeface="Arial" panose="020B0604020202020204" pitchFamily="34" charset="0"/>
        </a:defRPr>
      </a:lvl2pPr>
      <a:lvl3pPr marL="954593" indent="-239178" algn="l" defTabSz="914377" rtl="0" eaLnBrk="1" latinLnBrk="0" hangingPunct="1">
        <a:lnSpc>
          <a:spcPts val="2400"/>
        </a:lnSpc>
        <a:spcBef>
          <a:spcPts val="0"/>
        </a:spcBef>
        <a:spcAft>
          <a:spcPts val="600"/>
        </a:spcAft>
        <a:buFont typeface="Wingdings" pitchFamily="2" charset="2"/>
        <a:buChar char="§"/>
        <a:tabLst/>
        <a:defRPr sz="1867" b="0" i="0" kern="1200" baseline="0">
          <a:solidFill>
            <a:schemeClr val="tx1"/>
          </a:solidFill>
          <a:latin typeface="Arial" panose="020B0604020202020204" pitchFamily="34" charset="0"/>
          <a:ea typeface="+mn-ea"/>
          <a:cs typeface="Arial" panose="020B0604020202020204" pitchFamily="34" charset="0"/>
        </a:defRPr>
      </a:lvl3pPr>
      <a:lvl4pPr marL="1193770" indent="-239178" algn="l" defTabSz="914377" rtl="0" eaLnBrk="1" latinLnBrk="0" hangingPunct="1">
        <a:lnSpc>
          <a:spcPts val="2000"/>
        </a:lnSpc>
        <a:spcBef>
          <a:spcPts val="0"/>
        </a:spcBef>
        <a:spcAft>
          <a:spcPts val="500"/>
        </a:spcAft>
        <a:buFont typeface="Wingdings" pitchFamily="2" charset="2"/>
        <a:buChar char="§"/>
        <a:tabLst/>
        <a:defRPr sz="1467" b="0" i="0" kern="1200" baseline="0">
          <a:solidFill>
            <a:schemeClr val="tx1"/>
          </a:solidFill>
          <a:latin typeface="Arial" panose="020B0604020202020204" pitchFamily="34" charset="0"/>
          <a:ea typeface="+mn-ea"/>
          <a:cs typeface="Arial" panose="020B0604020202020204" pitchFamily="34" charset="0"/>
        </a:defRPr>
      </a:lvl4pPr>
      <a:lvl5pPr marL="1430831" indent="-237061" algn="l" defTabSz="914377" rtl="0" eaLnBrk="1" latinLnBrk="0" hangingPunct="1">
        <a:lnSpc>
          <a:spcPts val="1600"/>
        </a:lnSpc>
        <a:spcBef>
          <a:spcPts val="0"/>
        </a:spcBef>
        <a:spcAft>
          <a:spcPts val="400"/>
        </a:spcAft>
        <a:buFont typeface="Wingdings" pitchFamily="2" charset="2"/>
        <a:buChar char="§"/>
        <a:tabLst/>
        <a:defRPr sz="1067" b="0" i="0" kern="1200" baseline="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orient="horz" pos="3162">
          <p15:clr>
            <a:srgbClr val="F26B43"/>
          </p15:clr>
        </p15:guide>
        <p15:guide id="4" pos="396">
          <p15:clr>
            <a:srgbClr val="F26B43"/>
          </p15:clr>
        </p15:guide>
        <p15:guide id="5" pos="5366">
          <p15:clr>
            <a:srgbClr val="F26B43"/>
          </p15:clr>
        </p15:guide>
        <p15:guide id="6" orient="horz" pos="237">
          <p15:clr>
            <a:srgbClr val="F26B43"/>
          </p15:clr>
        </p15:guide>
        <p15:guide id="7" orient="horz" pos="680">
          <p15:clr>
            <a:srgbClr val="F26B43"/>
          </p15:clr>
        </p15:guide>
        <p15:guide id="8" orient="horz" pos="1038">
          <p15:clr>
            <a:srgbClr val="F26B43"/>
          </p15:clr>
        </p15:guide>
        <p15:guide id="9" orient="horz" pos="338">
          <p15:clr>
            <a:srgbClr val="F26B43"/>
          </p15:clr>
        </p15:guide>
        <p15:guide id="10" orient="horz" pos="894">
          <p15:clr>
            <a:srgbClr val="F26B43"/>
          </p15:clr>
        </p15:guide>
        <p15:guide id="11" orient="horz" pos="2890">
          <p15:clr>
            <a:srgbClr val="F26B43"/>
          </p15:clr>
        </p15:guide>
        <p15:guide id="12" pos="618">
          <p15:clr>
            <a:srgbClr val="F26B43"/>
          </p15:clr>
        </p15:guide>
        <p15:guide id="13" pos="1859">
          <p15:clr>
            <a:srgbClr val="F26B43"/>
          </p15:clr>
        </p15:guide>
        <p15:guide id="14" pos="1905">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tags" Target="../tags/tag4.xml"/><Relationship Id="rId7" Type="http://schemas.openxmlformats.org/officeDocument/2006/relationships/notesSlide" Target="../notesSlides/notesSlide1.xml"/><Relationship Id="rId12" Type="http://schemas.microsoft.com/office/2007/relationships/diagramDrawing" Target="../diagrams/drawing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7.xml"/><Relationship Id="rId11" Type="http://schemas.openxmlformats.org/officeDocument/2006/relationships/diagramColors" Target="../diagrams/colors1.xml"/><Relationship Id="rId5" Type="http://schemas.openxmlformats.org/officeDocument/2006/relationships/tags" Target="../tags/tag6.xml"/><Relationship Id="rId10" Type="http://schemas.openxmlformats.org/officeDocument/2006/relationships/diagramQuickStyle" Target="../diagrams/quickStyle1.xml"/><Relationship Id="rId4" Type="http://schemas.openxmlformats.org/officeDocument/2006/relationships/tags" Target="../tags/tag5.xml"/><Relationship Id="rId9"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à coins arrondis 5"/>
          <p:cNvSpPr/>
          <p:nvPr>
            <p:custDataLst>
              <p:tags r:id="rId1"/>
            </p:custDataLst>
          </p:nvPr>
        </p:nvSpPr>
        <p:spPr>
          <a:xfrm>
            <a:off x="854820" y="491490"/>
            <a:ext cx="10849500" cy="12001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39">
            <a:extLst>
              <a:ext uri="{FF2B5EF4-FFF2-40B4-BE49-F238E27FC236}">
                <a16:creationId xmlns:a16="http://schemas.microsoft.com/office/drawing/2014/main" id="{4F7C04F3-7CCE-184B-8FEF-62BA96BA43D7}"/>
              </a:ext>
            </a:extLst>
          </p:cNvPr>
          <p:cNvSpPr txBox="1"/>
          <p:nvPr>
            <p:custDataLst>
              <p:tags r:id="rId2"/>
            </p:custDataLst>
          </p:nvPr>
        </p:nvSpPr>
        <p:spPr>
          <a:xfrm>
            <a:off x="3357925" y="583359"/>
            <a:ext cx="5476179"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Century Gothic" panose="020B0502020202020204" pitchFamily="34" charset="0"/>
                <a:ea typeface="+mn-ea"/>
                <a:cs typeface="Poppins" pitchFamily="2" charset="77"/>
              </a:rPr>
              <a:t>SÉANCE 7 – </a:t>
            </a:r>
            <a:r>
              <a:rPr kumimoji="0" lang="en-US" sz="2400" b="1" i="0" u="none" strike="noStrike" kern="1200" cap="none" spc="0" normalizeH="0" baseline="0" noProof="0" err="1">
                <a:ln>
                  <a:noFill/>
                </a:ln>
                <a:solidFill>
                  <a:prstClr val="white"/>
                </a:solidFill>
                <a:effectLst/>
                <a:uLnTx/>
                <a:uFillTx/>
                <a:latin typeface="Century Gothic" panose="020B0502020202020204" pitchFamily="34" charset="0"/>
                <a:ea typeface="+mn-ea"/>
                <a:cs typeface="Poppins" pitchFamily="2" charset="77"/>
              </a:rPr>
              <a:t>Rémunération</a:t>
            </a:r>
            <a:r>
              <a:rPr kumimoji="0" lang="en-US" sz="2400" b="1" i="0" u="none" strike="noStrike" kern="1200" cap="none" spc="0" normalizeH="0" baseline="0" noProof="0">
                <a:ln>
                  <a:noFill/>
                </a:ln>
                <a:solidFill>
                  <a:prstClr val="white"/>
                </a:solidFill>
                <a:effectLst/>
                <a:uLnTx/>
                <a:uFillTx/>
                <a:latin typeface="Century Gothic" panose="020B0502020202020204" pitchFamily="34" charset="0"/>
                <a:ea typeface="+mn-ea"/>
                <a:cs typeface="Poppins" pitchFamily="2" charset="77"/>
              </a:rPr>
              <a:t> </a:t>
            </a:r>
            <a:r>
              <a:rPr kumimoji="0" lang="en-US" sz="2400" b="1" i="0" u="none" strike="noStrike" kern="1200" cap="none" spc="0" normalizeH="0" baseline="0" noProof="0" err="1">
                <a:ln>
                  <a:noFill/>
                </a:ln>
                <a:solidFill>
                  <a:prstClr val="white"/>
                </a:solidFill>
                <a:effectLst/>
                <a:uLnTx/>
                <a:uFillTx/>
                <a:latin typeface="Century Gothic" panose="020B0502020202020204" pitchFamily="34" charset="0"/>
                <a:ea typeface="+mn-ea"/>
                <a:cs typeface="Poppins" pitchFamily="2" charset="77"/>
              </a:rPr>
              <a:t>incitative</a:t>
            </a:r>
            <a:endParaRPr kumimoji="0" lang="en-US" sz="2400" b="1" i="0" u="none" strike="noStrike" kern="1200" cap="none" spc="0" normalizeH="0" baseline="0" noProof="0">
              <a:ln>
                <a:noFill/>
              </a:ln>
              <a:solidFill>
                <a:prstClr val="white"/>
              </a:solidFill>
              <a:effectLst/>
              <a:uLnTx/>
              <a:uFillTx/>
              <a:latin typeface="Century Gothic" panose="020B0502020202020204" pitchFamily="34" charset="0"/>
              <a:ea typeface="+mn-ea"/>
              <a:cs typeface="Poppins" pitchFamily="2" charset="77"/>
            </a:endParaRPr>
          </a:p>
        </p:txBody>
      </p:sp>
      <p:sp>
        <p:nvSpPr>
          <p:cNvPr id="4" name="ZoneTexte 3"/>
          <p:cNvSpPr txBox="1"/>
          <p:nvPr>
            <p:custDataLst>
              <p:tags r:id="rId3"/>
            </p:custDataLst>
          </p:nvPr>
        </p:nvSpPr>
        <p:spPr>
          <a:xfrm>
            <a:off x="4577541" y="1045024"/>
            <a:ext cx="303691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2400" b="0" i="0" u="none" strike="noStrike" kern="1200" cap="none" spc="0" normalizeH="0" baseline="0" noProof="0">
                <a:ln>
                  <a:noFill/>
                </a:ln>
                <a:solidFill>
                  <a:prstClr val="white"/>
                </a:solidFill>
                <a:effectLst/>
                <a:uLnTx/>
                <a:uFillTx/>
                <a:latin typeface="Calibri" panose="020F0502020204030204"/>
                <a:ea typeface="+mn-ea"/>
                <a:cs typeface="+mn-cs"/>
              </a:rPr>
              <a:t>Objectifs de la séance </a:t>
            </a:r>
          </a:p>
        </p:txBody>
      </p:sp>
      <p:graphicFrame>
        <p:nvGraphicFramePr>
          <p:cNvPr id="7" name="Diagram 5"/>
          <p:cNvGraphicFramePr/>
          <p:nvPr>
            <p:custDataLst>
              <p:tags r:id="rId4"/>
            </p:custDataLst>
            <p:extLst>
              <p:ext uri="{D42A27DB-BD31-4B8C-83A1-F6EECF244321}">
                <p14:modId xmlns:p14="http://schemas.microsoft.com/office/powerpoint/2010/main" val="314646487"/>
              </p:ext>
            </p:extLst>
          </p:nvPr>
        </p:nvGraphicFramePr>
        <p:xfrm>
          <a:off x="1436913" y="1738690"/>
          <a:ext cx="10072916" cy="426599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Espace réservé du numéro de diapositive 4"/>
          <p:cNvSpPr>
            <a:spLocks noGrp="1"/>
          </p:cNvSpPr>
          <p:nvPr>
            <p:ph type="sldNum" sz="quarter" idx="12"/>
            <p:custDataLst>
              <p:tags r:id="rId5"/>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EB41D-849B-4C0C-8BB4-E1DF9CA5FEE5}" type="slidenum">
              <a:rPr kumimoji="0" lang="fr-C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7496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0DA834F-95F6-4E37-944B-0EE86ECAB589}"/>
              </a:ext>
            </a:extLst>
          </p:cNvPr>
          <p:cNvSpPr>
            <a:spLocks noGrp="1"/>
          </p:cNvSpPr>
          <p:nvPr>
            <p:ph type="sldNum" sz="quarter" idx="12"/>
          </p:nvPr>
        </p:nvSpPr>
        <p:spPr/>
        <p:txBody>
          <a:bodyPr/>
          <a:lstStyle/>
          <a:p>
            <a:fld id="{C73EB41D-849B-4C0C-8BB4-E1DF9CA5FEE5}" type="slidenum">
              <a:rPr lang="fr-CA" smtClean="0"/>
              <a:t>2</a:t>
            </a:fld>
            <a:endParaRPr lang="fr-CA"/>
          </a:p>
        </p:txBody>
      </p:sp>
      <p:sp>
        <p:nvSpPr>
          <p:cNvPr id="4" name="Rectangle : coins arrondis 3">
            <a:extLst>
              <a:ext uri="{FF2B5EF4-FFF2-40B4-BE49-F238E27FC236}">
                <a16:creationId xmlns:a16="http://schemas.microsoft.com/office/drawing/2014/main" id="{4CF306FC-6EE0-4710-9E8D-B536E2BF4F73}"/>
              </a:ext>
            </a:extLst>
          </p:cNvPr>
          <p:cNvSpPr/>
          <p:nvPr/>
        </p:nvSpPr>
        <p:spPr>
          <a:xfrm>
            <a:off x="3254542" y="1528009"/>
            <a:ext cx="5811252" cy="150455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fr-CA" b="1"/>
              <a:t>Identification des facteurs clés de succès de l’industrie</a:t>
            </a:r>
          </a:p>
          <a:p>
            <a:pPr algn="ctr"/>
            <a:r>
              <a:rPr lang="fr-CA" b="1"/>
              <a:t>Analyse de l’environnement interne et externe</a:t>
            </a:r>
          </a:p>
          <a:p>
            <a:pPr algn="ctr"/>
            <a:r>
              <a:rPr lang="fr-CA" b="1"/>
              <a:t>Analyse de la situation financière</a:t>
            </a:r>
          </a:p>
          <a:p>
            <a:pPr algn="ctr"/>
            <a:r>
              <a:rPr lang="fr-CA" b="1"/>
              <a:t>FFPM </a:t>
            </a:r>
          </a:p>
        </p:txBody>
      </p:sp>
      <p:sp>
        <p:nvSpPr>
          <p:cNvPr id="5" name="Rectangle : coins arrondis 4">
            <a:extLst>
              <a:ext uri="{FF2B5EF4-FFF2-40B4-BE49-F238E27FC236}">
                <a16:creationId xmlns:a16="http://schemas.microsoft.com/office/drawing/2014/main" id="{F614C307-079F-464B-B8D5-DD35E3DA698C}"/>
              </a:ext>
            </a:extLst>
          </p:cNvPr>
          <p:cNvSpPr/>
          <p:nvPr/>
        </p:nvSpPr>
        <p:spPr>
          <a:xfrm>
            <a:off x="3144253" y="136525"/>
            <a:ext cx="6031831" cy="122722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CA" b="1"/>
              <a:t>Vision/Mission/Valeurs </a:t>
            </a:r>
          </a:p>
          <a:p>
            <a:pPr algn="ctr"/>
            <a:r>
              <a:rPr lang="fr-CA" b="1"/>
              <a:t>Stratégie</a:t>
            </a:r>
          </a:p>
          <a:p>
            <a:pPr algn="ctr"/>
            <a:r>
              <a:rPr lang="fr-CA" b="1"/>
              <a:t>Contraintes et limites </a:t>
            </a:r>
          </a:p>
        </p:txBody>
      </p:sp>
      <p:sp>
        <p:nvSpPr>
          <p:cNvPr id="6" name="Rectangle : coins arrondis 5">
            <a:extLst>
              <a:ext uri="{FF2B5EF4-FFF2-40B4-BE49-F238E27FC236}">
                <a16:creationId xmlns:a16="http://schemas.microsoft.com/office/drawing/2014/main" id="{6C135706-776B-4E0A-97DF-5A7BF0478E1F}"/>
              </a:ext>
            </a:extLst>
          </p:cNvPr>
          <p:cNvSpPr/>
          <p:nvPr/>
        </p:nvSpPr>
        <p:spPr>
          <a:xfrm>
            <a:off x="1049488" y="3720049"/>
            <a:ext cx="2430379" cy="263858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CA" b="1"/>
              <a:t>Analyse options stratégiques</a:t>
            </a:r>
          </a:p>
          <a:p>
            <a:pPr marL="285750" indent="-285750">
              <a:buFont typeface="Arial" panose="020B0604020202020204" pitchFamily="34" charset="0"/>
              <a:buChar char="•"/>
            </a:pPr>
            <a:r>
              <a:rPr lang="fr-CA"/>
              <a:t>Analyse quantitative</a:t>
            </a:r>
          </a:p>
          <a:p>
            <a:pPr marL="285750" indent="-285750">
              <a:buFont typeface="Arial" panose="020B0604020202020204" pitchFamily="34" charset="0"/>
              <a:buChar char="•"/>
            </a:pPr>
            <a:r>
              <a:rPr lang="fr-CA"/>
              <a:t>Analyse qualitative</a:t>
            </a:r>
          </a:p>
          <a:p>
            <a:pPr marL="285750" indent="-285750">
              <a:buFont typeface="Arial" panose="020B0604020202020204" pitchFamily="34" charset="0"/>
              <a:buChar char="•"/>
            </a:pPr>
            <a:r>
              <a:rPr lang="fr-CA"/>
              <a:t>Conclusions </a:t>
            </a:r>
          </a:p>
          <a:p>
            <a:pPr algn="ctr"/>
            <a:endParaRPr lang="fr-CA"/>
          </a:p>
        </p:txBody>
      </p:sp>
      <p:cxnSp>
        <p:nvCxnSpPr>
          <p:cNvPr id="8" name="Connecteur droit avec flèche 7">
            <a:extLst>
              <a:ext uri="{FF2B5EF4-FFF2-40B4-BE49-F238E27FC236}">
                <a16:creationId xmlns:a16="http://schemas.microsoft.com/office/drawing/2014/main" id="{92149227-46FB-4400-80DF-9EECC8B230E1}"/>
              </a:ext>
            </a:extLst>
          </p:cNvPr>
          <p:cNvCxnSpPr>
            <a:cxnSpLocks/>
          </p:cNvCxnSpPr>
          <p:nvPr/>
        </p:nvCxnSpPr>
        <p:spPr>
          <a:xfrm flipH="1">
            <a:off x="3043989" y="3032567"/>
            <a:ext cx="590462" cy="6851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necteur droit avec flèche 9">
            <a:extLst>
              <a:ext uri="{FF2B5EF4-FFF2-40B4-BE49-F238E27FC236}">
                <a16:creationId xmlns:a16="http://schemas.microsoft.com/office/drawing/2014/main" id="{B560BD74-5B17-4FA2-8270-4B9B7D3CFF2D}"/>
              </a:ext>
            </a:extLst>
          </p:cNvPr>
          <p:cNvCxnSpPr>
            <a:cxnSpLocks/>
          </p:cNvCxnSpPr>
          <p:nvPr/>
        </p:nvCxnSpPr>
        <p:spPr>
          <a:xfrm>
            <a:off x="8958805" y="3032567"/>
            <a:ext cx="668461" cy="6148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 coins arrondis 11">
            <a:extLst>
              <a:ext uri="{FF2B5EF4-FFF2-40B4-BE49-F238E27FC236}">
                <a16:creationId xmlns:a16="http://schemas.microsoft.com/office/drawing/2014/main" id="{48B60383-9932-4F37-9076-CD79C744D7AB}"/>
              </a:ext>
            </a:extLst>
          </p:cNvPr>
          <p:cNvSpPr/>
          <p:nvPr/>
        </p:nvSpPr>
        <p:spPr>
          <a:xfrm>
            <a:off x="9118933" y="3668425"/>
            <a:ext cx="2438611" cy="268792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CA" b="1"/>
              <a:t>Enjeux opérationnels et de contrôle</a:t>
            </a:r>
          </a:p>
          <a:p>
            <a:pPr marL="285750" indent="-285750">
              <a:buFont typeface="Arial" panose="020B0604020202020204" pitchFamily="34" charset="0"/>
              <a:buChar char="•"/>
            </a:pPr>
            <a:r>
              <a:rPr lang="fr-CA"/>
              <a:t>Gestion des risques </a:t>
            </a:r>
          </a:p>
          <a:p>
            <a:pPr marL="285750" indent="-285750">
              <a:buFont typeface="Arial" panose="020B0604020202020204" pitchFamily="34" charset="0"/>
              <a:buChar char="•"/>
            </a:pPr>
            <a:r>
              <a:rPr lang="fr-CA"/>
              <a:t>Performance</a:t>
            </a:r>
          </a:p>
          <a:p>
            <a:pPr marL="285750" indent="-285750">
              <a:buFont typeface="Arial" panose="020B0604020202020204" pitchFamily="34" charset="0"/>
              <a:buChar char="•"/>
            </a:pPr>
            <a:r>
              <a:rPr lang="fr-CA"/>
              <a:t>Éthique d’affaires</a:t>
            </a:r>
          </a:p>
          <a:p>
            <a:pPr marL="285750" indent="-285750">
              <a:buFont typeface="Arial" panose="020B0604020202020204" pitchFamily="34" charset="0"/>
              <a:buChar char="•"/>
            </a:pPr>
            <a:r>
              <a:rPr lang="fr-CA"/>
              <a:t>Gouvernance</a:t>
            </a:r>
          </a:p>
          <a:p>
            <a:pPr marL="285750" indent="-285750">
              <a:buFont typeface="Arial" panose="020B0604020202020204" pitchFamily="34" charset="0"/>
              <a:buChar char="•"/>
            </a:pPr>
            <a:r>
              <a:rPr lang="fr-CA"/>
              <a:t>Contrôle de gestion</a:t>
            </a:r>
          </a:p>
        </p:txBody>
      </p:sp>
      <p:sp>
        <p:nvSpPr>
          <p:cNvPr id="19" name="Rectangle : coins arrondis 18">
            <a:extLst>
              <a:ext uri="{FF2B5EF4-FFF2-40B4-BE49-F238E27FC236}">
                <a16:creationId xmlns:a16="http://schemas.microsoft.com/office/drawing/2014/main" id="{375D7C13-2742-DE05-35F9-3B4EC5B523EF}"/>
              </a:ext>
            </a:extLst>
          </p:cNvPr>
          <p:cNvSpPr/>
          <p:nvPr/>
        </p:nvSpPr>
        <p:spPr>
          <a:xfrm>
            <a:off x="4883956" y="3693093"/>
            <a:ext cx="2430379" cy="263858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CA" b="1"/>
              <a:t>Recommandations / choix stratégiques </a:t>
            </a:r>
          </a:p>
          <a:p>
            <a:pPr algn="ctr"/>
            <a:r>
              <a:rPr lang="fr-FR" b="1"/>
              <a:t>Recommandation</a:t>
            </a:r>
          </a:p>
          <a:p>
            <a:pPr algn="ctr"/>
            <a:r>
              <a:rPr lang="fr-FR" b="1"/>
              <a:t>stratégique</a:t>
            </a:r>
          </a:p>
          <a:p>
            <a:pPr algn="ctr"/>
            <a:r>
              <a:rPr lang="fr-CA" b="1"/>
              <a:t>Financement</a:t>
            </a:r>
          </a:p>
          <a:p>
            <a:pPr algn="ctr"/>
            <a:r>
              <a:rPr lang="fr-CA" b="1"/>
              <a:t>Mise en œuvre </a:t>
            </a:r>
          </a:p>
          <a:p>
            <a:pPr algn="ctr"/>
            <a:endParaRPr lang="fr-CA" b="1"/>
          </a:p>
        </p:txBody>
      </p:sp>
      <p:cxnSp>
        <p:nvCxnSpPr>
          <p:cNvPr id="20" name="Connecteur droit avec flèche 19">
            <a:extLst>
              <a:ext uri="{FF2B5EF4-FFF2-40B4-BE49-F238E27FC236}">
                <a16:creationId xmlns:a16="http://schemas.microsoft.com/office/drawing/2014/main" id="{C6434881-9D64-C38F-B83C-48DAC42B4709}"/>
              </a:ext>
            </a:extLst>
          </p:cNvPr>
          <p:cNvCxnSpPr>
            <a:cxnSpLocks/>
          </p:cNvCxnSpPr>
          <p:nvPr/>
        </p:nvCxnSpPr>
        <p:spPr>
          <a:xfrm>
            <a:off x="6160168" y="3067743"/>
            <a:ext cx="0" cy="579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572D7376-DDEB-CC8E-3006-2D8DE6586AF2}"/>
              </a:ext>
            </a:extLst>
          </p:cNvPr>
          <p:cNvCxnSpPr>
            <a:cxnSpLocks/>
          </p:cNvCxnSpPr>
          <p:nvPr/>
        </p:nvCxnSpPr>
        <p:spPr>
          <a:xfrm>
            <a:off x="3479867" y="4795231"/>
            <a:ext cx="14040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a:extLst>
              <a:ext uri="{FF2B5EF4-FFF2-40B4-BE49-F238E27FC236}">
                <a16:creationId xmlns:a16="http://schemas.microsoft.com/office/drawing/2014/main" id="{E697505E-EB43-1003-4D9B-5925BBFE1CA5}"/>
              </a:ext>
            </a:extLst>
          </p:cNvPr>
          <p:cNvCxnSpPr>
            <a:cxnSpLocks/>
          </p:cNvCxnSpPr>
          <p:nvPr/>
        </p:nvCxnSpPr>
        <p:spPr>
          <a:xfrm flipV="1">
            <a:off x="7314335" y="4799587"/>
            <a:ext cx="175145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5519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ACE673-0670-494F-BBC0-163BA377191F}"/>
              </a:ext>
            </a:extLst>
          </p:cNvPr>
          <p:cNvSpPr>
            <a:spLocks noGrp="1"/>
          </p:cNvSpPr>
          <p:nvPr>
            <p:ph type="title"/>
          </p:nvPr>
        </p:nvSpPr>
        <p:spPr>
          <a:xfrm>
            <a:off x="838200" y="716693"/>
            <a:ext cx="10515600" cy="1128514"/>
          </a:xfrm>
        </p:spPr>
        <p:txBody>
          <a:bodyPr/>
          <a:lstStyle/>
          <a:p>
            <a:r>
              <a:rPr lang="fr-CA"/>
              <a:t>Origine des enjeux en lien avec la rémunération incitative</a:t>
            </a:r>
          </a:p>
        </p:txBody>
      </p:sp>
      <p:sp>
        <p:nvSpPr>
          <p:cNvPr id="3" name="Espace réservé du contenu 2">
            <a:extLst>
              <a:ext uri="{FF2B5EF4-FFF2-40B4-BE49-F238E27FC236}">
                <a16:creationId xmlns:a16="http://schemas.microsoft.com/office/drawing/2014/main" id="{99856BEA-3881-42AC-A817-0A54DBF38890}"/>
              </a:ext>
            </a:extLst>
          </p:cNvPr>
          <p:cNvSpPr>
            <a:spLocks noGrp="1"/>
          </p:cNvSpPr>
          <p:nvPr>
            <p:ph idx="1"/>
          </p:nvPr>
        </p:nvSpPr>
        <p:spPr>
          <a:xfrm>
            <a:off x="854279" y="1935332"/>
            <a:ext cx="10515600" cy="4518734"/>
          </a:xfrm>
        </p:spPr>
        <p:txBody>
          <a:bodyPr>
            <a:normAutofit/>
          </a:bodyPr>
          <a:lstStyle/>
          <a:p>
            <a:pPr marL="0" indent="0">
              <a:buNone/>
            </a:pPr>
            <a:r>
              <a:rPr lang="fr-CA" dirty="0"/>
              <a:t>En contexte organisationnel, la qualité du travail effectué par les dirigeants (employé) n’est pas toujours observable</a:t>
            </a:r>
          </a:p>
          <a:p>
            <a:pPr marL="0" indent="0">
              <a:buNone/>
            </a:pPr>
            <a:r>
              <a:rPr lang="fr-CA" dirty="0"/>
              <a:t> </a:t>
            </a:r>
          </a:p>
          <a:p>
            <a:pPr lvl="1"/>
            <a:r>
              <a:rPr lang="fr-CA" dirty="0"/>
              <a:t>Il en résulte une situation </a:t>
            </a:r>
            <a:r>
              <a:rPr lang="fr-CA" dirty="0">
                <a:highlight>
                  <a:srgbClr val="FFFF00"/>
                </a:highlight>
              </a:rPr>
              <a:t>d’asymétrie</a:t>
            </a:r>
            <a:r>
              <a:rPr lang="fr-CA" dirty="0"/>
              <a:t> informationnelle: on souhaiterait compenser le dirigeant pour ses efforts, mais seul le dirigeant dispose de toute l’information sur la </a:t>
            </a:r>
            <a:r>
              <a:rPr lang="fr-CA" dirty="0">
                <a:highlight>
                  <a:srgbClr val="FFFF00"/>
                </a:highlight>
              </a:rPr>
              <a:t>qualité de son travail</a:t>
            </a:r>
          </a:p>
          <a:p>
            <a:pPr lvl="1"/>
            <a:endParaRPr lang="fr-CA" dirty="0"/>
          </a:p>
          <a:p>
            <a:pPr lvl="1"/>
            <a:r>
              <a:rPr lang="fr-CA" dirty="0"/>
              <a:t>On compense le manque d’information sur la qualité du travail en faisant l’hypothèse que les résultats </a:t>
            </a:r>
            <a:r>
              <a:rPr lang="fr-CA" dirty="0">
                <a:highlight>
                  <a:srgbClr val="FFFF00"/>
                </a:highlight>
              </a:rPr>
              <a:t>attendus</a:t>
            </a:r>
            <a:r>
              <a:rPr lang="fr-CA" dirty="0"/>
              <a:t> sont (plus ou moins) fortement influencés par </a:t>
            </a:r>
            <a:r>
              <a:rPr lang="fr-CA" dirty="0">
                <a:highlight>
                  <a:srgbClr val="FFFF00"/>
                </a:highlight>
              </a:rPr>
              <a:t>la qualité du travail</a:t>
            </a:r>
          </a:p>
          <a:p>
            <a:pPr marL="0" indent="0">
              <a:buNone/>
            </a:pPr>
            <a:endParaRPr lang="fr-CA" dirty="0"/>
          </a:p>
          <a:p>
            <a:endParaRPr lang="fr-CA" dirty="0"/>
          </a:p>
          <a:p>
            <a:endParaRPr lang="fr-CA" dirty="0"/>
          </a:p>
        </p:txBody>
      </p:sp>
      <p:sp>
        <p:nvSpPr>
          <p:cNvPr id="4" name="Espace réservé du numéro de diapositive 3">
            <a:extLst>
              <a:ext uri="{FF2B5EF4-FFF2-40B4-BE49-F238E27FC236}">
                <a16:creationId xmlns:a16="http://schemas.microsoft.com/office/drawing/2014/main" id="{19613F26-5FF1-4A1C-91ED-32B6E7B111FC}"/>
              </a:ext>
            </a:extLst>
          </p:cNvPr>
          <p:cNvSpPr>
            <a:spLocks noGrp="1"/>
          </p:cNvSpPr>
          <p:nvPr>
            <p:ph type="sldNum" sz="quarter" idx="12"/>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fld id="{EEB25B09-B9A6-4811-8700-6D36B9CE20D1}" type="slidenum">
              <a:rPr kumimoji="0" lang="fr-CA" sz="800" b="1"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ctr" defTabSz="685800" rtl="0" eaLnBrk="1" fontAlgn="auto" latinLnBrk="0" hangingPunct="1">
                <a:lnSpc>
                  <a:spcPct val="100000"/>
                </a:lnSpc>
                <a:spcBef>
                  <a:spcPts val="0"/>
                </a:spcBef>
                <a:spcAft>
                  <a:spcPts val="0"/>
                </a:spcAft>
                <a:buClrTx/>
                <a:buSzTx/>
                <a:buFontTx/>
                <a:buNone/>
                <a:tabLst/>
                <a:defRPr/>
              </a:pPr>
              <a:t>3</a:t>
            </a:fld>
            <a:endParaRPr kumimoji="0" lang="fr-CA"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455867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99480C-6EBC-4E8A-967A-1AA602B3AF4D}"/>
              </a:ext>
            </a:extLst>
          </p:cNvPr>
          <p:cNvSpPr>
            <a:spLocks noGrp="1"/>
          </p:cNvSpPr>
          <p:nvPr>
            <p:ph type="title"/>
          </p:nvPr>
        </p:nvSpPr>
        <p:spPr/>
        <p:txBody>
          <a:bodyPr/>
          <a:lstStyle/>
          <a:p>
            <a:r>
              <a:rPr lang="fr-CA"/>
              <a:t>Rémunération incitative</a:t>
            </a:r>
          </a:p>
        </p:txBody>
      </p:sp>
      <p:sp>
        <p:nvSpPr>
          <p:cNvPr id="3" name="Espace réservé du contenu 2">
            <a:extLst>
              <a:ext uri="{FF2B5EF4-FFF2-40B4-BE49-F238E27FC236}">
                <a16:creationId xmlns:a16="http://schemas.microsoft.com/office/drawing/2014/main" id="{0F0F9C34-76CE-4350-A921-B54FC36524A5}"/>
              </a:ext>
            </a:extLst>
          </p:cNvPr>
          <p:cNvSpPr>
            <a:spLocks noGrp="1"/>
          </p:cNvSpPr>
          <p:nvPr>
            <p:ph idx="1"/>
          </p:nvPr>
        </p:nvSpPr>
        <p:spPr/>
        <p:txBody>
          <a:bodyPr/>
          <a:lstStyle/>
          <a:p>
            <a:pPr marL="0" indent="0">
              <a:spcAft>
                <a:spcPts val="1200"/>
              </a:spcAft>
              <a:buNone/>
            </a:pPr>
            <a:r>
              <a:rPr lang="fr-CA" dirty="0">
                <a:highlight>
                  <a:srgbClr val="FFFF00"/>
                </a:highlight>
              </a:rPr>
              <a:t>Entente</a:t>
            </a:r>
            <a:r>
              <a:rPr lang="fr-CA" dirty="0"/>
              <a:t> contractuelle où une des parties impliquées rémunère l’autre partie pour la </a:t>
            </a:r>
            <a:r>
              <a:rPr lang="fr-CA" dirty="0">
                <a:highlight>
                  <a:srgbClr val="FFFF00"/>
                </a:highlight>
              </a:rPr>
              <a:t>qualité</a:t>
            </a:r>
            <a:r>
              <a:rPr lang="fr-CA" dirty="0"/>
              <a:t> de son travail dans un contexte où: </a:t>
            </a:r>
          </a:p>
          <a:p>
            <a:pPr lvl="1"/>
            <a:r>
              <a:rPr lang="fr-CA" dirty="0"/>
              <a:t>La qualité du travail n’est que très imparfaitement observable</a:t>
            </a:r>
          </a:p>
          <a:p>
            <a:pPr lvl="2">
              <a:buFont typeface="Wingdings" panose="05000000000000000000" pitchFamily="2" charset="2"/>
              <a:buChar char="Ø"/>
            </a:pPr>
            <a:r>
              <a:rPr lang="fr-CA" dirty="0"/>
              <a:t>On devra alors inférer la qualité du travail par une </a:t>
            </a:r>
            <a:r>
              <a:rPr lang="fr-CA" dirty="0">
                <a:highlight>
                  <a:srgbClr val="FFFF00"/>
                </a:highlight>
              </a:rPr>
              <a:t>mesure de performance </a:t>
            </a:r>
          </a:p>
          <a:p>
            <a:pPr lvl="2">
              <a:buFont typeface="Wingdings" panose="05000000000000000000" pitchFamily="2" charset="2"/>
              <a:buChar char="Ø"/>
            </a:pPr>
            <a:endParaRPr lang="fr-CA" dirty="0"/>
          </a:p>
          <a:p>
            <a:pPr lvl="1"/>
            <a:r>
              <a:rPr lang="fr-CA" dirty="0"/>
              <a:t>La mesure de performance utilisée peut être affectée par divers facteurs autre que la qualité du travail (facteurs exogènes, manipulation, …)</a:t>
            </a:r>
          </a:p>
          <a:p>
            <a:pPr lvl="2">
              <a:buFont typeface="Wingdings" panose="05000000000000000000" pitchFamily="2" charset="2"/>
              <a:buChar char="Ø"/>
            </a:pPr>
            <a:r>
              <a:rPr lang="fr-CA" dirty="0"/>
              <a:t>La rémunération incitative implique donc des risques qui sont partagées entre les deux parties</a:t>
            </a:r>
          </a:p>
        </p:txBody>
      </p:sp>
      <p:sp>
        <p:nvSpPr>
          <p:cNvPr id="4" name="Espace réservé du numéro de diapositive 3">
            <a:extLst>
              <a:ext uri="{FF2B5EF4-FFF2-40B4-BE49-F238E27FC236}">
                <a16:creationId xmlns:a16="http://schemas.microsoft.com/office/drawing/2014/main" id="{066EB336-A3CD-4D64-9084-5BC6248047D3}"/>
              </a:ext>
            </a:extLst>
          </p:cNvPr>
          <p:cNvSpPr>
            <a:spLocks noGrp="1"/>
          </p:cNvSpPr>
          <p:nvPr>
            <p:ph type="sldNum" sz="quarter" idx="12"/>
          </p:nvPr>
        </p:nvSpPr>
        <p:spPr/>
        <p:txBody>
          <a:bodyPr/>
          <a:lstStyle/>
          <a:p>
            <a:fld id="{EEB25B09-B9A6-4811-8700-6D36B9CE20D1}" type="slidenum">
              <a:rPr lang="fr-CA" smtClean="0"/>
              <a:t>4</a:t>
            </a:fld>
            <a:endParaRPr lang="fr-CA"/>
          </a:p>
        </p:txBody>
      </p:sp>
    </p:spTree>
    <p:extLst>
      <p:ext uri="{BB962C8B-B14F-4D97-AF65-F5344CB8AC3E}">
        <p14:creationId xmlns:p14="http://schemas.microsoft.com/office/powerpoint/2010/main" val="2293933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5ACBC8-7032-4EEB-80E7-7FC51CCD0350}"/>
              </a:ext>
            </a:extLst>
          </p:cNvPr>
          <p:cNvSpPr>
            <a:spLocks noGrp="1"/>
          </p:cNvSpPr>
          <p:nvPr>
            <p:ph type="title"/>
          </p:nvPr>
        </p:nvSpPr>
        <p:spPr>
          <a:xfrm>
            <a:off x="838200" y="716693"/>
            <a:ext cx="10515600" cy="1128514"/>
          </a:xfrm>
        </p:spPr>
        <p:txBody>
          <a:bodyPr/>
          <a:lstStyle/>
          <a:p>
            <a:r>
              <a:rPr lang="fr-CA"/>
              <a:t>Gestion des risques en lien avec la  </a:t>
            </a:r>
            <a:br>
              <a:rPr lang="fr-CA"/>
            </a:br>
            <a:r>
              <a:rPr lang="fr-CA"/>
              <a:t>Rémunération incitative</a:t>
            </a:r>
          </a:p>
        </p:txBody>
      </p:sp>
      <p:graphicFrame>
        <p:nvGraphicFramePr>
          <p:cNvPr id="5" name="Tableau 5">
            <a:extLst>
              <a:ext uri="{FF2B5EF4-FFF2-40B4-BE49-F238E27FC236}">
                <a16:creationId xmlns:a16="http://schemas.microsoft.com/office/drawing/2014/main" id="{DEFBB0E8-1613-4B24-8A58-B9F3A029F9E4}"/>
              </a:ext>
            </a:extLst>
          </p:cNvPr>
          <p:cNvGraphicFramePr>
            <a:graphicFrameLocks noGrp="1"/>
          </p:cNvGraphicFramePr>
          <p:nvPr>
            <p:ph idx="1"/>
            <p:extLst>
              <p:ext uri="{D42A27DB-BD31-4B8C-83A1-F6EECF244321}">
                <p14:modId xmlns:p14="http://schemas.microsoft.com/office/powerpoint/2010/main" val="2610826159"/>
              </p:ext>
            </p:extLst>
          </p:nvPr>
        </p:nvGraphicFramePr>
        <p:xfrm>
          <a:off x="838200" y="2496744"/>
          <a:ext cx="10515600" cy="31394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14483899"/>
                    </a:ext>
                  </a:extLst>
                </a:gridCol>
                <a:gridCol w="5257800">
                  <a:extLst>
                    <a:ext uri="{9D8B030D-6E8A-4147-A177-3AD203B41FA5}">
                      <a16:colId xmlns:a16="http://schemas.microsoft.com/office/drawing/2014/main" val="1536535527"/>
                    </a:ext>
                  </a:extLst>
                </a:gridCol>
              </a:tblGrid>
              <a:tr h="370840">
                <a:tc>
                  <a:txBody>
                    <a:bodyPr/>
                    <a:lstStyle/>
                    <a:p>
                      <a:r>
                        <a:rPr lang="fr-CA"/>
                        <a:t>Enjeux liés à la rémunération incitative</a:t>
                      </a:r>
                    </a:p>
                  </a:txBody>
                  <a:tcPr/>
                </a:tc>
                <a:tc>
                  <a:txBody>
                    <a:bodyPr/>
                    <a:lstStyle/>
                    <a:p>
                      <a:r>
                        <a:rPr lang="fr-CA"/>
                        <a:t>Réduction des risques</a:t>
                      </a:r>
                    </a:p>
                  </a:txBody>
                  <a:tcPr/>
                </a:tc>
                <a:extLst>
                  <a:ext uri="{0D108BD9-81ED-4DB2-BD59-A6C34878D82A}">
                    <a16:rowId xmlns:a16="http://schemas.microsoft.com/office/drawing/2014/main" val="2057640393"/>
                  </a:ext>
                </a:extLst>
              </a:tr>
              <a:tr h="370840">
                <a:tc>
                  <a:txBody>
                    <a:bodyPr/>
                    <a:lstStyle/>
                    <a:p>
                      <a:r>
                        <a:rPr lang="fr-CA"/>
                        <a:t>La mesure utilisée est mal alignée avec la stratégie</a:t>
                      </a:r>
                    </a:p>
                  </a:txBody>
                  <a:tcPr/>
                </a:tc>
                <a:tc>
                  <a:txBody>
                    <a:bodyPr/>
                    <a:lstStyle/>
                    <a:p>
                      <a:r>
                        <a:rPr lang="fr-CA" dirty="0"/>
                        <a:t>Mesure(s) </a:t>
                      </a:r>
                      <a:r>
                        <a:rPr lang="fr-CA" dirty="0">
                          <a:highlight>
                            <a:srgbClr val="FFFF00"/>
                          </a:highlight>
                        </a:rPr>
                        <a:t>en lien </a:t>
                      </a:r>
                      <a:r>
                        <a:rPr lang="fr-CA" dirty="0"/>
                        <a:t>avec </a:t>
                      </a:r>
                      <a:r>
                        <a:rPr lang="fr-CA" dirty="0">
                          <a:highlight>
                            <a:srgbClr val="FFFF00"/>
                          </a:highlight>
                        </a:rPr>
                        <a:t>le tableau de bord</a:t>
                      </a:r>
                    </a:p>
                  </a:txBody>
                  <a:tcPr/>
                </a:tc>
                <a:extLst>
                  <a:ext uri="{0D108BD9-81ED-4DB2-BD59-A6C34878D82A}">
                    <a16:rowId xmlns:a16="http://schemas.microsoft.com/office/drawing/2014/main" val="988544704"/>
                  </a:ext>
                </a:extLst>
              </a:tr>
              <a:tr h="370840">
                <a:tc>
                  <a:txBody>
                    <a:bodyPr/>
                    <a:lstStyle/>
                    <a:p>
                      <a:r>
                        <a:rPr lang="fr-CA" dirty="0"/>
                        <a:t>Le lien entre la mesure et la qualité du travail est faible - la dimension mesurée n’est pas sous le contrôle de la personne évaluée</a:t>
                      </a:r>
                    </a:p>
                  </a:txBody>
                  <a:tcPr/>
                </a:tc>
                <a:tc>
                  <a:txBody>
                    <a:bodyPr/>
                    <a:lstStyle/>
                    <a:p>
                      <a:r>
                        <a:rPr lang="fr-CA"/>
                        <a:t>Changement ou ajout de mesures </a:t>
                      </a:r>
                    </a:p>
                  </a:txBody>
                  <a:tcPr/>
                </a:tc>
                <a:extLst>
                  <a:ext uri="{0D108BD9-81ED-4DB2-BD59-A6C34878D82A}">
                    <a16:rowId xmlns:a16="http://schemas.microsoft.com/office/drawing/2014/main" val="1421899381"/>
                  </a:ext>
                </a:extLst>
              </a:tr>
              <a:tr h="370840">
                <a:tc>
                  <a:txBody>
                    <a:bodyPr/>
                    <a:lstStyle/>
                    <a:p>
                      <a:r>
                        <a:rPr lang="fr-CA"/>
                        <a:t>La mesure utilisée est facilement manipulable</a:t>
                      </a:r>
                    </a:p>
                  </a:txBody>
                  <a:tcPr/>
                </a:tc>
                <a:tc>
                  <a:txBody>
                    <a:bodyPr/>
                    <a:lstStyle/>
                    <a:p>
                      <a:r>
                        <a:rPr lang="fr-CA"/>
                        <a:t>Ajout de mesures, audit interne</a:t>
                      </a:r>
                    </a:p>
                  </a:txBody>
                  <a:tcPr/>
                </a:tc>
                <a:extLst>
                  <a:ext uri="{0D108BD9-81ED-4DB2-BD59-A6C34878D82A}">
                    <a16:rowId xmlns:a16="http://schemas.microsoft.com/office/drawing/2014/main" val="1782556199"/>
                  </a:ext>
                </a:extLst>
              </a:tr>
              <a:tr h="370840">
                <a:tc>
                  <a:txBody>
                    <a:bodyPr/>
                    <a:lstStyle/>
                    <a:p>
                      <a:r>
                        <a:rPr lang="fr-CA"/>
                        <a:t>La mesure utilisée créé des conflits internes</a:t>
                      </a:r>
                    </a:p>
                  </a:txBody>
                  <a:tcPr/>
                </a:tc>
                <a:tc>
                  <a:txBody>
                    <a:bodyPr/>
                    <a:lstStyle/>
                    <a:p>
                      <a:r>
                        <a:rPr lang="fr-CA"/>
                        <a:t>Ajout de mesures en lien avec l’effort collectif</a:t>
                      </a:r>
                    </a:p>
                  </a:txBody>
                  <a:tcPr/>
                </a:tc>
                <a:extLst>
                  <a:ext uri="{0D108BD9-81ED-4DB2-BD59-A6C34878D82A}">
                    <a16:rowId xmlns:a16="http://schemas.microsoft.com/office/drawing/2014/main" val="2276463933"/>
                  </a:ext>
                </a:extLst>
              </a:tr>
              <a:tr h="370840">
                <a:tc>
                  <a:txBody>
                    <a:bodyPr/>
                    <a:lstStyle/>
                    <a:p>
                      <a:r>
                        <a:rPr lang="fr-CA"/>
                        <a:t>La mesure n’est pas aussi motivante qu’on l’espérait</a:t>
                      </a:r>
                    </a:p>
                  </a:txBody>
                  <a:tcPr/>
                </a:tc>
                <a:tc>
                  <a:txBody>
                    <a:bodyPr/>
                    <a:lstStyle/>
                    <a:p>
                      <a:r>
                        <a:rPr lang="fr-CA"/>
                        <a:t>Révision des cibles</a:t>
                      </a:r>
                    </a:p>
                  </a:txBody>
                  <a:tcPr/>
                </a:tc>
                <a:extLst>
                  <a:ext uri="{0D108BD9-81ED-4DB2-BD59-A6C34878D82A}">
                    <a16:rowId xmlns:a16="http://schemas.microsoft.com/office/drawing/2014/main" val="3758272148"/>
                  </a:ext>
                </a:extLst>
              </a:tr>
              <a:tr h="370840">
                <a:tc>
                  <a:txBody>
                    <a:bodyPr/>
                    <a:lstStyle/>
                    <a:p>
                      <a:r>
                        <a:rPr lang="fr-CA"/>
                        <a:t>Le régime de rémunération incitative coûte trop cher</a:t>
                      </a:r>
                    </a:p>
                  </a:txBody>
                  <a:tcPr/>
                </a:tc>
                <a:tc>
                  <a:txBody>
                    <a:bodyPr/>
                    <a:lstStyle/>
                    <a:p>
                      <a:r>
                        <a:rPr lang="fr-CA" dirty="0"/>
                        <a:t>Revoir la proportion de la rémunération variable</a:t>
                      </a:r>
                    </a:p>
                  </a:txBody>
                  <a:tcPr/>
                </a:tc>
                <a:extLst>
                  <a:ext uri="{0D108BD9-81ED-4DB2-BD59-A6C34878D82A}">
                    <a16:rowId xmlns:a16="http://schemas.microsoft.com/office/drawing/2014/main" val="2561573910"/>
                  </a:ext>
                </a:extLst>
              </a:tr>
            </a:tbl>
          </a:graphicData>
        </a:graphic>
      </p:graphicFrame>
      <p:sp>
        <p:nvSpPr>
          <p:cNvPr id="4" name="Espace réservé du numéro de diapositive 3">
            <a:extLst>
              <a:ext uri="{FF2B5EF4-FFF2-40B4-BE49-F238E27FC236}">
                <a16:creationId xmlns:a16="http://schemas.microsoft.com/office/drawing/2014/main" id="{6F0993F7-E678-4758-905C-3C466668D5DC}"/>
              </a:ext>
            </a:extLst>
          </p:cNvPr>
          <p:cNvSpPr>
            <a:spLocks noGrp="1"/>
          </p:cNvSpPr>
          <p:nvPr>
            <p:ph type="sldNum" sz="quarter" idx="12"/>
          </p:nvPr>
        </p:nvSpPr>
        <p:spPr/>
        <p:txBody>
          <a:bodyPr/>
          <a:lstStyle/>
          <a:p>
            <a:fld id="{EEB25B09-B9A6-4811-8700-6D36B9CE20D1}" type="slidenum">
              <a:rPr lang="fr-CA" smtClean="0"/>
              <a:t>5</a:t>
            </a:fld>
            <a:endParaRPr lang="fr-CA"/>
          </a:p>
        </p:txBody>
      </p:sp>
    </p:spTree>
    <p:extLst>
      <p:ext uri="{BB962C8B-B14F-4D97-AF65-F5344CB8AC3E}">
        <p14:creationId xmlns:p14="http://schemas.microsoft.com/office/powerpoint/2010/main" val="2051165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0A4152-AC11-4B76-B013-9170C9B40A9C}"/>
              </a:ext>
            </a:extLst>
          </p:cNvPr>
          <p:cNvSpPr>
            <a:spLocks noGrp="1"/>
          </p:cNvSpPr>
          <p:nvPr>
            <p:ph type="title"/>
          </p:nvPr>
        </p:nvSpPr>
        <p:spPr>
          <a:xfrm>
            <a:off x="922201" y="404017"/>
            <a:ext cx="10515600" cy="564257"/>
          </a:xfrm>
        </p:spPr>
        <p:txBody>
          <a:bodyPr/>
          <a:lstStyle/>
          <a:p>
            <a:r>
              <a:rPr lang="fr-CA" dirty="0"/>
              <a:t>Comment apprécier les mesures incitatives</a:t>
            </a:r>
          </a:p>
        </p:txBody>
      </p:sp>
      <p:sp>
        <p:nvSpPr>
          <p:cNvPr id="3" name="Espace réservé du contenu 2">
            <a:extLst>
              <a:ext uri="{FF2B5EF4-FFF2-40B4-BE49-F238E27FC236}">
                <a16:creationId xmlns:a16="http://schemas.microsoft.com/office/drawing/2014/main" id="{43DC0FB0-2ABA-4B07-8968-D5C1225BF123}"/>
              </a:ext>
            </a:extLst>
          </p:cNvPr>
          <p:cNvSpPr>
            <a:spLocks noGrp="1"/>
          </p:cNvSpPr>
          <p:nvPr>
            <p:ph idx="1"/>
          </p:nvPr>
        </p:nvSpPr>
        <p:spPr>
          <a:xfrm>
            <a:off x="838202" y="1189606"/>
            <a:ext cx="10515600" cy="4864779"/>
          </a:xfrm>
        </p:spPr>
        <p:txBody>
          <a:bodyPr>
            <a:normAutofit fontScale="92500"/>
          </a:bodyPr>
          <a:lstStyle/>
          <a:p>
            <a:pPr marL="514350" indent="-514350">
              <a:buFont typeface="+mj-lt"/>
              <a:buAutoNum type="arabicPeriod"/>
            </a:pPr>
            <a:r>
              <a:rPr lang="fr-CA" dirty="0"/>
              <a:t>Les indicateurs de performance en </a:t>
            </a:r>
            <a:r>
              <a:rPr lang="fr-CA" dirty="0">
                <a:highlight>
                  <a:srgbClr val="FFFF00"/>
                </a:highlight>
              </a:rPr>
              <a:t>appui</a:t>
            </a:r>
            <a:r>
              <a:rPr lang="fr-CA" dirty="0"/>
              <a:t> aux mesures incitatives sont-ils bien </a:t>
            </a:r>
            <a:r>
              <a:rPr lang="fr-CA" b="1" dirty="0"/>
              <a:t>alignés avec les objectifs stratégiques</a:t>
            </a:r>
            <a:r>
              <a:rPr lang="fr-CA" dirty="0"/>
              <a:t>?</a:t>
            </a:r>
          </a:p>
          <a:p>
            <a:pPr marL="514350" indent="-514350">
              <a:buFont typeface="+mj-lt"/>
              <a:buAutoNum type="arabicPeriod"/>
            </a:pPr>
            <a:r>
              <a:rPr lang="fr-CA" dirty="0"/>
              <a:t>Ces indicateurs sont-ils raisonnablement </a:t>
            </a:r>
            <a:r>
              <a:rPr lang="fr-CA" b="1" dirty="0"/>
              <a:t>sous le contrôle </a:t>
            </a:r>
            <a:r>
              <a:rPr lang="fr-CA" dirty="0"/>
              <a:t>de la personne évaluée?</a:t>
            </a:r>
          </a:p>
          <a:p>
            <a:pPr marL="514350" indent="-514350">
              <a:buFont typeface="+mj-lt"/>
              <a:buAutoNum type="arabicPeriod"/>
            </a:pPr>
            <a:r>
              <a:rPr lang="fr-CA" dirty="0">
                <a:highlight>
                  <a:srgbClr val="FFFF00"/>
                </a:highlight>
              </a:rPr>
              <a:t>Les </a:t>
            </a:r>
            <a:r>
              <a:rPr lang="fr-CA" b="1" dirty="0">
                <a:highlight>
                  <a:srgbClr val="FFFF00"/>
                </a:highlight>
              </a:rPr>
              <a:t>cibles</a:t>
            </a:r>
            <a:r>
              <a:rPr lang="fr-CA" dirty="0">
                <a:highlight>
                  <a:srgbClr val="FFFF00"/>
                </a:highlight>
              </a:rPr>
              <a:t> sont-elles </a:t>
            </a:r>
            <a:r>
              <a:rPr lang="fr-CA" b="1" dirty="0">
                <a:highlight>
                  <a:srgbClr val="FFFF00"/>
                </a:highlight>
              </a:rPr>
              <a:t>raisonnablement atteignables</a:t>
            </a:r>
            <a:r>
              <a:rPr lang="fr-CA" dirty="0">
                <a:highlight>
                  <a:srgbClr val="FFFF00"/>
                </a:highlight>
              </a:rPr>
              <a:t>? Ont-elles fait l’objet d’une </a:t>
            </a:r>
            <a:r>
              <a:rPr lang="fr-CA" b="1" dirty="0">
                <a:highlight>
                  <a:srgbClr val="FFFF00"/>
                </a:highlight>
              </a:rPr>
              <a:t>entente préalable </a:t>
            </a:r>
            <a:r>
              <a:rPr lang="fr-CA" dirty="0">
                <a:highlight>
                  <a:srgbClr val="FFFF00"/>
                </a:highlight>
              </a:rPr>
              <a:t>avec la personne évaluée?</a:t>
            </a:r>
          </a:p>
          <a:p>
            <a:pPr marL="514350" indent="-514350">
              <a:buFont typeface="+mj-lt"/>
              <a:buAutoNum type="arabicPeriod"/>
            </a:pPr>
            <a:r>
              <a:rPr lang="fr-CA" dirty="0"/>
              <a:t>La proportion « variable » de la rémunération est-elle bien adaptée à la situation?</a:t>
            </a:r>
          </a:p>
          <a:p>
            <a:pPr marL="514350" indent="-514350">
              <a:buFont typeface="+mj-lt"/>
              <a:buAutoNum type="arabicPeriod"/>
            </a:pPr>
            <a:r>
              <a:rPr lang="fr-CA" b="1" dirty="0"/>
              <a:t>Des moyens pour limiter la manipulation</a:t>
            </a:r>
            <a:r>
              <a:rPr lang="fr-CA" dirty="0"/>
              <a:t> sont-ils en place?</a:t>
            </a:r>
          </a:p>
          <a:p>
            <a:pPr lvl="2"/>
            <a:r>
              <a:rPr lang="fr-CA" sz="2400" dirty="0"/>
              <a:t>Audit interne</a:t>
            </a:r>
          </a:p>
          <a:p>
            <a:pPr lvl="2"/>
            <a:r>
              <a:rPr lang="fr-CA" sz="2400" dirty="0"/>
              <a:t>Appréciation qualitative (application du jugement sur les résultats obtenus)</a:t>
            </a:r>
          </a:p>
        </p:txBody>
      </p:sp>
      <p:sp>
        <p:nvSpPr>
          <p:cNvPr id="4" name="Espace réservé du numéro de diapositive 3">
            <a:extLst>
              <a:ext uri="{FF2B5EF4-FFF2-40B4-BE49-F238E27FC236}">
                <a16:creationId xmlns:a16="http://schemas.microsoft.com/office/drawing/2014/main" id="{99E8F824-8965-42AB-A5AB-D2417603EF21}"/>
              </a:ext>
            </a:extLst>
          </p:cNvPr>
          <p:cNvSpPr>
            <a:spLocks noGrp="1"/>
          </p:cNvSpPr>
          <p:nvPr>
            <p:ph type="sldNum" sz="quarter" idx="12"/>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fld id="{EEB25B09-B9A6-4811-8700-6D36B9CE20D1}" type="slidenum">
              <a:rPr kumimoji="0" lang="fr-CA" sz="800" b="1"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ctr" defTabSz="685800" rtl="0" eaLnBrk="1" fontAlgn="auto" latinLnBrk="0" hangingPunct="1">
                <a:lnSpc>
                  <a:spcPct val="100000"/>
                </a:lnSpc>
                <a:spcBef>
                  <a:spcPts val="0"/>
                </a:spcBef>
                <a:spcAft>
                  <a:spcPts val="0"/>
                </a:spcAft>
                <a:buClrTx/>
                <a:buSzTx/>
                <a:buFontTx/>
                <a:buNone/>
                <a:tabLst/>
                <a:defRPr/>
              </a:pPr>
              <a:t>6</a:t>
            </a:fld>
            <a:endParaRPr kumimoji="0" lang="fr-CA" sz="8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058984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BD8F85EC-ABA5-4B31-9F86-B659EF6D9306}"/>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73EB41D-849B-4C0C-8BB4-E1DF9CA5FEE5}" type="slidenum">
              <a:rPr lang="fr-CA" smtClean="0"/>
              <a:pPr/>
              <a:t>7</a:t>
            </a:fld>
            <a:endParaRPr lang="fr-CA"/>
          </a:p>
        </p:txBody>
      </p:sp>
      <p:sp>
        <p:nvSpPr>
          <p:cNvPr id="5" name="Rectangle : coins arrondis 4">
            <a:extLst>
              <a:ext uri="{FF2B5EF4-FFF2-40B4-BE49-F238E27FC236}">
                <a16:creationId xmlns:a16="http://schemas.microsoft.com/office/drawing/2014/main" id="{55F96540-546D-4F83-86E8-AE8A99AFC1E6}"/>
              </a:ext>
            </a:extLst>
          </p:cNvPr>
          <p:cNvSpPr/>
          <p:nvPr/>
        </p:nvSpPr>
        <p:spPr>
          <a:xfrm>
            <a:off x="831850" y="2268537"/>
            <a:ext cx="9392194" cy="18302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CA" sz="6600" b="1"/>
              <a:t>Examen intra</a:t>
            </a:r>
          </a:p>
        </p:txBody>
      </p:sp>
    </p:spTree>
    <p:extLst>
      <p:ext uri="{BB962C8B-B14F-4D97-AF65-F5344CB8AC3E}">
        <p14:creationId xmlns:p14="http://schemas.microsoft.com/office/powerpoint/2010/main" val="2994028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143000" y="2057400"/>
            <a:ext cx="10054652" cy="4388370"/>
          </a:xfrm>
        </p:spPr>
        <p:txBody>
          <a:bodyPr>
            <a:normAutofit/>
          </a:bodyPr>
          <a:lstStyle/>
          <a:p>
            <a:pPr lvl="1" indent="0">
              <a:lnSpc>
                <a:spcPct val="100000"/>
              </a:lnSpc>
            </a:pPr>
            <a:r>
              <a:rPr lang="fr-CA" sz="2400" dirty="0"/>
              <a:t>Rapport intégrateur couvrant la matière des séances 1 à 7 inclusivement</a:t>
            </a:r>
          </a:p>
          <a:p>
            <a:pPr lvl="1" indent="0">
              <a:lnSpc>
                <a:spcPct val="100000"/>
              </a:lnSpc>
            </a:pPr>
            <a:endParaRPr lang="fr-CA" sz="2400" dirty="0"/>
          </a:p>
          <a:p>
            <a:pPr lvl="1" indent="0">
              <a:lnSpc>
                <a:spcPct val="100000"/>
              </a:lnSpc>
            </a:pPr>
            <a:r>
              <a:rPr lang="fr-CA" sz="2400" b="1" dirty="0"/>
              <a:t>Dimanche </a:t>
            </a:r>
            <a:r>
              <a:rPr lang="fr-CA" sz="2400" b="1"/>
              <a:t>20 octobre à 8h</a:t>
            </a:r>
            <a:endParaRPr lang="fr-CA" sz="2400" b="1" dirty="0"/>
          </a:p>
          <a:p>
            <a:pPr lvl="1" indent="0">
              <a:lnSpc>
                <a:spcPct val="100000"/>
              </a:lnSpc>
            </a:pPr>
            <a:endParaRPr lang="fr-CA" sz="2400" dirty="0"/>
          </a:p>
          <a:p>
            <a:pPr lvl="1" indent="0">
              <a:lnSpc>
                <a:spcPct val="100000"/>
              </a:lnSpc>
            </a:pPr>
            <a:r>
              <a:rPr lang="fr-CA" dirty="0"/>
              <a:t>Assurez-vous d’avoir remis votre examen avant 12h</a:t>
            </a:r>
          </a:p>
          <a:p>
            <a:pPr lvl="1" indent="0">
              <a:lnSpc>
                <a:spcPct val="100000"/>
              </a:lnSpc>
            </a:pPr>
            <a:endParaRPr lang="fr-CA" sz="2400" dirty="0"/>
          </a:p>
        </p:txBody>
      </p:sp>
      <p:sp>
        <p:nvSpPr>
          <p:cNvPr id="6" name="Rectangle : coins arrondis 5">
            <a:extLst>
              <a:ext uri="{FF2B5EF4-FFF2-40B4-BE49-F238E27FC236}">
                <a16:creationId xmlns:a16="http://schemas.microsoft.com/office/drawing/2014/main" id="{64352C1A-DEB6-4BE9-8387-5764580E58AC}"/>
              </a:ext>
            </a:extLst>
          </p:cNvPr>
          <p:cNvSpPr/>
          <p:nvPr/>
        </p:nvSpPr>
        <p:spPr>
          <a:xfrm>
            <a:off x="718457" y="425746"/>
            <a:ext cx="11090366" cy="11026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CA" sz="4400" b="1"/>
              <a:t>Examen intra</a:t>
            </a:r>
          </a:p>
        </p:txBody>
      </p:sp>
    </p:spTree>
    <p:extLst>
      <p:ext uri="{BB962C8B-B14F-4D97-AF65-F5344CB8AC3E}">
        <p14:creationId xmlns:p14="http://schemas.microsoft.com/office/powerpoint/2010/main" val="339231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143000" y="2057400"/>
            <a:ext cx="10054652" cy="4388370"/>
          </a:xfrm>
        </p:spPr>
        <p:txBody>
          <a:bodyPr>
            <a:normAutofit/>
          </a:bodyPr>
          <a:lstStyle/>
          <a:p>
            <a:pPr lvl="1" indent="0">
              <a:lnSpc>
                <a:spcPct val="100000"/>
              </a:lnSpc>
            </a:pPr>
            <a:endParaRPr lang="fr-CA" sz="2400" dirty="0"/>
          </a:p>
          <a:p>
            <a:pPr lvl="1" indent="0">
              <a:lnSpc>
                <a:spcPct val="100000"/>
              </a:lnSpc>
            </a:pPr>
            <a:r>
              <a:rPr lang="fr-CA" sz="2400" dirty="0"/>
              <a:t>ASSUREZ-VOUS DE REMETTRE LE BON FICHIER! </a:t>
            </a:r>
          </a:p>
          <a:p>
            <a:pPr lvl="1" indent="0">
              <a:lnSpc>
                <a:spcPct val="100000"/>
              </a:lnSpc>
            </a:pPr>
            <a:endParaRPr lang="fr-CA" dirty="0"/>
          </a:p>
          <a:p>
            <a:pPr lvl="1" indent="0">
              <a:lnSpc>
                <a:spcPct val="100000"/>
              </a:lnSpc>
            </a:pPr>
            <a:r>
              <a:rPr lang="fr-CA" sz="2400" dirty="0"/>
              <a:t>En cas d’erreur lors de la remise, transmettez-nous immédiatement les bons documents </a:t>
            </a:r>
            <a:r>
              <a:rPr lang="fr-CA" sz="2400" b="1" dirty="0"/>
              <a:t>SANS LES OUVRIR </a:t>
            </a:r>
            <a:r>
              <a:rPr lang="fr-CA" sz="2400" dirty="0"/>
              <a:t>pour ne pas affecter l’heure de la dernière modification</a:t>
            </a:r>
          </a:p>
          <a:p>
            <a:pPr lvl="1" indent="0">
              <a:lnSpc>
                <a:spcPct val="100000"/>
              </a:lnSpc>
              <a:buNone/>
            </a:pPr>
            <a:endParaRPr lang="fr-CA" sz="2400" dirty="0"/>
          </a:p>
        </p:txBody>
      </p:sp>
      <p:sp>
        <p:nvSpPr>
          <p:cNvPr id="6" name="Rectangle : coins arrondis 5">
            <a:extLst>
              <a:ext uri="{FF2B5EF4-FFF2-40B4-BE49-F238E27FC236}">
                <a16:creationId xmlns:a16="http://schemas.microsoft.com/office/drawing/2014/main" id="{64352C1A-DEB6-4BE9-8387-5764580E58AC}"/>
              </a:ext>
            </a:extLst>
          </p:cNvPr>
          <p:cNvSpPr/>
          <p:nvPr/>
        </p:nvSpPr>
        <p:spPr>
          <a:xfrm>
            <a:off x="718457" y="425746"/>
            <a:ext cx="11090366" cy="11026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CA" sz="4400" b="1"/>
              <a:t>Examen intra</a:t>
            </a:r>
          </a:p>
        </p:txBody>
      </p:sp>
    </p:spTree>
    <p:extLst>
      <p:ext uri="{BB962C8B-B14F-4D97-AF65-F5344CB8AC3E}">
        <p14:creationId xmlns:p14="http://schemas.microsoft.com/office/powerpoint/2010/main" val="55669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
            </a:pPr>
            <a:r>
              <a:rPr lang="fr-CA" dirty="0"/>
              <a:t>Consacrer entre </a:t>
            </a:r>
            <a:r>
              <a:rPr lang="fr-CA" dirty="0">
                <a:highlight>
                  <a:srgbClr val="FFFF00"/>
                </a:highlight>
              </a:rPr>
              <a:t>25 </a:t>
            </a:r>
            <a:r>
              <a:rPr lang="fr-CA" dirty="0"/>
              <a:t>à 30% de la durée de l’examen à la lecture et à la planification</a:t>
            </a:r>
          </a:p>
          <a:p>
            <a:pPr>
              <a:buFont typeface="Wingdings" panose="05000000000000000000" pitchFamily="2" charset="2"/>
              <a:buChar char="§"/>
            </a:pPr>
            <a:r>
              <a:rPr lang="fr-CA" dirty="0"/>
              <a:t>La rédaction de votre réponse au fil de la lecture du cas est </a:t>
            </a:r>
            <a:r>
              <a:rPr lang="fr-CA" b="1" dirty="0"/>
              <a:t>fortement déconseillée</a:t>
            </a:r>
          </a:p>
          <a:p>
            <a:pPr>
              <a:buFont typeface="Wingdings" panose="05000000000000000000" pitchFamily="2" charset="2"/>
              <a:buChar char="§"/>
            </a:pPr>
            <a:r>
              <a:rPr lang="fr-CA" dirty="0"/>
              <a:t>Pour bien réussir l’examen, il est impératif de </a:t>
            </a:r>
            <a:r>
              <a:rPr lang="fr-CA" b="1" dirty="0"/>
              <a:t>séparer la portion lecture et planification de la rédaction pour répartir adéquatement votre temps entre les occasions d’évaluation.</a:t>
            </a:r>
          </a:p>
          <a:p>
            <a:endParaRPr lang="fr-CA" dirty="0"/>
          </a:p>
        </p:txBody>
      </p:sp>
      <p:sp>
        <p:nvSpPr>
          <p:cNvPr id="4" name="Rectangle : coins arrondis 3">
            <a:extLst>
              <a:ext uri="{FF2B5EF4-FFF2-40B4-BE49-F238E27FC236}">
                <a16:creationId xmlns:a16="http://schemas.microsoft.com/office/drawing/2014/main" id="{85762970-172D-49D9-A022-05682A069C86}"/>
              </a:ext>
            </a:extLst>
          </p:cNvPr>
          <p:cNvSpPr/>
          <p:nvPr/>
        </p:nvSpPr>
        <p:spPr>
          <a:xfrm>
            <a:off x="718457" y="425746"/>
            <a:ext cx="11090366" cy="11026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CA" sz="4400" b="1"/>
              <a:t>Comment aborder le cas?</a:t>
            </a:r>
          </a:p>
        </p:txBody>
      </p:sp>
    </p:spTree>
    <p:extLst>
      <p:ext uri="{BB962C8B-B14F-4D97-AF65-F5344CB8AC3E}">
        <p14:creationId xmlns:p14="http://schemas.microsoft.com/office/powerpoint/2010/main" val="435447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idx="1"/>
          </p:nvPr>
        </p:nvSpPr>
        <p:spPr/>
        <p:txBody>
          <a:bodyPr>
            <a:normAutofit/>
          </a:bodyPr>
          <a:lstStyle/>
          <a:p>
            <a:pPr lvl="0">
              <a:buFont typeface="Wingdings" panose="05000000000000000000" pitchFamily="2" charset="2"/>
              <a:buChar char="§"/>
            </a:pPr>
            <a:endParaRPr lang="fr-CA" sz="1800"/>
          </a:p>
          <a:p>
            <a:pPr>
              <a:buFont typeface="Wingdings" panose="05000000000000000000" pitchFamily="2" charset="2"/>
              <a:buChar char="§"/>
            </a:pPr>
            <a:r>
              <a:rPr lang="fr-CA"/>
              <a:t>Assurez-vous de répondre à toutes les demandes </a:t>
            </a:r>
            <a:r>
              <a:rPr lang="fr-CA" b="1"/>
              <a:t>explicites</a:t>
            </a:r>
          </a:p>
          <a:p>
            <a:pPr>
              <a:buFont typeface="Wingdings" panose="05000000000000000000" pitchFamily="2" charset="2"/>
              <a:buChar char="§"/>
            </a:pPr>
            <a:r>
              <a:rPr lang="fr-CA" b="1"/>
              <a:t>Aucune documentation permise</a:t>
            </a:r>
          </a:p>
          <a:p>
            <a:pPr>
              <a:buFont typeface="Wingdings" panose="05000000000000000000" pitchFamily="2" charset="2"/>
              <a:buChar char="§"/>
            </a:pPr>
            <a:r>
              <a:rPr lang="fr-CA"/>
              <a:t>Vous devez partir de fichier Word et Excel </a:t>
            </a:r>
            <a:r>
              <a:rPr lang="fr-CA" b="1"/>
              <a:t>VIERGES</a:t>
            </a:r>
          </a:p>
          <a:p>
            <a:pPr>
              <a:buFont typeface="Wingdings" panose="05000000000000000000" pitchFamily="2" charset="2"/>
              <a:buChar char="§"/>
            </a:pPr>
            <a:r>
              <a:rPr lang="fr-CA" b="1"/>
              <a:t>L’heure et la date de création du fichier seront vérifiés par les correcteurs</a:t>
            </a:r>
          </a:p>
          <a:p>
            <a:endParaRPr lang="fr-CA"/>
          </a:p>
        </p:txBody>
      </p:sp>
      <p:sp>
        <p:nvSpPr>
          <p:cNvPr id="4" name="Rectangle : coins arrondis 3">
            <a:extLst>
              <a:ext uri="{FF2B5EF4-FFF2-40B4-BE49-F238E27FC236}">
                <a16:creationId xmlns:a16="http://schemas.microsoft.com/office/drawing/2014/main" id="{85762970-172D-49D9-A022-05682A069C86}"/>
              </a:ext>
            </a:extLst>
          </p:cNvPr>
          <p:cNvSpPr/>
          <p:nvPr/>
        </p:nvSpPr>
        <p:spPr>
          <a:xfrm>
            <a:off x="718457" y="425746"/>
            <a:ext cx="11090366" cy="11026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CA" sz="4400" b="1"/>
              <a:t>Comment aborder le cas?</a:t>
            </a:r>
          </a:p>
        </p:txBody>
      </p:sp>
    </p:spTree>
    <p:extLst>
      <p:ext uri="{BB962C8B-B14F-4D97-AF65-F5344CB8AC3E}">
        <p14:creationId xmlns:p14="http://schemas.microsoft.com/office/powerpoint/2010/main" val="3002492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55000" lnSpcReduction="20000"/>
          </a:bodyPr>
          <a:lstStyle/>
          <a:p>
            <a:pPr>
              <a:spcAft>
                <a:spcPts val="0"/>
              </a:spcAft>
            </a:pPr>
            <a:r>
              <a:rPr lang="fr-CA"/>
              <a:t>Analyse stratégique </a:t>
            </a:r>
          </a:p>
          <a:p>
            <a:pPr lvl="1">
              <a:spcAft>
                <a:spcPts val="0"/>
              </a:spcAft>
            </a:pPr>
            <a:r>
              <a:rPr lang="fr-CA"/>
              <a:t>Analyse de la situation actuelle et de la stratégie de l’entreprise (mission, vision, valeurs, objectifs, stratégie, préférences des parties prenantes)</a:t>
            </a:r>
          </a:p>
          <a:p>
            <a:pPr lvl="1">
              <a:spcAft>
                <a:spcPts val="0"/>
              </a:spcAft>
            </a:pPr>
            <a:r>
              <a:rPr lang="fr-CA"/>
              <a:t>Analyse de l’environnement (facteurs clé de succès de l’industrie, environnement interne et environnement externe)</a:t>
            </a:r>
          </a:p>
          <a:p>
            <a:pPr lvl="1">
              <a:spcAft>
                <a:spcPts val="0"/>
              </a:spcAft>
            </a:pPr>
            <a:r>
              <a:rPr lang="fr-CA"/>
              <a:t>Analyse financière</a:t>
            </a:r>
          </a:p>
          <a:p>
            <a:pPr>
              <a:spcAft>
                <a:spcPts val="0"/>
              </a:spcAft>
            </a:pPr>
            <a:r>
              <a:rPr lang="fr-CA"/>
              <a:t>Analyse de projets d’investissement </a:t>
            </a:r>
          </a:p>
          <a:p>
            <a:pPr lvl="1">
              <a:spcAft>
                <a:spcPts val="0"/>
              </a:spcAft>
            </a:pPr>
            <a:r>
              <a:rPr lang="fr-CA"/>
              <a:t>Analyse quantitative et qualitative de projet</a:t>
            </a:r>
          </a:p>
          <a:p>
            <a:pPr lvl="1">
              <a:spcAft>
                <a:spcPts val="0"/>
              </a:spcAft>
            </a:pPr>
            <a:r>
              <a:rPr lang="fr-CA"/>
              <a:t>Recommandations et mitigation des inconvénients des options recommandées</a:t>
            </a:r>
          </a:p>
          <a:p>
            <a:pPr lvl="1">
              <a:spcAft>
                <a:spcPts val="0"/>
              </a:spcAft>
            </a:pPr>
            <a:r>
              <a:rPr lang="fr-CA"/>
              <a:t>Analyse du financement (identifier les besoins, identifier et comparer les sources possibles, recommandation)</a:t>
            </a:r>
          </a:p>
          <a:p>
            <a:pPr>
              <a:spcAft>
                <a:spcPts val="0"/>
              </a:spcAft>
            </a:pPr>
            <a:r>
              <a:rPr lang="fr-CA"/>
              <a:t>Gestion des risques</a:t>
            </a:r>
          </a:p>
          <a:p>
            <a:pPr>
              <a:spcAft>
                <a:spcPts val="0"/>
              </a:spcAft>
            </a:pPr>
            <a:r>
              <a:rPr lang="fr-CA"/>
              <a:t>Tableau de bord de gestion</a:t>
            </a:r>
          </a:p>
          <a:p>
            <a:pPr>
              <a:spcAft>
                <a:spcPts val="0"/>
              </a:spcAft>
            </a:pPr>
            <a:r>
              <a:rPr lang="fr-CA"/>
              <a:t>Rémunération incitative</a:t>
            </a:r>
          </a:p>
        </p:txBody>
      </p:sp>
      <p:sp>
        <p:nvSpPr>
          <p:cNvPr id="5" name="Titre 4">
            <a:extLst>
              <a:ext uri="{FF2B5EF4-FFF2-40B4-BE49-F238E27FC236}">
                <a16:creationId xmlns:a16="http://schemas.microsoft.com/office/drawing/2014/main" id="{DB0DB90C-ED0D-4A5B-84E2-FC42E13AFCF6}"/>
              </a:ext>
            </a:extLst>
          </p:cNvPr>
          <p:cNvSpPr>
            <a:spLocks noGrp="1"/>
          </p:cNvSpPr>
          <p:nvPr>
            <p:ph type="title"/>
          </p:nvPr>
        </p:nvSpPr>
        <p:spPr/>
        <p:txBody>
          <a:bodyPr/>
          <a:lstStyle/>
          <a:p>
            <a:r>
              <a:rPr lang="fr-CA"/>
              <a:t>+</a:t>
            </a:r>
          </a:p>
        </p:txBody>
      </p:sp>
      <p:sp>
        <p:nvSpPr>
          <p:cNvPr id="6" name="Rectangle : coins arrondis 5">
            <a:extLst>
              <a:ext uri="{FF2B5EF4-FFF2-40B4-BE49-F238E27FC236}">
                <a16:creationId xmlns:a16="http://schemas.microsoft.com/office/drawing/2014/main" id="{81DAA4B2-905B-42F7-A588-FC45E53BF102}"/>
              </a:ext>
            </a:extLst>
          </p:cNvPr>
          <p:cNvSpPr/>
          <p:nvPr/>
        </p:nvSpPr>
        <p:spPr>
          <a:xfrm>
            <a:off x="718457" y="425746"/>
            <a:ext cx="11090366" cy="11026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CA" sz="4400" b="1"/>
              <a:t>Sujets couverts </a:t>
            </a:r>
          </a:p>
        </p:txBody>
      </p:sp>
    </p:spTree>
    <p:extLst>
      <p:ext uri="{BB962C8B-B14F-4D97-AF65-F5344CB8AC3E}">
        <p14:creationId xmlns:p14="http://schemas.microsoft.com/office/powerpoint/2010/main" val="3502555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idx="1"/>
          </p:nvPr>
        </p:nvSpPr>
        <p:spPr/>
        <p:txBody>
          <a:bodyPr>
            <a:normAutofit/>
          </a:bodyPr>
          <a:lstStyle/>
          <a:p>
            <a:pPr lvl="0">
              <a:buFont typeface="Wingdings" panose="05000000000000000000" pitchFamily="2" charset="2"/>
              <a:buChar char="§"/>
            </a:pPr>
            <a:endParaRPr lang="fr-CA" sz="1800" dirty="0"/>
          </a:p>
          <a:p>
            <a:pPr>
              <a:buFont typeface="Wingdings" panose="05000000000000000000" pitchFamily="2" charset="2"/>
              <a:buChar char="§"/>
            </a:pPr>
            <a:r>
              <a:rPr lang="fr-CA" dirty="0"/>
              <a:t>Avis d’absence </a:t>
            </a:r>
          </a:p>
          <a:p>
            <a:pPr lvl="1"/>
            <a:r>
              <a:rPr lang="fr-CA" b="1" dirty="0"/>
              <a:t>Formulaire transmis au registraire</a:t>
            </a:r>
          </a:p>
          <a:p>
            <a:pPr lvl="1"/>
            <a:r>
              <a:rPr lang="fr-CA" b="1" dirty="0"/>
              <a:t>À l’intra: le résultat sera réputé être le même que celui de l’examen final (les points de l’intra sont remis au final)</a:t>
            </a:r>
          </a:p>
          <a:p>
            <a:pPr lvl="1"/>
            <a:r>
              <a:rPr lang="fr-CA" b="1" dirty="0"/>
              <a:t>Au final: Examen différé au prochain trimestre où le cours sera offert</a:t>
            </a:r>
          </a:p>
          <a:p>
            <a:endParaRPr lang="fr-CA" dirty="0"/>
          </a:p>
        </p:txBody>
      </p:sp>
      <p:sp>
        <p:nvSpPr>
          <p:cNvPr id="4" name="Rectangle : coins arrondis 3">
            <a:extLst>
              <a:ext uri="{FF2B5EF4-FFF2-40B4-BE49-F238E27FC236}">
                <a16:creationId xmlns:a16="http://schemas.microsoft.com/office/drawing/2014/main" id="{85762970-172D-49D9-A022-05682A069C86}"/>
              </a:ext>
            </a:extLst>
          </p:cNvPr>
          <p:cNvSpPr/>
          <p:nvPr/>
        </p:nvSpPr>
        <p:spPr>
          <a:xfrm>
            <a:off x="691824" y="447517"/>
            <a:ext cx="11090366" cy="11026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CA" sz="4400" b="1" dirty="0"/>
              <a:t>Situations particulières pendant les examens</a:t>
            </a:r>
          </a:p>
        </p:txBody>
      </p:sp>
    </p:spTree>
    <p:extLst>
      <p:ext uri="{BB962C8B-B14F-4D97-AF65-F5344CB8AC3E}">
        <p14:creationId xmlns:p14="http://schemas.microsoft.com/office/powerpoint/2010/main" val="4207253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idx="1"/>
          </p:nvPr>
        </p:nvSpPr>
        <p:spPr/>
        <p:txBody>
          <a:bodyPr>
            <a:normAutofit fontScale="77500" lnSpcReduction="20000"/>
          </a:bodyPr>
          <a:lstStyle/>
          <a:p>
            <a:pPr>
              <a:buFont typeface="Wingdings" panose="05000000000000000000" pitchFamily="2" charset="2"/>
              <a:buChar char="§"/>
            </a:pPr>
            <a:r>
              <a:rPr lang="fr-CA" dirty="0"/>
              <a:t>Avis d’interruption </a:t>
            </a:r>
          </a:p>
          <a:p>
            <a:pPr lvl="1"/>
            <a:r>
              <a:rPr lang="fr-CA" b="1" dirty="0"/>
              <a:t>Si vous ne réussissez pas à terminer et remettre un examen intra ou final synchrone sur ordinateur avant l'heure de fin à cause d'un problème technique, vous pouvez remplir le formulaire d'interruption et l’envoyer au plus tard 1 heure après la fin de l'examen.</a:t>
            </a:r>
          </a:p>
          <a:p>
            <a:pPr lvl="1"/>
            <a:r>
              <a:rPr lang="fr-CA" b="1" dirty="0">
                <a:highlight>
                  <a:srgbClr val="FFFF00"/>
                </a:highlight>
              </a:rPr>
              <a:t>En remplissant le formulaire, vous renoncez à ce que votre examen soit corrigé. Un courriel sera envoyé directement à votre enseignante ou enseignant pour l'aviser de ne pas corriger votre examen. Cette procédure est </a:t>
            </a:r>
            <a:r>
              <a:rPr lang="fr-CA" b="1" u="sng" dirty="0">
                <a:highlight>
                  <a:srgbClr val="FFFF00"/>
                </a:highlight>
              </a:rPr>
              <a:t>irréversible</a:t>
            </a:r>
            <a:r>
              <a:rPr lang="fr-CA" b="1" dirty="0">
                <a:highlight>
                  <a:srgbClr val="FFFF00"/>
                </a:highlight>
              </a:rPr>
              <a:t>.</a:t>
            </a:r>
          </a:p>
          <a:p>
            <a:pPr lvl="1"/>
            <a:r>
              <a:rPr lang="fr-CA" b="1" dirty="0"/>
              <a:t>À l’intra: le résultat sera réputé être le même que celui de l’examen final (les points de l’intra sont remis au final)</a:t>
            </a:r>
          </a:p>
          <a:p>
            <a:pPr lvl="1"/>
            <a:r>
              <a:rPr lang="fr-CA" b="1" dirty="0"/>
              <a:t>Au final: Examen différé au prochain trimestre où le cours sera offert</a:t>
            </a:r>
          </a:p>
          <a:p>
            <a:endParaRPr lang="fr-CA" dirty="0"/>
          </a:p>
        </p:txBody>
      </p:sp>
      <p:sp>
        <p:nvSpPr>
          <p:cNvPr id="4" name="Rectangle : coins arrondis 3">
            <a:extLst>
              <a:ext uri="{FF2B5EF4-FFF2-40B4-BE49-F238E27FC236}">
                <a16:creationId xmlns:a16="http://schemas.microsoft.com/office/drawing/2014/main" id="{85762970-172D-49D9-A022-05682A069C86}"/>
              </a:ext>
            </a:extLst>
          </p:cNvPr>
          <p:cNvSpPr/>
          <p:nvPr/>
        </p:nvSpPr>
        <p:spPr>
          <a:xfrm>
            <a:off x="691824" y="447517"/>
            <a:ext cx="11090366" cy="11026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CA" sz="4400" b="1" dirty="0"/>
              <a:t>Situations particulières pendant les examens</a:t>
            </a:r>
          </a:p>
        </p:txBody>
      </p:sp>
    </p:spTree>
    <p:extLst>
      <p:ext uri="{BB962C8B-B14F-4D97-AF65-F5344CB8AC3E}">
        <p14:creationId xmlns:p14="http://schemas.microsoft.com/office/powerpoint/2010/main" val="3310679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a:t>Bon succès!</a:t>
            </a:r>
          </a:p>
        </p:txBody>
      </p:sp>
    </p:spTree>
    <p:extLst>
      <p:ext uri="{BB962C8B-B14F-4D97-AF65-F5344CB8AC3E}">
        <p14:creationId xmlns:p14="http://schemas.microsoft.com/office/powerpoint/2010/main" val="188314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Espace réservé du numéro de diapositive 4"/>
          <p:cNvSpPr>
            <a:spLocks noGrp="1"/>
          </p:cNvSpPr>
          <p:nvPr>
            <p:ph type="sldNum" sz="quarter" idx="12"/>
            <p:custDataLst>
              <p:tags r:id="rId1"/>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3EB41D-849B-4C0C-8BB4-E1DF9CA5FEE5}" type="slidenum">
              <a:rPr kumimoji="0" lang="fr-C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r-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6" name="Group 138">
            <a:extLst>
              <a:ext uri="{FF2B5EF4-FFF2-40B4-BE49-F238E27FC236}">
                <a16:creationId xmlns:a16="http://schemas.microsoft.com/office/drawing/2014/main" id="{4BEAD8A0-4C53-A445-9566-12D9871030FF}"/>
              </a:ext>
            </a:extLst>
          </p:cNvPr>
          <p:cNvGrpSpPr/>
          <p:nvPr>
            <p:custDataLst>
              <p:tags r:id="rId2"/>
            </p:custDataLst>
          </p:nvPr>
        </p:nvGrpSpPr>
        <p:grpSpPr>
          <a:xfrm>
            <a:off x="4583022" y="1485786"/>
            <a:ext cx="2636283" cy="3895654"/>
            <a:chOff x="8704441" y="2571694"/>
            <a:chExt cx="7028256" cy="10385705"/>
          </a:xfrm>
        </p:grpSpPr>
        <p:sp>
          <p:nvSpPr>
            <p:cNvPr id="7" name="Shape 34173">
              <a:extLst>
                <a:ext uri="{FF2B5EF4-FFF2-40B4-BE49-F238E27FC236}">
                  <a16:creationId xmlns:a16="http://schemas.microsoft.com/office/drawing/2014/main" id="{7C2ABBD9-BBC5-C744-A88A-B0FB6D066E4D}"/>
                </a:ext>
              </a:extLst>
            </p:cNvPr>
            <p:cNvSpPr/>
            <p:nvPr/>
          </p:nvSpPr>
          <p:spPr>
            <a:xfrm>
              <a:off x="8704441" y="4977041"/>
              <a:ext cx="795138" cy="696056"/>
            </a:xfrm>
            <a:custGeom>
              <a:avLst/>
              <a:gdLst/>
              <a:ahLst/>
              <a:cxnLst>
                <a:cxn ang="0">
                  <a:pos x="wd2" y="hd2"/>
                </a:cxn>
                <a:cxn ang="5400000">
                  <a:pos x="wd2" y="hd2"/>
                </a:cxn>
                <a:cxn ang="10800000">
                  <a:pos x="wd2" y="hd2"/>
                </a:cxn>
                <a:cxn ang="16200000">
                  <a:pos x="wd2" y="hd2"/>
                </a:cxn>
              </a:cxnLst>
              <a:rect l="0" t="0" r="r" b="b"/>
              <a:pathLst>
                <a:path w="20856" h="21029" extrusionOk="0">
                  <a:moveTo>
                    <a:pt x="20115" y="12466"/>
                  </a:moveTo>
                  <a:cubicBezTo>
                    <a:pt x="19732" y="10390"/>
                    <a:pt x="17957" y="9059"/>
                    <a:pt x="16157" y="9500"/>
                  </a:cubicBezTo>
                  <a:cubicBezTo>
                    <a:pt x="15676" y="9618"/>
                    <a:pt x="15243" y="9853"/>
                    <a:pt x="14872" y="10171"/>
                  </a:cubicBezTo>
                  <a:lnTo>
                    <a:pt x="17218" y="12800"/>
                  </a:lnTo>
                  <a:cubicBezTo>
                    <a:pt x="17383" y="12986"/>
                    <a:pt x="17387" y="13290"/>
                    <a:pt x="17227" y="13481"/>
                  </a:cubicBezTo>
                  <a:cubicBezTo>
                    <a:pt x="17066" y="13671"/>
                    <a:pt x="16803" y="13676"/>
                    <a:pt x="16637" y="13490"/>
                  </a:cubicBezTo>
                  <a:lnTo>
                    <a:pt x="14268" y="10834"/>
                  </a:lnTo>
                  <a:cubicBezTo>
                    <a:pt x="13652" y="11707"/>
                    <a:pt x="13371" y="12880"/>
                    <a:pt x="13589" y="14063"/>
                  </a:cubicBezTo>
                  <a:cubicBezTo>
                    <a:pt x="13972" y="16139"/>
                    <a:pt x="15747" y="17470"/>
                    <a:pt x="17547" y="17029"/>
                  </a:cubicBezTo>
                  <a:cubicBezTo>
                    <a:pt x="19346" y="16589"/>
                    <a:pt x="20498" y="14541"/>
                    <a:pt x="20115" y="12466"/>
                  </a:cubicBezTo>
                  <a:close/>
                  <a:moveTo>
                    <a:pt x="12445" y="7390"/>
                  </a:moveTo>
                  <a:lnTo>
                    <a:pt x="10862" y="7777"/>
                  </a:lnTo>
                  <a:cubicBezTo>
                    <a:pt x="10683" y="7821"/>
                    <a:pt x="10443" y="7721"/>
                    <a:pt x="10330" y="7554"/>
                  </a:cubicBezTo>
                  <a:lnTo>
                    <a:pt x="9382" y="6156"/>
                  </a:lnTo>
                  <a:lnTo>
                    <a:pt x="7858" y="9354"/>
                  </a:lnTo>
                  <a:cubicBezTo>
                    <a:pt x="7858" y="9354"/>
                    <a:pt x="8237" y="9436"/>
                    <a:pt x="8700" y="9536"/>
                  </a:cubicBezTo>
                  <a:lnTo>
                    <a:pt x="12662" y="8566"/>
                  </a:lnTo>
                  <a:cubicBezTo>
                    <a:pt x="12662" y="8566"/>
                    <a:pt x="12445" y="7390"/>
                    <a:pt x="12445" y="7390"/>
                  </a:cubicBezTo>
                  <a:close/>
                  <a:moveTo>
                    <a:pt x="12276" y="9645"/>
                  </a:moveTo>
                  <a:lnTo>
                    <a:pt x="10649" y="10043"/>
                  </a:lnTo>
                  <a:cubicBezTo>
                    <a:pt x="10837" y="10188"/>
                    <a:pt x="10975" y="10413"/>
                    <a:pt x="11024" y="10676"/>
                  </a:cubicBezTo>
                  <a:lnTo>
                    <a:pt x="11025" y="10675"/>
                  </a:lnTo>
                  <a:cubicBezTo>
                    <a:pt x="11025" y="10675"/>
                    <a:pt x="11166" y="11451"/>
                    <a:pt x="11342" y="12416"/>
                  </a:cubicBezTo>
                  <a:cubicBezTo>
                    <a:pt x="11342" y="12416"/>
                    <a:pt x="12276" y="9645"/>
                    <a:pt x="12276" y="9645"/>
                  </a:cubicBezTo>
                  <a:close/>
                  <a:moveTo>
                    <a:pt x="9392" y="11587"/>
                  </a:moveTo>
                  <a:cubicBezTo>
                    <a:pt x="9392" y="11587"/>
                    <a:pt x="7390" y="11287"/>
                    <a:pt x="6435" y="11138"/>
                  </a:cubicBezTo>
                  <a:lnTo>
                    <a:pt x="5956" y="12381"/>
                  </a:lnTo>
                  <a:cubicBezTo>
                    <a:pt x="6790" y="12920"/>
                    <a:pt x="7454" y="13798"/>
                    <a:pt x="7783" y="14892"/>
                  </a:cubicBezTo>
                  <a:lnTo>
                    <a:pt x="9906" y="14373"/>
                  </a:lnTo>
                  <a:cubicBezTo>
                    <a:pt x="9906" y="14373"/>
                    <a:pt x="9392" y="11587"/>
                    <a:pt x="9392" y="11587"/>
                  </a:cubicBezTo>
                  <a:close/>
                  <a:moveTo>
                    <a:pt x="7320" y="15990"/>
                  </a:moveTo>
                  <a:lnTo>
                    <a:pt x="4073" y="16785"/>
                  </a:lnTo>
                  <a:cubicBezTo>
                    <a:pt x="3848" y="16840"/>
                    <a:pt x="3626" y="16674"/>
                    <a:pt x="3578" y="16414"/>
                  </a:cubicBezTo>
                  <a:cubicBezTo>
                    <a:pt x="3557" y="16296"/>
                    <a:pt x="3576" y="16181"/>
                    <a:pt x="3622" y="16083"/>
                  </a:cubicBezTo>
                  <a:lnTo>
                    <a:pt x="3621" y="16082"/>
                  </a:lnTo>
                  <a:lnTo>
                    <a:pt x="4917" y="12711"/>
                  </a:lnTo>
                  <a:cubicBezTo>
                    <a:pt x="4410" y="12543"/>
                    <a:pt x="3861" y="12510"/>
                    <a:pt x="3309" y="12645"/>
                  </a:cubicBezTo>
                  <a:cubicBezTo>
                    <a:pt x="1510" y="13086"/>
                    <a:pt x="358" y="15133"/>
                    <a:pt x="741" y="17209"/>
                  </a:cubicBezTo>
                  <a:cubicBezTo>
                    <a:pt x="1124" y="19285"/>
                    <a:pt x="2899" y="20615"/>
                    <a:pt x="4699" y="20175"/>
                  </a:cubicBezTo>
                  <a:cubicBezTo>
                    <a:pt x="6388" y="19761"/>
                    <a:pt x="7507" y="17930"/>
                    <a:pt x="7320" y="15990"/>
                  </a:cubicBezTo>
                  <a:close/>
                  <a:moveTo>
                    <a:pt x="4700" y="15647"/>
                  </a:moveTo>
                  <a:lnTo>
                    <a:pt x="7121" y="15055"/>
                  </a:lnTo>
                  <a:cubicBezTo>
                    <a:pt x="6845" y="14210"/>
                    <a:pt x="6329" y="13528"/>
                    <a:pt x="5683" y="13093"/>
                  </a:cubicBezTo>
                  <a:cubicBezTo>
                    <a:pt x="5683" y="13093"/>
                    <a:pt x="4700" y="15647"/>
                    <a:pt x="4700" y="15647"/>
                  </a:cubicBezTo>
                  <a:close/>
                  <a:moveTo>
                    <a:pt x="20768" y="12306"/>
                  </a:moveTo>
                  <a:cubicBezTo>
                    <a:pt x="21228" y="14801"/>
                    <a:pt x="19848" y="17253"/>
                    <a:pt x="17686" y="17782"/>
                  </a:cubicBezTo>
                  <a:cubicBezTo>
                    <a:pt x="15523" y="18311"/>
                    <a:pt x="13397" y="16718"/>
                    <a:pt x="12936" y="14223"/>
                  </a:cubicBezTo>
                  <a:cubicBezTo>
                    <a:pt x="12670" y="12777"/>
                    <a:pt x="13022" y="11346"/>
                    <a:pt x="13786" y="10295"/>
                  </a:cubicBezTo>
                  <a:lnTo>
                    <a:pt x="13180" y="9616"/>
                  </a:lnTo>
                  <a:lnTo>
                    <a:pt x="11655" y="14141"/>
                  </a:lnTo>
                  <a:cubicBezTo>
                    <a:pt x="11845" y="15192"/>
                    <a:pt x="12003" y="16082"/>
                    <a:pt x="12002" y="16116"/>
                  </a:cubicBezTo>
                  <a:cubicBezTo>
                    <a:pt x="11988" y="16676"/>
                    <a:pt x="11582" y="17117"/>
                    <a:pt x="11096" y="17100"/>
                  </a:cubicBezTo>
                  <a:cubicBezTo>
                    <a:pt x="10682" y="17085"/>
                    <a:pt x="10344" y="16743"/>
                    <a:pt x="10261" y="16295"/>
                  </a:cubicBezTo>
                  <a:lnTo>
                    <a:pt x="10260" y="16295"/>
                  </a:lnTo>
                  <a:lnTo>
                    <a:pt x="10079" y="15314"/>
                  </a:lnTo>
                  <a:lnTo>
                    <a:pt x="7974" y="15829"/>
                  </a:lnTo>
                  <a:cubicBezTo>
                    <a:pt x="8237" y="18189"/>
                    <a:pt x="6891" y="20425"/>
                    <a:pt x="4838" y="20928"/>
                  </a:cubicBezTo>
                  <a:cubicBezTo>
                    <a:pt x="2675" y="21457"/>
                    <a:pt x="549" y="19863"/>
                    <a:pt x="88" y="17369"/>
                  </a:cubicBezTo>
                  <a:cubicBezTo>
                    <a:pt x="-372" y="14874"/>
                    <a:pt x="1008" y="12422"/>
                    <a:pt x="3170" y="11892"/>
                  </a:cubicBezTo>
                  <a:cubicBezTo>
                    <a:pt x="3866" y="11722"/>
                    <a:pt x="4557" y="11772"/>
                    <a:pt x="5191" y="12001"/>
                  </a:cubicBezTo>
                  <a:lnTo>
                    <a:pt x="5611" y="10908"/>
                  </a:lnTo>
                  <a:cubicBezTo>
                    <a:pt x="5188" y="10637"/>
                    <a:pt x="4908" y="10111"/>
                    <a:pt x="4924" y="9516"/>
                  </a:cubicBezTo>
                  <a:cubicBezTo>
                    <a:pt x="4931" y="9235"/>
                    <a:pt x="5004" y="8976"/>
                    <a:pt x="5123" y="8753"/>
                  </a:cubicBezTo>
                  <a:lnTo>
                    <a:pt x="5122" y="8753"/>
                  </a:lnTo>
                  <a:lnTo>
                    <a:pt x="7375" y="4249"/>
                  </a:lnTo>
                  <a:lnTo>
                    <a:pt x="7375" y="4250"/>
                  </a:lnTo>
                  <a:cubicBezTo>
                    <a:pt x="7591" y="3700"/>
                    <a:pt x="8076" y="3326"/>
                    <a:pt x="8631" y="3346"/>
                  </a:cubicBezTo>
                  <a:cubicBezTo>
                    <a:pt x="9070" y="3361"/>
                    <a:pt x="9452" y="3620"/>
                    <a:pt x="9685" y="4006"/>
                  </a:cubicBezTo>
                  <a:lnTo>
                    <a:pt x="9686" y="4006"/>
                  </a:lnTo>
                  <a:lnTo>
                    <a:pt x="11018" y="6165"/>
                  </a:lnTo>
                  <a:lnTo>
                    <a:pt x="12915" y="5701"/>
                  </a:lnTo>
                  <a:cubicBezTo>
                    <a:pt x="13275" y="5613"/>
                    <a:pt x="13630" y="5878"/>
                    <a:pt x="13706" y="6294"/>
                  </a:cubicBezTo>
                  <a:cubicBezTo>
                    <a:pt x="13778" y="6683"/>
                    <a:pt x="13580" y="7062"/>
                    <a:pt x="13259" y="7182"/>
                  </a:cubicBezTo>
                  <a:lnTo>
                    <a:pt x="13534" y="8671"/>
                  </a:lnTo>
                  <a:lnTo>
                    <a:pt x="14385" y="9625"/>
                  </a:lnTo>
                  <a:cubicBezTo>
                    <a:pt x="14850" y="9205"/>
                    <a:pt x="15402" y="8898"/>
                    <a:pt x="16018" y="8747"/>
                  </a:cubicBezTo>
                  <a:cubicBezTo>
                    <a:pt x="18181" y="8217"/>
                    <a:pt x="20307" y="9811"/>
                    <a:pt x="20768" y="12306"/>
                  </a:cubicBezTo>
                  <a:close/>
                  <a:moveTo>
                    <a:pt x="8795" y="1859"/>
                  </a:moveTo>
                  <a:cubicBezTo>
                    <a:pt x="8642" y="1027"/>
                    <a:pt x="9102" y="210"/>
                    <a:pt x="9823" y="34"/>
                  </a:cubicBezTo>
                  <a:cubicBezTo>
                    <a:pt x="10543" y="-143"/>
                    <a:pt x="11252" y="388"/>
                    <a:pt x="11406" y="1220"/>
                  </a:cubicBezTo>
                  <a:cubicBezTo>
                    <a:pt x="11559" y="2051"/>
                    <a:pt x="11099" y="2869"/>
                    <a:pt x="10378" y="3045"/>
                  </a:cubicBezTo>
                  <a:cubicBezTo>
                    <a:pt x="9658" y="3222"/>
                    <a:pt x="8949" y="2690"/>
                    <a:pt x="8795" y="1859"/>
                  </a:cubicBezTo>
                  <a:close/>
                </a:path>
              </a:pathLst>
            </a:custGeom>
            <a:solidFill>
              <a:schemeClr val="bg1">
                <a:lumMod val="85000"/>
              </a:scheme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8" name="Shape 34174">
              <a:extLst>
                <a:ext uri="{FF2B5EF4-FFF2-40B4-BE49-F238E27FC236}">
                  <a16:creationId xmlns:a16="http://schemas.microsoft.com/office/drawing/2014/main" id="{B89D6FCE-8A07-2F4B-BC7C-28593783ECCF}"/>
                </a:ext>
              </a:extLst>
            </p:cNvPr>
            <p:cNvSpPr/>
            <p:nvPr/>
          </p:nvSpPr>
          <p:spPr>
            <a:xfrm>
              <a:off x="13207711" y="5129396"/>
              <a:ext cx="316260" cy="632520"/>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9" name="Shape 34175">
              <a:extLst>
                <a:ext uri="{FF2B5EF4-FFF2-40B4-BE49-F238E27FC236}">
                  <a16:creationId xmlns:a16="http://schemas.microsoft.com/office/drawing/2014/main" id="{128F6F9B-F7C8-1845-9B4C-0EC0496EC080}"/>
                </a:ext>
              </a:extLst>
            </p:cNvPr>
            <p:cNvSpPr/>
            <p:nvPr/>
          </p:nvSpPr>
          <p:spPr>
            <a:xfrm>
              <a:off x="13346915" y="6245061"/>
              <a:ext cx="528722" cy="466192"/>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10" name="Shape 34176">
              <a:extLst>
                <a:ext uri="{FF2B5EF4-FFF2-40B4-BE49-F238E27FC236}">
                  <a16:creationId xmlns:a16="http://schemas.microsoft.com/office/drawing/2014/main" id="{9C64BCDC-E2F0-E146-88D7-41FFB1673416}"/>
                </a:ext>
              </a:extLst>
            </p:cNvPr>
            <p:cNvSpPr/>
            <p:nvPr/>
          </p:nvSpPr>
          <p:spPr>
            <a:xfrm>
              <a:off x="10903238" y="7779831"/>
              <a:ext cx="984814" cy="88519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11" name="Shape 34177">
              <a:extLst>
                <a:ext uri="{FF2B5EF4-FFF2-40B4-BE49-F238E27FC236}">
                  <a16:creationId xmlns:a16="http://schemas.microsoft.com/office/drawing/2014/main" id="{1C408270-55D1-804D-82D7-1476B5E43978}"/>
                </a:ext>
              </a:extLst>
            </p:cNvPr>
            <p:cNvSpPr/>
            <p:nvPr/>
          </p:nvSpPr>
          <p:spPr>
            <a:xfrm>
              <a:off x="11708307" y="11472461"/>
              <a:ext cx="584792" cy="503796"/>
            </a:xfrm>
            <a:custGeom>
              <a:avLst/>
              <a:gdLst/>
              <a:ahLst/>
              <a:cxnLst>
                <a:cxn ang="0">
                  <a:pos x="wd2" y="hd2"/>
                </a:cxn>
                <a:cxn ang="5400000">
                  <a:pos x="wd2" y="hd2"/>
                </a:cxn>
                <a:cxn ang="10800000">
                  <a:pos x="wd2" y="hd2"/>
                </a:cxn>
                <a:cxn ang="16200000">
                  <a:pos x="wd2" y="hd2"/>
                </a:cxn>
              </a:cxnLst>
              <a:rect l="0" t="0" r="r" b="b"/>
              <a:pathLst>
                <a:path w="21600" h="21600" extrusionOk="0">
                  <a:moveTo>
                    <a:pt x="4937" y="21600"/>
                  </a:moveTo>
                  <a:cubicBezTo>
                    <a:pt x="7087" y="19915"/>
                    <a:pt x="7254" y="17403"/>
                    <a:pt x="7225" y="15022"/>
                  </a:cubicBezTo>
                  <a:cubicBezTo>
                    <a:pt x="9087" y="15916"/>
                    <a:pt x="11129" y="16612"/>
                    <a:pt x="13235" y="14961"/>
                  </a:cubicBezTo>
                  <a:cubicBezTo>
                    <a:pt x="15319" y="13326"/>
                    <a:pt x="15547" y="10891"/>
                    <a:pt x="15533" y="8574"/>
                  </a:cubicBezTo>
                  <a:cubicBezTo>
                    <a:pt x="17412" y="9482"/>
                    <a:pt x="19470" y="10214"/>
                    <a:pt x="21600" y="8543"/>
                  </a:cubicBezTo>
                  <a:lnTo>
                    <a:pt x="20969" y="7441"/>
                  </a:lnTo>
                  <a:cubicBezTo>
                    <a:pt x="19165" y="8855"/>
                    <a:pt x="17455" y="8115"/>
                    <a:pt x="15526" y="7147"/>
                  </a:cubicBezTo>
                  <a:cubicBezTo>
                    <a:pt x="15470" y="4670"/>
                    <a:pt x="15489" y="2522"/>
                    <a:pt x="17315" y="1092"/>
                  </a:cubicBezTo>
                  <a:lnTo>
                    <a:pt x="16670" y="0"/>
                  </a:lnTo>
                  <a:cubicBezTo>
                    <a:pt x="14521" y="1685"/>
                    <a:pt x="14346" y="4208"/>
                    <a:pt x="14375" y="6589"/>
                  </a:cubicBezTo>
                  <a:cubicBezTo>
                    <a:pt x="12514" y="5696"/>
                    <a:pt x="10476" y="5018"/>
                    <a:pt x="8371" y="6668"/>
                  </a:cubicBezTo>
                  <a:cubicBezTo>
                    <a:pt x="6282" y="8306"/>
                    <a:pt x="6070" y="10724"/>
                    <a:pt x="6085" y="13045"/>
                  </a:cubicBezTo>
                  <a:cubicBezTo>
                    <a:pt x="4204" y="12134"/>
                    <a:pt x="2134" y="11396"/>
                    <a:pt x="0" y="13068"/>
                  </a:cubicBezTo>
                  <a:cubicBezTo>
                    <a:pt x="0" y="13068"/>
                    <a:pt x="641" y="14162"/>
                    <a:pt x="641" y="14162"/>
                  </a:cubicBezTo>
                  <a:cubicBezTo>
                    <a:pt x="2449" y="12745"/>
                    <a:pt x="4156" y="13499"/>
                    <a:pt x="6093" y="14471"/>
                  </a:cubicBezTo>
                  <a:cubicBezTo>
                    <a:pt x="6148" y="16943"/>
                    <a:pt x="6117" y="19084"/>
                    <a:pt x="4295" y="20512"/>
                  </a:cubicBezTo>
                  <a:lnTo>
                    <a:pt x="4937" y="21600"/>
                  </a:lnTo>
                  <a:close/>
                  <a:moveTo>
                    <a:pt x="4054" y="19679"/>
                  </a:moveTo>
                  <a:cubicBezTo>
                    <a:pt x="4369" y="19426"/>
                    <a:pt x="4614" y="19148"/>
                    <a:pt x="4809" y="18844"/>
                  </a:cubicBezTo>
                  <a:cubicBezTo>
                    <a:pt x="4809" y="18844"/>
                    <a:pt x="2134" y="14221"/>
                    <a:pt x="2134" y="14221"/>
                  </a:cubicBezTo>
                  <a:cubicBezTo>
                    <a:pt x="1820" y="14319"/>
                    <a:pt x="1507" y="14483"/>
                    <a:pt x="1188" y="14730"/>
                  </a:cubicBezTo>
                  <a:lnTo>
                    <a:pt x="4054" y="19679"/>
                  </a:lnTo>
                  <a:close/>
                  <a:moveTo>
                    <a:pt x="5303" y="17641"/>
                  </a:moveTo>
                  <a:cubicBezTo>
                    <a:pt x="5447" y="17150"/>
                    <a:pt x="5511" y="16611"/>
                    <a:pt x="5534" y="16026"/>
                  </a:cubicBezTo>
                  <a:lnTo>
                    <a:pt x="4636" y="14466"/>
                  </a:lnTo>
                  <a:cubicBezTo>
                    <a:pt x="4164" y="14273"/>
                    <a:pt x="3712" y="14138"/>
                    <a:pt x="3269" y="14112"/>
                  </a:cubicBezTo>
                  <a:lnTo>
                    <a:pt x="5303" y="17641"/>
                  </a:lnTo>
                  <a:close/>
                  <a:moveTo>
                    <a:pt x="7218" y="13596"/>
                  </a:moveTo>
                  <a:cubicBezTo>
                    <a:pt x="7170" y="11212"/>
                    <a:pt x="7244" y="9148"/>
                    <a:pt x="9015" y="7760"/>
                  </a:cubicBezTo>
                  <a:cubicBezTo>
                    <a:pt x="10800" y="6360"/>
                    <a:pt x="12484" y="7073"/>
                    <a:pt x="14389" y="8027"/>
                  </a:cubicBezTo>
                  <a:cubicBezTo>
                    <a:pt x="14437" y="10403"/>
                    <a:pt x="14371" y="12473"/>
                    <a:pt x="12604" y="13859"/>
                  </a:cubicBezTo>
                  <a:cubicBezTo>
                    <a:pt x="10819" y="15258"/>
                    <a:pt x="9123" y="14549"/>
                    <a:pt x="7218" y="13596"/>
                  </a:cubicBezTo>
                  <a:close/>
                  <a:moveTo>
                    <a:pt x="9128" y="13531"/>
                  </a:moveTo>
                  <a:cubicBezTo>
                    <a:pt x="9683" y="13753"/>
                    <a:pt x="10215" y="13899"/>
                    <a:pt x="10736" y="13922"/>
                  </a:cubicBezTo>
                  <a:lnTo>
                    <a:pt x="8270" y="9693"/>
                  </a:lnTo>
                  <a:cubicBezTo>
                    <a:pt x="8094" y="10262"/>
                    <a:pt x="8018" y="10890"/>
                    <a:pt x="7988" y="11570"/>
                  </a:cubicBezTo>
                  <a:lnTo>
                    <a:pt x="9128" y="13531"/>
                  </a:lnTo>
                  <a:close/>
                  <a:moveTo>
                    <a:pt x="11711" y="13445"/>
                  </a:moveTo>
                  <a:cubicBezTo>
                    <a:pt x="11906" y="13348"/>
                    <a:pt x="12100" y="13226"/>
                    <a:pt x="12298" y="13067"/>
                  </a:cubicBezTo>
                  <a:cubicBezTo>
                    <a:pt x="12398" y="12988"/>
                    <a:pt x="12489" y="12904"/>
                    <a:pt x="12577" y="12819"/>
                  </a:cubicBezTo>
                  <a:lnTo>
                    <a:pt x="9787" y="7934"/>
                  </a:lnTo>
                  <a:cubicBezTo>
                    <a:pt x="9688" y="7998"/>
                    <a:pt x="9589" y="8069"/>
                    <a:pt x="9488" y="8149"/>
                  </a:cubicBezTo>
                  <a:cubicBezTo>
                    <a:pt x="9290" y="8307"/>
                    <a:pt x="9121" y="8474"/>
                    <a:pt x="8972" y="8652"/>
                  </a:cubicBezTo>
                  <a:lnTo>
                    <a:pt x="11711" y="13445"/>
                  </a:lnTo>
                  <a:close/>
                  <a:moveTo>
                    <a:pt x="13407" y="12000"/>
                  </a:moveTo>
                  <a:cubicBezTo>
                    <a:pt x="13611" y="11527"/>
                    <a:pt x="13723" y="11008"/>
                    <a:pt x="13784" y="10444"/>
                  </a:cubicBezTo>
                  <a:lnTo>
                    <a:pt x="12283" y="7830"/>
                  </a:lnTo>
                  <a:cubicBezTo>
                    <a:pt x="11815" y="7685"/>
                    <a:pt x="11363" y="7615"/>
                    <a:pt x="10913" y="7660"/>
                  </a:cubicBezTo>
                  <a:lnTo>
                    <a:pt x="13407" y="12000"/>
                  </a:lnTo>
                  <a:close/>
                  <a:moveTo>
                    <a:pt x="16965" y="7123"/>
                  </a:moveTo>
                  <a:cubicBezTo>
                    <a:pt x="17421" y="7289"/>
                    <a:pt x="17855" y="7394"/>
                    <a:pt x="18279" y="7398"/>
                  </a:cubicBezTo>
                  <a:lnTo>
                    <a:pt x="16261" y="4044"/>
                  </a:lnTo>
                  <a:cubicBezTo>
                    <a:pt x="16133" y="4533"/>
                    <a:pt x="16081" y="5067"/>
                    <a:pt x="16071" y="5642"/>
                  </a:cubicBezTo>
                  <a:lnTo>
                    <a:pt x="16965" y="7123"/>
                  </a:lnTo>
                  <a:close/>
                  <a:moveTo>
                    <a:pt x="19610" y="7085"/>
                  </a:moveTo>
                  <a:cubicBezTo>
                    <a:pt x="19909" y="6982"/>
                    <a:pt x="20208" y="6817"/>
                    <a:pt x="20510" y="6570"/>
                  </a:cubicBezTo>
                  <a:lnTo>
                    <a:pt x="17721" y="1845"/>
                  </a:lnTo>
                  <a:cubicBezTo>
                    <a:pt x="17423" y="2098"/>
                    <a:pt x="17191" y="2376"/>
                    <a:pt x="17007" y="2675"/>
                  </a:cubicBezTo>
                  <a:cubicBezTo>
                    <a:pt x="17007" y="2675"/>
                    <a:pt x="19610" y="7085"/>
                    <a:pt x="19610" y="7085"/>
                  </a:cubicBez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12" name="Shape 34178">
              <a:extLst>
                <a:ext uri="{FF2B5EF4-FFF2-40B4-BE49-F238E27FC236}">
                  <a16:creationId xmlns:a16="http://schemas.microsoft.com/office/drawing/2014/main" id="{EB390F12-B40C-7A45-8BC8-5810AB9255C2}"/>
                </a:ext>
              </a:extLst>
            </p:cNvPr>
            <p:cNvSpPr/>
            <p:nvPr/>
          </p:nvSpPr>
          <p:spPr>
            <a:xfrm>
              <a:off x="14474664" y="3452446"/>
              <a:ext cx="701272" cy="992744"/>
            </a:xfrm>
            <a:custGeom>
              <a:avLst/>
              <a:gdLst/>
              <a:ahLst/>
              <a:cxnLst>
                <a:cxn ang="0">
                  <a:pos x="wd2" y="hd2"/>
                </a:cxn>
                <a:cxn ang="5400000">
                  <a:pos x="wd2" y="hd2"/>
                </a:cxn>
                <a:cxn ang="10800000">
                  <a:pos x="wd2" y="hd2"/>
                </a:cxn>
                <a:cxn ang="16200000">
                  <a:pos x="wd2" y="hd2"/>
                </a:cxn>
              </a:cxnLst>
              <a:rect l="0" t="0" r="r" b="b"/>
              <a:pathLst>
                <a:path w="21183" h="21600" extrusionOk="0">
                  <a:moveTo>
                    <a:pt x="6837" y="0"/>
                  </a:moveTo>
                  <a:lnTo>
                    <a:pt x="6304" y="11896"/>
                  </a:lnTo>
                  <a:lnTo>
                    <a:pt x="10115" y="11984"/>
                  </a:lnTo>
                  <a:lnTo>
                    <a:pt x="10387" y="5819"/>
                  </a:lnTo>
                  <a:cubicBezTo>
                    <a:pt x="10807" y="5990"/>
                    <a:pt x="11286" y="6091"/>
                    <a:pt x="11799" y="6080"/>
                  </a:cubicBezTo>
                  <a:cubicBezTo>
                    <a:pt x="12816" y="6059"/>
                    <a:pt x="13721" y="5638"/>
                    <a:pt x="14293" y="5029"/>
                  </a:cubicBezTo>
                  <a:cubicBezTo>
                    <a:pt x="14344" y="4975"/>
                    <a:pt x="14392" y="4920"/>
                    <a:pt x="14437" y="4864"/>
                  </a:cubicBezTo>
                  <a:cubicBezTo>
                    <a:pt x="15870" y="5413"/>
                    <a:pt x="17048" y="6141"/>
                    <a:pt x="17879" y="7040"/>
                  </a:cubicBezTo>
                  <a:cubicBezTo>
                    <a:pt x="19250" y="8523"/>
                    <a:pt x="19623" y="10355"/>
                    <a:pt x="18956" y="12341"/>
                  </a:cubicBezTo>
                  <a:cubicBezTo>
                    <a:pt x="17917" y="15436"/>
                    <a:pt x="14349" y="17736"/>
                    <a:pt x="10109" y="18168"/>
                  </a:cubicBezTo>
                  <a:lnTo>
                    <a:pt x="10109" y="16337"/>
                  </a:lnTo>
                  <a:lnTo>
                    <a:pt x="12811" y="16337"/>
                  </a:lnTo>
                  <a:lnTo>
                    <a:pt x="12811" y="15424"/>
                  </a:lnTo>
                  <a:lnTo>
                    <a:pt x="2958" y="15424"/>
                  </a:lnTo>
                  <a:lnTo>
                    <a:pt x="2958" y="16337"/>
                  </a:lnTo>
                  <a:lnTo>
                    <a:pt x="5665" y="16337"/>
                  </a:lnTo>
                  <a:lnTo>
                    <a:pt x="5665" y="19312"/>
                  </a:lnTo>
                  <a:lnTo>
                    <a:pt x="0" y="19312"/>
                  </a:lnTo>
                  <a:lnTo>
                    <a:pt x="0" y="21600"/>
                  </a:lnTo>
                  <a:lnTo>
                    <a:pt x="15769" y="21600"/>
                  </a:lnTo>
                  <a:lnTo>
                    <a:pt x="15769" y="19312"/>
                  </a:lnTo>
                  <a:lnTo>
                    <a:pt x="11820" y="19312"/>
                  </a:lnTo>
                  <a:cubicBezTo>
                    <a:pt x="16159" y="18468"/>
                    <a:pt x="19703" y="15947"/>
                    <a:pt x="20805" y="12664"/>
                  </a:cubicBezTo>
                  <a:cubicBezTo>
                    <a:pt x="21600" y="10296"/>
                    <a:pt x="21135" y="8089"/>
                    <a:pt x="19462" y="6280"/>
                  </a:cubicBezTo>
                  <a:cubicBezTo>
                    <a:pt x="18352" y="5079"/>
                    <a:pt x="16769" y="4131"/>
                    <a:pt x="14820" y="3462"/>
                  </a:cubicBezTo>
                  <a:cubicBezTo>
                    <a:pt x="14558" y="2431"/>
                    <a:pt x="13305" y="1647"/>
                    <a:pt x="11799" y="1647"/>
                  </a:cubicBezTo>
                  <a:cubicBezTo>
                    <a:pt x="11359" y="1647"/>
                    <a:pt x="10947" y="1715"/>
                    <a:pt x="10568" y="1835"/>
                  </a:cubicBezTo>
                  <a:lnTo>
                    <a:pt x="10642" y="88"/>
                  </a:lnTo>
                  <a:lnTo>
                    <a:pt x="6837" y="0"/>
                  </a:lnTo>
                  <a:close/>
                  <a:moveTo>
                    <a:pt x="11799" y="3017"/>
                  </a:moveTo>
                  <a:cubicBezTo>
                    <a:pt x="12376" y="3012"/>
                    <a:pt x="12879" y="3300"/>
                    <a:pt x="12982" y="3708"/>
                  </a:cubicBezTo>
                  <a:cubicBezTo>
                    <a:pt x="13088" y="4130"/>
                    <a:pt x="12736" y="4539"/>
                    <a:pt x="12167" y="4660"/>
                  </a:cubicBezTo>
                  <a:cubicBezTo>
                    <a:pt x="12051" y="4688"/>
                    <a:pt x="11928" y="4706"/>
                    <a:pt x="11799" y="4706"/>
                  </a:cubicBezTo>
                  <a:cubicBezTo>
                    <a:pt x="11152" y="4706"/>
                    <a:pt x="10625" y="4326"/>
                    <a:pt x="10626" y="3862"/>
                  </a:cubicBezTo>
                  <a:cubicBezTo>
                    <a:pt x="10628" y="3397"/>
                    <a:pt x="11153" y="3023"/>
                    <a:pt x="11799" y="3017"/>
                  </a:cubicBezTo>
                  <a:close/>
                </a:path>
              </a:pathLst>
            </a:custGeom>
            <a:solidFill>
              <a:schemeClr val="bg1">
                <a:lumMod val="85000"/>
              </a:scheme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13" name="Shape 34179">
              <a:extLst>
                <a:ext uri="{FF2B5EF4-FFF2-40B4-BE49-F238E27FC236}">
                  <a16:creationId xmlns:a16="http://schemas.microsoft.com/office/drawing/2014/main" id="{3C5FD7B8-4C3B-B940-A6D7-C03BE6F4C89D}"/>
                </a:ext>
              </a:extLst>
            </p:cNvPr>
            <p:cNvSpPr/>
            <p:nvPr/>
          </p:nvSpPr>
          <p:spPr>
            <a:xfrm>
              <a:off x="13573878" y="4409128"/>
              <a:ext cx="1096094" cy="1213368"/>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14" name="Shape 34180">
              <a:extLst>
                <a:ext uri="{FF2B5EF4-FFF2-40B4-BE49-F238E27FC236}">
                  <a16:creationId xmlns:a16="http://schemas.microsoft.com/office/drawing/2014/main" id="{32AE572C-09D2-B149-95D6-B62DDD4AB5AD}"/>
                </a:ext>
              </a:extLst>
            </p:cNvPr>
            <p:cNvSpPr/>
            <p:nvPr/>
          </p:nvSpPr>
          <p:spPr>
            <a:xfrm>
              <a:off x="12366664" y="11330119"/>
              <a:ext cx="843804" cy="99274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15" name="Shape 34181">
              <a:extLst>
                <a:ext uri="{FF2B5EF4-FFF2-40B4-BE49-F238E27FC236}">
                  <a16:creationId xmlns:a16="http://schemas.microsoft.com/office/drawing/2014/main" id="{2C5DEF8C-B19E-9346-8BB7-7935ACC483D8}"/>
                </a:ext>
              </a:extLst>
            </p:cNvPr>
            <p:cNvSpPr/>
            <p:nvPr/>
          </p:nvSpPr>
          <p:spPr>
            <a:xfrm>
              <a:off x="14244181" y="7303221"/>
              <a:ext cx="622050" cy="54107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097" y="15438"/>
                  </a:lnTo>
                  <a:lnTo>
                    <a:pt x="5592" y="20234"/>
                  </a:lnTo>
                  <a:cubicBezTo>
                    <a:pt x="5592" y="20234"/>
                    <a:pt x="0" y="21600"/>
                    <a:pt x="0" y="21600"/>
                  </a:cubicBezTo>
                  <a:close/>
                  <a:moveTo>
                    <a:pt x="6275" y="19576"/>
                  </a:moveTo>
                  <a:lnTo>
                    <a:pt x="2779" y="14780"/>
                  </a:lnTo>
                  <a:lnTo>
                    <a:pt x="14944" y="3046"/>
                  </a:lnTo>
                  <a:lnTo>
                    <a:pt x="18443" y="7840"/>
                  </a:lnTo>
                  <a:cubicBezTo>
                    <a:pt x="18443" y="7840"/>
                    <a:pt x="6275" y="19576"/>
                    <a:pt x="6275" y="19576"/>
                  </a:cubicBezTo>
                  <a:close/>
                  <a:moveTo>
                    <a:pt x="19138" y="7167"/>
                  </a:moveTo>
                  <a:lnTo>
                    <a:pt x="15640" y="2373"/>
                  </a:lnTo>
                  <a:lnTo>
                    <a:pt x="18101" y="0"/>
                  </a:lnTo>
                  <a:lnTo>
                    <a:pt x="21600" y="4794"/>
                  </a:lnTo>
                  <a:cubicBezTo>
                    <a:pt x="21600" y="4794"/>
                    <a:pt x="19138" y="7167"/>
                    <a:pt x="19138" y="716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16" name="Shape 34182">
              <a:extLst>
                <a:ext uri="{FF2B5EF4-FFF2-40B4-BE49-F238E27FC236}">
                  <a16:creationId xmlns:a16="http://schemas.microsoft.com/office/drawing/2014/main" id="{268030AB-902E-4048-96C9-C613F7151002}"/>
                </a:ext>
              </a:extLst>
            </p:cNvPr>
            <p:cNvSpPr/>
            <p:nvPr/>
          </p:nvSpPr>
          <p:spPr>
            <a:xfrm>
              <a:off x="13576635" y="6759701"/>
              <a:ext cx="580114" cy="809692"/>
            </a:xfrm>
            <a:custGeom>
              <a:avLst/>
              <a:gdLst/>
              <a:ahLst/>
              <a:cxnLst>
                <a:cxn ang="0">
                  <a:pos x="wd2" y="hd2"/>
                </a:cxn>
                <a:cxn ang="5400000">
                  <a:pos x="wd2" y="hd2"/>
                </a:cxn>
                <a:cxn ang="10800000">
                  <a:pos x="wd2" y="hd2"/>
                </a:cxn>
                <a:cxn ang="16200000">
                  <a:pos x="wd2" y="hd2"/>
                </a:cxn>
              </a:cxnLst>
              <a:rect l="0" t="0" r="r" b="b"/>
              <a:pathLst>
                <a:path w="19206" h="21363" extrusionOk="0">
                  <a:moveTo>
                    <a:pt x="10609" y="43"/>
                  </a:moveTo>
                  <a:cubicBezTo>
                    <a:pt x="8165" y="-162"/>
                    <a:pt x="5621" y="372"/>
                    <a:pt x="3560" y="1702"/>
                  </a:cubicBezTo>
                  <a:cubicBezTo>
                    <a:pt x="-561" y="4362"/>
                    <a:pt x="-1197" y="9181"/>
                    <a:pt x="2140" y="12465"/>
                  </a:cubicBezTo>
                  <a:cubicBezTo>
                    <a:pt x="4853" y="15135"/>
                    <a:pt x="9359" y="15971"/>
                    <a:pt x="13163" y="14762"/>
                  </a:cubicBezTo>
                  <a:cubicBezTo>
                    <a:pt x="13165" y="14832"/>
                    <a:pt x="13187" y="14904"/>
                    <a:pt x="13225" y="14972"/>
                  </a:cubicBezTo>
                  <a:lnTo>
                    <a:pt x="16612" y="21039"/>
                  </a:lnTo>
                  <a:cubicBezTo>
                    <a:pt x="16765" y="21313"/>
                    <a:pt x="17169" y="21438"/>
                    <a:pt x="17513" y="21316"/>
                  </a:cubicBezTo>
                  <a:lnTo>
                    <a:pt x="17878" y="21186"/>
                  </a:lnTo>
                  <a:cubicBezTo>
                    <a:pt x="18222" y="21064"/>
                    <a:pt x="18373" y="20741"/>
                    <a:pt x="18220" y="20467"/>
                  </a:cubicBezTo>
                  <a:lnTo>
                    <a:pt x="14832" y="14405"/>
                  </a:lnTo>
                  <a:cubicBezTo>
                    <a:pt x="14778" y="14307"/>
                    <a:pt x="14685" y="14238"/>
                    <a:pt x="14581" y="14183"/>
                  </a:cubicBezTo>
                  <a:cubicBezTo>
                    <a:pt x="14946" y="14006"/>
                    <a:pt x="15305" y="13816"/>
                    <a:pt x="15646" y="13596"/>
                  </a:cubicBezTo>
                  <a:cubicBezTo>
                    <a:pt x="19767" y="10937"/>
                    <a:pt x="20403" y="6118"/>
                    <a:pt x="17066" y="2833"/>
                  </a:cubicBezTo>
                  <a:cubicBezTo>
                    <a:pt x="15397" y="1191"/>
                    <a:pt x="13053" y="247"/>
                    <a:pt x="10609" y="43"/>
                  </a:cubicBezTo>
                  <a:close/>
                  <a:moveTo>
                    <a:pt x="10451" y="1237"/>
                  </a:moveTo>
                  <a:cubicBezTo>
                    <a:pt x="12511" y="1410"/>
                    <a:pt x="14487" y="2210"/>
                    <a:pt x="15893" y="3594"/>
                  </a:cubicBezTo>
                  <a:cubicBezTo>
                    <a:pt x="18705" y="6361"/>
                    <a:pt x="18170" y="10422"/>
                    <a:pt x="14697" y="12663"/>
                  </a:cubicBezTo>
                  <a:cubicBezTo>
                    <a:pt x="11225" y="14903"/>
                    <a:pt x="6130" y="14477"/>
                    <a:pt x="3318" y="11709"/>
                  </a:cubicBezTo>
                  <a:cubicBezTo>
                    <a:pt x="506" y="8942"/>
                    <a:pt x="1041" y="4882"/>
                    <a:pt x="4514" y="2641"/>
                  </a:cubicBezTo>
                  <a:cubicBezTo>
                    <a:pt x="6250" y="1520"/>
                    <a:pt x="8392" y="1065"/>
                    <a:pt x="10451" y="123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17" name="Shape 34183">
              <a:extLst>
                <a:ext uri="{FF2B5EF4-FFF2-40B4-BE49-F238E27FC236}">
                  <a16:creationId xmlns:a16="http://schemas.microsoft.com/office/drawing/2014/main" id="{C17EC142-064E-184B-8C15-51D983B8F46A}"/>
                </a:ext>
              </a:extLst>
            </p:cNvPr>
            <p:cNvSpPr/>
            <p:nvPr/>
          </p:nvSpPr>
          <p:spPr>
            <a:xfrm>
              <a:off x="11615391" y="7089790"/>
              <a:ext cx="617918" cy="68403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18" name="Shape 34184">
              <a:extLst>
                <a:ext uri="{FF2B5EF4-FFF2-40B4-BE49-F238E27FC236}">
                  <a16:creationId xmlns:a16="http://schemas.microsoft.com/office/drawing/2014/main" id="{3D61E7B3-2989-8049-83F7-8359EB03AEE9}"/>
                </a:ext>
              </a:extLst>
            </p:cNvPr>
            <p:cNvSpPr/>
            <p:nvPr/>
          </p:nvSpPr>
          <p:spPr>
            <a:xfrm>
              <a:off x="13088735" y="3291417"/>
              <a:ext cx="651942" cy="595766"/>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19" name="Shape 34185">
              <a:extLst>
                <a:ext uri="{FF2B5EF4-FFF2-40B4-BE49-F238E27FC236}">
                  <a16:creationId xmlns:a16="http://schemas.microsoft.com/office/drawing/2014/main" id="{DD580A0D-D476-6F4F-A8CB-69B1C6426354}"/>
                </a:ext>
              </a:extLst>
            </p:cNvPr>
            <p:cNvSpPr/>
            <p:nvPr/>
          </p:nvSpPr>
          <p:spPr>
            <a:xfrm>
              <a:off x="12303465" y="7118398"/>
              <a:ext cx="457434" cy="615446"/>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20" name="Shape 34186">
              <a:extLst>
                <a:ext uri="{FF2B5EF4-FFF2-40B4-BE49-F238E27FC236}">
                  <a16:creationId xmlns:a16="http://schemas.microsoft.com/office/drawing/2014/main" id="{BC835B70-B4D7-1546-898F-8E925436C5F8}"/>
                </a:ext>
              </a:extLst>
            </p:cNvPr>
            <p:cNvSpPr/>
            <p:nvPr/>
          </p:nvSpPr>
          <p:spPr>
            <a:xfrm>
              <a:off x="10902474" y="3745209"/>
              <a:ext cx="602468" cy="782846"/>
            </a:xfrm>
            <a:custGeom>
              <a:avLst/>
              <a:gdLst/>
              <a:ahLst/>
              <a:cxnLst>
                <a:cxn ang="0">
                  <a:pos x="wd2" y="hd2"/>
                </a:cxn>
                <a:cxn ang="5400000">
                  <a:pos x="wd2" y="hd2"/>
                </a:cxn>
                <a:cxn ang="10800000">
                  <a:pos x="wd2" y="hd2"/>
                </a:cxn>
                <a:cxn ang="16200000">
                  <a:pos x="wd2" y="hd2"/>
                </a:cxn>
              </a:cxnLst>
              <a:rect l="0" t="0" r="r" b="b"/>
              <a:pathLst>
                <a:path w="20438" h="21519" extrusionOk="0">
                  <a:moveTo>
                    <a:pt x="9842" y="0"/>
                  </a:moveTo>
                  <a:cubicBezTo>
                    <a:pt x="7324" y="0"/>
                    <a:pt x="4803" y="774"/>
                    <a:pt x="2881" y="2331"/>
                  </a:cubicBezTo>
                  <a:cubicBezTo>
                    <a:pt x="-961" y="5445"/>
                    <a:pt x="-961" y="10493"/>
                    <a:pt x="2881" y="13607"/>
                  </a:cubicBezTo>
                  <a:cubicBezTo>
                    <a:pt x="6005" y="16138"/>
                    <a:pt x="10709" y="16613"/>
                    <a:pt x="14423" y="15030"/>
                  </a:cubicBezTo>
                  <a:cubicBezTo>
                    <a:pt x="14434" y="15103"/>
                    <a:pt x="14466" y="15175"/>
                    <a:pt x="14515" y="15243"/>
                  </a:cubicBezTo>
                  <a:lnTo>
                    <a:pt x="18781" y="21235"/>
                  </a:lnTo>
                  <a:cubicBezTo>
                    <a:pt x="18974" y="21506"/>
                    <a:pt x="19402" y="21600"/>
                    <a:pt x="19736" y="21444"/>
                  </a:cubicBezTo>
                  <a:lnTo>
                    <a:pt x="20091" y="21277"/>
                  </a:lnTo>
                  <a:cubicBezTo>
                    <a:pt x="20425" y="21121"/>
                    <a:pt x="20535" y="20774"/>
                    <a:pt x="20343" y="20503"/>
                  </a:cubicBezTo>
                  <a:lnTo>
                    <a:pt x="16076" y="14515"/>
                  </a:lnTo>
                  <a:cubicBezTo>
                    <a:pt x="16007" y="14419"/>
                    <a:pt x="15903" y="14355"/>
                    <a:pt x="15790" y="14307"/>
                  </a:cubicBezTo>
                  <a:cubicBezTo>
                    <a:pt x="16138" y="14092"/>
                    <a:pt x="16479" y="13864"/>
                    <a:pt x="16797" y="13607"/>
                  </a:cubicBezTo>
                  <a:cubicBezTo>
                    <a:pt x="20639" y="10493"/>
                    <a:pt x="20639" y="5445"/>
                    <a:pt x="16797" y="2331"/>
                  </a:cubicBezTo>
                  <a:cubicBezTo>
                    <a:pt x="14875" y="774"/>
                    <a:pt x="12360" y="0"/>
                    <a:pt x="9842" y="0"/>
                  </a:cubicBezTo>
                  <a:close/>
                  <a:moveTo>
                    <a:pt x="9842" y="1251"/>
                  </a:moveTo>
                  <a:cubicBezTo>
                    <a:pt x="11963" y="1251"/>
                    <a:pt x="14085" y="1909"/>
                    <a:pt x="15704" y="3221"/>
                  </a:cubicBezTo>
                  <a:cubicBezTo>
                    <a:pt x="18942" y="5844"/>
                    <a:pt x="18942" y="10098"/>
                    <a:pt x="15704" y="12722"/>
                  </a:cubicBezTo>
                  <a:cubicBezTo>
                    <a:pt x="12467" y="15345"/>
                    <a:pt x="7217" y="15345"/>
                    <a:pt x="3980" y="12722"/>
                  </a:cubicBezTo>
                  <a:cubicBezTo>
                    <a:pt x="742" y="10098"/>
                    <a:pt x="742" y="5844"/>
                    <a:pt x="3980" y="3221"/>
                  </a:cubicBezTo>
                  <a:cubicBezTo>
                    <a:pt x="5598" y="1909"/>
                    <a:pt x="7720" y="1251"/>
                    <a:pt x="9842" y="12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21" name="Shape 34187">
              <a:extLst>
                <a:ext uri="{FF2B5EF4-FFF2-40B4-BE49-F238E27FC236}">
                  <a16:creationId xmlns:a16="http://schemas.microsoft.com/office/drawing/2014/main" id="{A5C4F64E-F8AE-364B-9B84-12A692B41AC3}"/>
                </a:ext>
              </a:extLst>
            </p:cNvPr>
            <p:cNvSpPr/>
            <p:nvPr/>
          </p:nvSpPr>
          <p:spPr>
            <a:xfrm>
              <a:off x="9646332" y="5299667"/>
              <a:ext cx="648460" cy="459644"/>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22" name="Shape 34188">
              <a:extLst>
                <a:ext uri="{FF2B5EF4-FFF2-40B4-BE49-F238E27FC236}">
                  <a16:creationId xmlns:a16="http://schemas.microsoft.com/office/drawing/2014/main" id="{7036E97A-E538-DB4D-9DAE-381CFDACB2B0}"/>
                </a:ext>
              </a:extLst>
            </p:cNvPr>
            <p:cNvSpPr/>
            <p:nvPr/>
          </p:nvSpPr>
          <p:spPr>
            <a:xfrm>
              <a:off x="14782759" y="5213711"/>
              <a:ext cx="949938" cy="458576"/>
            </a:xfrm>
            <a:custGeom>
              <a:avLst/>
              <a:gdLst/>
              <a:ahLst/>
              <a:cxnLst>
                <a:cxn ang="0">
                  <a:pos x="wd2" y="hd2"/>
                </a:cxn>
                <a:cxn ang="5400000">
                  <a:pos x="wd2" y="hd2"/>
                </a:cxn>
                <a:cxn ang="10800000">
                  <a:pos x="wd2" y="hd2"/>
                </a:cxn>
                <a:cxn ang="16200000">
                  <a:pos x="wd2" y="hd2"/>
                </a:cxn>
              </a:cxnLst>
              <a:rect l="0" t="0" r="r" b="b"/>
              <a:pathLst>
                <a:path w="21600" h="21600" extrusionOk="0">
                  <a:moveTo>
                    <a:pt x="470" y="21600"/>
                  </a:moveTo>
                  <a:cubicBezTo>
                    <a:pt x="3196" y="21301"/>
                    <a:pt x="4520" y="17446"/>
                    <a:pt x="5606" y="13579"/>
                  </a:cubicBezTo>
                  <a:cubicBezTo>
                    <a:pt x="6868" y="17109"/>
                    <a:pt x="8385" y="20522"/>
                    <a:pt x="11056" y="20229"/>
                  </a:cubicBezTo>
                  <a:cubicBezTo>
                    <a:pt x="13700" y="19938"/>
                    <a:pt x="15043" y="16273"/>
                    <a:pt x="16113" y="12527"/>
                  </a:cubicBezTo>
                  <a:cubicBezTo>
                    <a:pt x="17383" y="16099"/>
                    <a:pt x="18898" y="19587"/>
                    <a:pt x="21600" y="19290"/>
                  </a:cubicBezTo>
                  <a:lnTo>
                    <a:pt x="21545" y="16807"/>
                  </a:lnTo>
                  <a:cubicBezTo>
                    <a:pt x="19258" y="17058"/>
                    <a:pt x="18061" y="13947"/>
                    <a:pt x="16772" y="10222"/>
                  </a:cubicBezTo>
                  <a:cubicBezTo>
                    <a:pt x="17878" y="6171"/>
                    <a:pt x="18899" y="2735"/>
                    <a:pt x="21214" y="2481"/>
                  </a:cubicBezTo>
                  <a:lnTo>
                    <a:pt x="21142" y="0"/>
                  </a:lnTo>
                  <a:cubicBezTo>
                    <a:pt x="18416" y="300"/>
                    <a:pt x="17080" y="4165"/>
                    <a:pt x="15994" y="8031"/>
                  </a:cubicBezTo>
                  <a:cubicBezTo>
                    <a:pt x="14732" y="4504"/>
                    <a:pt x="13210" y="1123"/>
                    <a:pt x="10541" y="1416"/>
                  </a:cubicBezTo>
                  <a:cubicBezTo>
                    <a:pt x="7892" y="1708"/>
                    <a:pt x="6571" y="5362"/>
                    <a:pt x="5501" y="9116"/>
                  </a:cubicBezTo>
                  <a:cubicBezTo>
                    <a:pt x="4229" y="5537"/>
                    <a:pt x="2706" y="2023"/>
                    <a:pt x="0" y="2320"/>
                  </a:cubicBezTo>
                  <a:cubicBezTo>
                    <a:pt x="0" y="2320"/>
                    <a:pt x="67" y="4802"/>
                    <a:pt x="67" y="4802"/>
                  </a:cubicBezTo>
                  <a:cubicBezTo>
                    <a:pt x="2361" y="4550"/>
                    <a:pt x="3548" y="7681"/>
                    <a:pt x="4841" y="11421"/>
                  </a:cubicBezTo>
                  <a:cubicBezTo>
                    <a:pt x="3737" y="15462"/>
                    <a:pt x="2709" y="18874"/>
                    <a:pt x="399" y="19128"/>
                  </a:cubicBezTo>
                  <a:lnTo>
                    <a:pt x="470" y="21600"/>
                  </a:lnTo>
                  <a:close/>
                  <a:moveTo>
                    <a:pt x="571" y="17516"/>
                  </a:moveTo>
                  <a:cubicBezTo>
                    <a:pt x="973" y="17463"/>
                    <a:pt x="1323" y="17289"/>
                    <a:pt x="1641" y="17020"/>
                  </a:cubicBezTo>
                  <a:cubicBezTo>
                    <a:pt x="1641" y="17020"/>
                    <a:pt x="1387" y="6572"/>
                    <a:pt x="1387" y="6572"/>
                  </a:cubicBezTo>
                  <a:cubicBezTo>
                    <a:pt x="1058" y="6378"/>
                    <a:pt x="699" y="6290"/>
                    <a:pt x="296" y="6330"/>
                  </a:cubicBezTo>
                  <a:lnTo>
                    <a:pt x="571" y="17516"/>
                  </a:lnTo>
                  <a:close/>
                  <a:moveTo>
                    <a:pt x="2649" y="15637"/>
                  </a:moveTo>
                  <a:cubicBezTo>
                    <a:pt x="3008" y="15009"/>
                    <a:pt x="3317" y="14212"/>
                    <a:pt x="3611" y="13297"/>
                  </a:cubicBezTo>
                  <a:lnTo>
                    <a:pt x="3530" y="9777"/>
                  </a:lnTo>
                  <a:cubicBezTo>
                    <a:pt x="3194" y="8935"/>
                    <a:pt x="2849" y="8211"/>
                    <a:pt x="2462" y="7671"/>
                  </a:cubicBezTo>
                  <a:lnTo>
                    <a:pt x="2649" y="15637"/>
                  </a:lnTo>
                  <a:close/>
                  <a:moveTo>
                    <a:pt x="6265" y="11274"/>
                  </a:moveTo>
                  <a:cubicBezTo>
                    <a:pt x="7335" y="7383"/>
                    <a:pt x="8366" y="4144"/>
                    <a:pt x="10612" y="3897"/>
                  </a:cubicBezTo>
                  <a:cubicBezTo>
                    <a:pt x="12876" y="3648"/>
                    <a:pt x="14062" y="6687"/>
                    <a:pt x="15336" y="10361"/>
                  </a:cubicBezTo>
                  <a:cubicBezTo>
                    <a:pt x="14269" y="14240"/>
                    <a:pt x="13242" y="17500"/>
                    <a:pt x="11001" y="17746"/>
                  </a:cubicBezTo>
                  <a:cubicBezTo>
                    <a:pt x="8738" y="17995"/>
                    <a:pt x="7539" y="14948"/>
                    <a:pt x="6265" y="11274"/>
                  </a:cubicBezTo>
                  <a:close/>
                  <a:moveTo>
                    <a:pt x="8019" y="13315"/>
                  </a:moveTo>
                  <a:cubicBezTo>
                    <a:pt x="8416" y="14295"/>
                    <a:pt x="8827" y="15128"/>
                    <a:pt x="9287" y="15750"/>
                  </a:cubicBezTo>
                  <a:lnTo>
                    <a:pt x="9038" y="6172"/>
                  </a:lnTo>
                  <a:cubicBezTo>
                    <a:pt x="8613" y="6892"/>
                    <a:pt x="8251" y="7817"/>
                    <a:pt x="7906" y="8878"/>
                  </a:cubicBezTo>
                  <a:lnTo>
                    <a:pt x="8019" y="13315"/>
                  </a:lnTo>
                  <a:close/>
                  <a:moveTo>
                    <a:pt x="10389" y="16077"/>
                  </a:moveTo>
                  <a:cubicBezTo>
                    <a:pt x="10611" y="16140"/>
                    <a:pt x="10842" y="16161"/>
                    <a:pt x="11095" y="16128"/>
                  </a:cubicBezTo>
                  <a:cubicBezTo>
                    <a:pt x="11223" y="16112"/>
                    <a:pt x="11344" y="16080"/>
                    <a:pt x="11463" y="16041"/>
                  </a:cubicBezTo>
                  <a:lnTo>
                    <a:pt x="11227" y="5045"/>
                  </a:lnTo>
                  <a:cubicBezTo>
                    <a:pt x="11108" y="5036"/>
                    <a:pt x="10985" y="5039"/>
                    <a:pt x="10857" y="5056"/>
                  </a:cubicBezTo>
                  <a:cubicBezTo>
                    <a:pt x="10605" y="5088"/>
                    <a:pt x="10374" y="5166"/>
                    <a:pt x="10157" y="5285"/>
                  </a:cubicBezTo>
                  <a:lnTo>
                    <a:pt x="10389" y="16077"/>
                  </a:lnTo>
                  <a:close/>
                  <a:moveTo>
                    <a:pt x="12594" y="15655"/>
                  </a:moveTo>
                  <a:cubicBezTo>
                    <a:pt x="12999" y="15123"/>
                    <a:pt x="13343" y="14414"/>
                    <a:pt x="13661" y="13573"/>
                  </a:cubicBezTo>
                  <a:lnTo>
                    <a:pt x="13528" y="7680"/>
                  </a:lnTo>
                  <a:cubicBezTo>
                    <a:pt x="13173" y="6920"/>
                    <a:pt x="12798" y="6300"/>
                    <a:pt x="12371" y="5869"/>
                  </a:cubicBezTo>
                  <a:lnTo>
                    <a:pt x="12594" y="15655"/>
                  </a:lnTo>
                  <a:close/>
                  <a:moveTo>
                    <a:pt x="18081" y="11798"/>
                  </a:moveTo>
                  <a:cubicBezTo>
                    <a:pt x="18416" y="12578"/>
                    <a:pt x="18758" y="13235"/>
                    <a:pt x="19139" y="13718"/>
                  </a:cubicBezTo>
                  <a:lnTo>
                    <a:pt x="18884" y="6051"/>
                  </a:lnTo>
                  <a:cubicBezTo>
                    <a:pt x="18541" y="6694"/>
                    <a:pt x="18245" y="7495"/>
                    <a:pt x="17967" y="8411"/>
                  </a:cubicBezTo>
                  <a:lnTo>
                    <a:pt x="18081" y="11798"/>
                  </a:lnTo>
                  <a:close/>
                  <a:moveTo>
                    <a:pt x="20486" y="14708"/>
                  </a:moveTo>
                  <a:cubicBezTo>
                    <a:pt x="20804" y="14878"/>
                    <a:pt x="21150" y="14947"/>
                    <a:pt x="21538" y="14889"/>
                  </a:cubicBezTo>
                  <a:lnTo>
                    <a:pt x="21229" y="4150"/>
                  </a:lnTo>
                  <a:cubicBezTo>
                    <a:pt x="20842" y="4223"/>
                    <a:pt x="20502" y="4409"/>
                    <a:pt x="20197" y="4684"/>
                  </a:cubicBezTo>
                  <a:cubicBezTo>
                    <a:pt x="20197" y="4684"/>
                    <a:pt x="20486" y="14708"/>
                    <a:pt x="20486" y="147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23" name="Shape 34189">
              <a:extLst>
                <a:ext uri="{FF2B5EF4-FFF2-40B4-BE49-F238E27FC236}">
                  <a16:creationId xmlns:a16="http://schemas.microsoft.com/office/drawing/2014/main" id="{3E502D09-5E8E-034A-BA71-FA7562E6BAEB}"/>
                </a:ext>
              </a:extLst>
            </p:cNvPr>
            <p:cNvSpPr/>
            <p:nvPr/>
          </p:nvSpPr>
          <p:spPr>
            <a:xfrm>
              <a:off x="12966315" y="3935732"/>
              <a:ext cx="606684"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24" name="Shape 34190">
              <a:extLst>
                <a:ext uri="{FF2B5EF4-FFF2-40B4-BE49-F238E27FC236}">
                  <a16:creationId xmlns:a16="http://schemas.microsoft.com/office/drawing/2014/main" id="{80F26035-6389-2F4A-919A-7597AB01122D}"/>
                </a:ext>
              </a:extLst>
            </p:cNvPr>
            <p:cNvSpPr/>
            <p:nvPr/>
          </p:nvSpPr>
          <p:spPr>
            <a:xfrm>
              <a:off x="8736613" y="4207504"/>
              <a:ext cx="967678" cy="820704"/>
            </a:xfrm>
            <a:custGeom>
              <a:avLst/>
              <a:gdLst/>
              <a:ahLst/>
              <a:cxnLst>
                <a:cxn ang="0">
                  <a:pos x="wd2" y="hd2"/>
                </a:cxn>
                <a:cxn ang="5400000">
                  <a:pos x="wd2" y="hd2"/>
                </a:cxn>
                <a:cxn ang="10800000">
                  <a:pos x="wd2" y="hd2"/>
                </a:cxn>
                <a:cxn ang="16200000">
                  <a:pos x="wd2" y="hd2"/>
                </a:cxn>
              </a:cxnLst>
              <a:rect l="0" t="0" r="r" b="b"/>
              <a:pathLst>
                <a:path w="21275" h="21218" extrusionOk="0">
                  <a:moveTo>
                    <a:pt x="17160" y="16531"/>
                  </a:moveTo>
                  <a:lnTo>
                    <a:pt x="3281" y="10266"/>
                  </a:lnTo>
                  <a:lnTo>
                    <a:pt x="6158" y="1453"/>
                  </a:lnTo>
                  <a:lnTo>
                    <a:pt x="20037" y="7718"/>
                  </a:lnTo>
                  <a:cubicBezTo>
                    <a:pt x="20037" y="7718"/>
                    <a:pt x="17160" y="16531"/>
                    <a:pt x="17160" y="16531"/>
                  </a:cubicBezTo>
                  <a:close/>
                  <a:moveTo>
                    <a:pt x="20480" y="6363"/>
                  </a:moveTo>
                  <a:lnTo>
                    <a:pt x="6600" y="98"/>
                  </a:lnTo>
                  <a:cubicBezTo>
                    <a:pt x="5961" y="-191"/>
                    <a:pt x="5246" y="183"/>
                    <a:pt x="5001" y="931"/>
                  </a:cubicBezTo>
                  <a:cubicBezTo>
                    <a:pt x="5001" y="931"/>
                    <a:pt x="1682" y="11100"/>
                    <a:pt x="1694" y="11105"/>
                  </a:cubicBezTo>
                  <a:lnTo>
                    <a:pt x="17862" y="18403"/>
                  </a:lnTo>
                  <a:cubicBezTo>
                    <a:pt x="17874" y="18409"/>
                    <a:pt x="21194" y="8240"/>
                    <a:pt x="21194" y="8240"/>
                  </a:cubicBezTo>
                  <a:cubicBezTo>
                    <a:pt x="21438" y="7492"/>
                    <a:pt x="21118" y="6651"/>
                    <a:pt x="20480" y="6363"/>
                  </a:cubicBezTo>
                  <a:close/>
                  <a:moveTo>
                    <a:pt x="16989" y="21121"/>
                  </a:moveTo>
                  <a:lnTo>
                    <a:pt x="797" y="13812"/>
                  </a:lnTo>
                  <a:cubicBezTo>
                    <a:pt x="157" y="13523"/>
                    <a:pt x="-162" y="12683"/>
                    <a:pt x="83" y="11934"/>
                  </a:cubicBezTo>
                  <a:lnTo>
                    <a:pt x="304" y="11256"/>
                  </a:lnTo>
                  <a:lnTo>
                    <a:pt x="7822" y="14649"/>
                  </a:lnTo>
                  <a:lnTo>
                    <a:pt x="7600" y="15327"/>
                  </a:lnTo>
                  <a:lnTo>
                    <a:pt x="11070" y="16893"/>
                  </a:lnTo>
                  <a:lnTo>
                    <a:pt x="11291" y="16216"/>
                  </a:lnTo>
                  <a:lnTo>
                    <a:pt x="18810" y="19609"/>
                  </a:lnTo>
                  <a:lnTo>
                    <a:pt x="18588" y="20287"/>
                  </a:lnTo>
                  <a:cubicBezTo>
                    <a:pt x="18344" y="21036"/>
                    <a:pt x="17627" y="21409"/>
                    <a:pt x="16989" y="21121"/>
                  </a:cubicBezTo>
                  <a:cubicBezTo>
                    <a:pt x="16989" y="21121"/>
                    <a:pt x="16989" y="21121"/>
                    <a:pt x="16989" y="2112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25" name="Shape 34191">
              <a:extLst>
                <a:ext uri="{FF2B5EF4-FFF2-40B4-BE49-F238E27FC236}">
                  <a16:creationId xmlns:a16="http://schemas.microsoft.com/office/drawing/2014/main" id="{15E90CFB-1E2C-EF4A-B1ED-6FD69DBDD9C3}"/>
                </a:ext>
              </a:extLst>
            </p:cNvPr>
            <p:cNvSpPr/>
            <p:nvPr/>
          </p:nvSpPr>
          <p:spPr>
            <a:xfrm>
              <a:off x="12884222" y="7775447"/>
              <a:ext cx="606686"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26" name="Shape 34192">
              <a:extLst>
                <a:ext uri="{FF2B5EF4-FFF2-40B4-BE49-F238E27FC236}">
                  <a16:creationId xmlns:a16="http://schemas.microsoft.com/office/drawing/2014/main" id="{B2400A31-1671-BB45-9745-8F05DAFCA9B5}"/>
                </a:ext>
              </a:extLst>
            </p:cNvPr>
            <p:cNvSpPr/>
            <p:nvPr/>
          </p:nvSpPr>
          <p:spPr>
            <a:xfrm>
              <a:off x="9950402" y="3061775"/>
              <a:ext cx="885232" cy="104148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27" name="Shape 34193">
              <a:extLst>
                <a:ext uri="{FF2B5EF4-FFF2-40B4-BE49-F238E27FC236}">
                  <a16:creationId xmlns:a16="http://schemas.microsoft.com/office/drawing/2014/main" id="{9CCB2114-7721-7C48-90EE-8BF98BE7201F}"/>
                </a:ext>
              </a:extLst>
            </p:cNvPr>
            <p:cNvSpPr/>
            <p:nvPr/>
          </p:nvSpPr>
          <p:spPr>
            <a:xfrm>
              <a:off x="11615551" y="3334957"/>
              <a:ext cx="818520" cy="818520"/>
            </a:xfrm>
            <a:custGeom>
              <a:avLst/>
              <a:gdLst/>
              <a:ahLst/>
              <a:cxnLst>
                <a:cxn ang="0">
                  <a:pos x="wd2" y="hd2"/>
                </a:cxn>
                <a:cxn ang="5400000">
                  <a:pos x="wd2" y="hd2"/>
                </a:cxn>
                <a:cxn ang="10800000">
                  <a:pos x="wd2" y="hd2"/>
                </a:cxn>
                <a:cxn ang="16200000">
                  <a:pos x="wd2" y="hd2"/>
                </a:cxn>
              </a:cxnLst>
              <a:rect l="0" t="0" r="r" b="b"/>
              <a:pathLst>
                <a:path w="20113" h="20113" extrusionOk="0">
                  <a:moveTo>
                    <a:pt x="8483" y="125"/>
                  </a:moveTo>
                  <a:cubicBezTo>
                    <a:pt x="2996" y="994"/>
                    <a:pt x="-744" y="6142"/>
                    <a:pt x="125" y="11629"/>
                  </a:cubicBezTo>
                  <a:cubicBezTo>
                    <a:pt x="994" y="17116"/>
                    <a:pt x="6142" y="20856"/>
                    <a:pt x="11629" y="19987"/>
                  </a:cubicBezTo>
                  <a:cubicBezTo>
                    <a:pt x="17116" y="19118"/>
                    <a:pt x="20856" y="13970"/>
                    <a:pt x="19987" y="8483"/>
                  </a:cubicBezTo>
                  <a:cubicBezTo>
                    <a:pt x="19118" y="2996"/>
                    <a:pt x="13970" y="-744"/>
                    <a:pt x="8483" y="125"/>
                  </a:cubicBezTo>
                  <a:close/>
                  <a:moveTo>
                    <a:pt x="8760" y="1873"/>
                  </a:moveTo>
                  <a:cubicBezTo>
                    <a:pt x="8956" y="1842"/>
                    <a:pt x="9163" y="1878"/>
                    <a:pt x="9336" y="2004"/>
                  </a:cubicBezTo>
                  <a:cubicBezTo>
                    <a:pt x="9681" y="2255"/>
                    <a:pt x="9758" y="2741"/>
                    <a:pt x="9507" y="3087"/>
                  </a:cubicBezTo>
                  <a:cubicBezTo>
                    <a:pt x="9256" y="3432"/>
                    <a:pt x="8770" y="3509"/>
                    <a:pt x="8424" y="3258"/>
                  </a:cubicBezTo>
                  <a:cubicBezTo>
                    <a:pt x="8079" y="3007"/>
                    <a:pt x="8002" y="2521"/>
                    <a:pt x="8253" y="2175"/>
                  </a:cubicBezTo>
                  <a:cubicBezTo>
                    <a:pt x="8378" y="2002"/>
                    <a:pt x="8564" y="1904"/>
                    <a:pt x="8760" y="1873"/>
                  </a:cubicBezTo>
                  <a:close/>
                  <a:moveTo>
                    <a:pt x="9098" y="4008"/>
                  </a:moveTo>
                  <a:cubicBezTo>
                    <a:pt x="9327" y="3971"/>
                    <a:pt x="9546" y="4130"/>
                    <a:pt x="9582" y="4359"/>
                  </a:cubicBezTo>
                  <a:lnTo>
                    <a:pt x="10314" y="8984"/>
                  </a:lnTo>
                  <a:cubicBezTo>
                    <a:pt x="10465" y="9019"/>
                    <a:pt x="10626" y="8992"/>
                    <a:pt x="10759" y="9088"/>
                  </a:cubicBezTo>
                  <a:cubicBezTo>
                    <a:pt x="10893" y="9186"/>
                    <a:pt x="10931" y="9343"/>
                    <a:pt x="11011" y="9477"/>
                  </a:cubicBezTo>
                  <a:lnTo>
                    <a:pt x="14460" y="8930"/>
                  </a:lnTo>
                  <a:cubicBezTo>
                    <a:pt x="14689" y="8894"/>
                    <a:pt x="14908" y="9053"/>
                    <a:pt x="14944" y="9282"/>
                  </a:cubicBezTo>
                  <a:cubicBezTo>
                    <a:pt x="14980" y="9511"/>
                    <a:pt x="14822" y="9729"/>
                    <a:pt x="14593" y="9766"/>
                  </a:cubicBezTo>
                  <a:lnTo>
                    <a:pt x="11143" y="10312"/>
                  </a:lnTo>
                  <a:cubicBezTo>
                    <a:pt x="11108" y="10464"/>
                    <a:pt x="11121" y="10625"/>
                    <a:pt x="11024" y="10759"/>
                  </a:cubicBezTo>
                  <a:cubicBezTo>
                    <a:pt x="10636" y="11292"/>
                    <a:pt x="9886" y="11411"/>
                    <a:pt x="9353" y="11024"/>
                  </a:cubicBezTo>
                  <a:cubicBezTo>
                    <a:pt x="8820" y="10636"/>
                    <a:pt x="8701" y="9886"/>
                    <a:pt x="9088" y="9353"/>
                  </a:cubicBezTo>
                  <a:cubicBezTo>
                    <a:pt x="9188" y="9215"/>
                    <a:pt x="9357" y="9195"/>
                    <a:pt x="9495" y="9114"/>
                  </a:cubicBezTo>
                  <a:lnTo>
                    <a:pt x="8762" y="4489"/>
                  </a:lnTo>
                  <a:cubicBezTo>
                    <a:pt x="8726" y="4260"/>
                    <a:pt x="8869" y="4044"/>
                    <a:pt x="9098" y="4008"/>
                  </a:cubicBezTo>
                  <a:close/>
                  <a:moveTo>
                    <a:pt x="2495" y="10476"/>
                  </a:moveTo>
                  <a:cubicBezTo>
                    <a:pt x="2691" y="10446"/>
                    <a:pt x="2898" y="10482"/>
                    <a:pt x="3071" y="10607"/>
                  </a:cubicBezTo>
                  <a:cubicBezTo>
                    <a:pt x="3417" y="10859"/>
                    <a:pt x="3494" y="11345"/>
                    <a:pt x="3243" y="11690"/>
                  </a:cubicBezTo>
                  <a:cubicBezTo>
                    <a:pt x="2992" y="12035"/>
                    <a:pt x="2505" y="12113"/>
                    <a:pt x="2160" y="11862"/>
                  </a:cubicBezTo>
                  <a:cubicBezTo>
                    <a:pt x="1814" y="11610"/>
                    <a:pt x="1737" y="11124"/>
                    <a:pt x="1988" y="10779"/>
                  </a:cubicBezTo>
                  <a:cubicBezTo>
                    <a:pt x="2114" y="10606"/>
                    <a:pt x="2300" y="10507"/>
                    <a:pt x="2495" y="10476"/>
                  </a:cubicBezTo>
                  <a:close/>
                  <a:moveTo>
                    <a:pt x="17392" y="8117"/>
                  </a:moveTo>
                  <a:cubicBezTo>
                    <a:pt x="17587" y="8086"/>
                    <a:pt x="17779" y="8125"/>
                    <a:pt x="17952" y="8250"/>
                  </a:cubicBezTo>
                  <a:cubicBezTo>
                    <a:pt x="18298" y="8502"/>
                    <a:pt x="18375" y="8988"/>
                    <a:pt x="18124" y="9333"/>
                  </a:cubicBezTo>
                  <a:cubicBezTo>
                    <a:pt x="17872" y="9678"/>
                    <a:pt x="17402" y="9753"/>
                    <a:pt x="17056" y="9502"/>
                  </a:cubicBezTo>
                  <a:cubicBezTo>
                    <a:pt x="16711" y="9251"/>
                    <a:pt x="16634" y="8765"/>
                    <a:pt x="16885" y="8419"/>
                  </a:cubicBezTo>
                  <a:cubicBezTo>
                    <a:pt x="17010" y="8247"/>
                    <a:pt x="17196" y="8148"/>
                    <a:pt x="17392" y="8117"/>
                  </a:cubicBezTo>
                  <a:close/>
                  <a:moveTo>
                    <a:pt x="11112" y="16723"/>
                  </a:moveTo>
                  <a:cubicBezTo>
                    <a:pt x="11308" y="16692"/>
                    <a:pt x="11515" y="16728"/>
                    <a:pt x="11688" y="16854"/>
                  </a:cubicBezTo>
                  <a:cubicBezTo>
                    <a:pt x="12033" y="17105"/>
                    <a:pt x="12110" y="17591"/>
                    <a:pt x="11859" y="17937"/>
                  </a:cubicBezTo>
                  <a:cubicBezTo>
                    <a:pt x="11608" y="18282"/>
                    <a:pt x="11122" y="18359"/>
                    <a:pt x="10776" y="18108"/>
                  </a:cubicBezTo>
                  <a:cubicBezTo>
                    <a:pt x="10431" y="17857"/>
                    <a:pt x="10354" y="17371"/>
                    <a:pt x="10605" y="17025"/>
                  </a:cubicBezTo>
                  <a:cubicBezTo>
                    <a:pt x="10730" y="16853"/>
                    <a:pt x="10916" y="16754"/>
                    <a:pt x="11112" y="16723"/>
                  </a:cubicBezTo>
                  <a:close/>
                </a:path>
              </a:pathLst>
            </a:custGeom>
            <a:solidFill>
              <a:schemeClr val="bg1">
                <a:lumMod val="85000"/>
              </a:scheme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28" name="Shape 34194">
              <a:extLst>
                <a:ext uri="{FF2B5EF4-FFF2-40B4-BE49-F238E27FC236}">
                  <a16:creationId xmlns:a16="http://schemas.microsoft.com/office/drawing/2014/main" id="{08AB7CCF-CC82-4E41-9BD4-ACF711191AE9}"/>
                </a:ext>
              </a:extLst>
            </p:cNvPr>
            <p:cNvSpPr/>
            <p:nvPr/>
          </p:nvSpPr>
          <p:spPr>
            <a:xfrm>
              <a:off x="14592598" y="6234099"/>
              <a:ext cx="850388" cy="976334"/>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29" name="Shape 34195">
              <a:extLst>
                <a:ext uri="{FF2B5EF4-FFF2-40B4-BE49-F238E27FC236}">
                  <a16:creationId xmlns:a16="http://schemas.microsoft.com/office/drawing/2014/main" id="{60F1FCA0-0B55-DA42-AA15-76394CCF7CE8}"/>
                </a:ext>
              </a:extLst>
            </p:cNvPr>
            <p:cNvSpPr/>
            <p:nvPr/>
          </p:nvSpPr>
          <p:spPr>
            <a:xfrm>
              <a:off x="13429434" y="7344882"/>
              <a:ext cx="433382" cy="47975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30" name="Shape 34196">
              <a:extLst>
                <a:ext uri="{FF2B5EF4-FFF2-40B4-BE49-F238E27FC236}">
                  <a16:creationId xmlns:a16="http://schemas.microsoft.com/office/drawing/2014/main" id="{36E9D02B-3D7D-A54F-BC3A-460483287FD4}"/>
                </a:ext>
              </a:extLst>
            </p:cNvPr>
            <p:cNvSpPr/>
            <p:nvPr/>
          </p:nvSpPr>
          <p:spPr>
            <a:xfrm>
              <a:off x="12395982" y="2571694"/>
              <a:ext cx="1203272" cy="672004"/>
            </a:xfrm>
            <a:custGeom>
              <a:avLst/>
              <a:gdLst/>
              <a:ahLst/>
              <a:cxnLst>
                <a:cxn ang="0">
                  <a:pos x="wd2" y="hd2"/>
                </a:cxn>
                <a:cxn ang="5400000">
                  <a:pos x="wd2" y="hd2"/>
                </a:cxn>
                <a:cxn ang="10800000">
                  <a:pos x="wd2" y="hd2"/>
                </a:cxn>
                <a:cxn ang="16200000">
                  <a:pos x="wd2" y="hd2"/>
                </a:cxn>
              </a:cxnLst>
              <a:rect l="0" t="0" r="r" b="b"/>
              <a:pathLst>
                <a:path w="21600" h="21600" extrusionOk="0">
                  <a:moveTo>
                    <a:pt x="0" y="15895"/>
                  </a:moveTo>
                  <a:cubicBezTo>
                    <a:pt x="2602" y="16630"/>
                    <a:pt x="4225" y="13961"/>
                    <a:pt x="5624" y="11197"/>
                  </a:cubicBezTo>
                  <a:cubicBezTo>
                    <a:pt x="6473" y="14530"/>
                    <a:pt x="7574" y="17859"/>
                    <a:pt x="10123" y="18579"/>
                  </a:cubicBezTo>
                  <a:cubicBezTo>
                    <a:pt x="12646" y="19291"/>
                    <a:pt x="14269" y="16784"/>
                    <a:pt x="15641" y="14112"/>
                  </a:cubicBezTo>
                  <a:cubicBezTo>
                    <a:pt x="16494" y="17483"/>
                    <a:pt x="17585" y="20872"/>
                    <a:pt x="20164" y="21600"/>
                  </a:cubicBezTo>
                  <a:lnTo>
                    <a:pt x="20353" y="19555"/>
                  </a:lnTo>
                  <a:cubicBezTo>
                    <a:pt x="18170" y="18939"/>
                    <a:pt x="17341" y="15971"/>
                    <a:pt x="16486" y="12469"/>
                  </a:cubicBezTo>
                  <a:cubicBezTo>
                    <a:pt x="17922" y="9562"/>
                    <a:pt x="19218" y="7126"/>
                    <a:pt x="21427" y="7750"/>
                  </a:cubicBezTo>
                  <a:lnTo>
                    <a:pt x="21600" y="5701"/>
                  </a:lnTo>
                  <a:cubicBezTo>
                    <a:pt x="18998" y="4966"/>
                    <a:pt x="17363" y="7639"/>
                    <a:pt x="15964" y="10403"/>
                  </a:cubicBezTo>
                  <a:cubicBezTo>
                    <a:pt x="15115" y="7072"/>
                    <a:pt x="14006" y="3768"/>
                    <a:pt x="11458" y="3048"/>
                  </a:cubicBezTo>
                  <a:cubicBezTo>
                    <a:pt x="8930" y="2335"/>
                    <a:pt x="7330" y="4841"/>
                    <a:pt x="5956" y="7519"/>
                  </a:cubicBezTo>
                  <a:cubicBezTo>
                    <a:pt x="5103" y="4143"/>
                    <a:pt x="4006" y="730"/>
                    <a:pt x="1424" y="0"/>
                  </a:cubicBezTo>
                  <a:cubicBezTo>
                    <a:pt x="1424" y="0"/>
                    <a:pt x="1247" y="2048"/>
                    <a:pt x="1247" y="2048"/>
                  </a:cubicBezTo>
                  <a:cubicBezTo>
                    <a:pt x="3436" y="2666"/>
                    <a:pt x="4253" y="5647"/>
                    <a:pt x="5111" y="9162"/>
                  </a:cubicBezTo>
                  <a:cubicBezTo>
                    <a:pt x="3678" y="12062"/>
                    <a:pt x="2378" y="14476"/>
                    <a:pt x="172" y="13853"/>
                  </a:cubicBezTo>
                  <a:lnTo>
                    <a:pt x="0" y="15895"/>
                  </a:lnTo>
                  <a:close/>
                  <a:moveTo>
                    <a:pt x="491" y="12600"/>
                  </a:moveTo>
                  <a:cubicBezTo>
                    <a:pt x="875" y="12701"/>
                    <a:pt x="1223" y="12685"/>
                    <a:pt x="1549" y="12580"/>
                  </a:cubicBezTo>
                  <a:cubicBezTo>
                    <a:pt x="1549" y="12580"/>
                    <a:pt x="2321" y="3967"/>
                    <a:pt x="2321" y="3967"/>
                  </a:cubicBezTo>
                  <a:cubicBezTo>
                    <a:pt x="2030" y="3690"/>
                    <a:pt x="1699" y="3489"/>
                    <a:pt x="1315" y="3377"/>
                  </a:cubicBezTo>
                  <a:lnTo>
                    <a:pt x="491" y="12600"/>
                  </a:lnTo>
                  <a:close/>
                  <a:moveTo>
                    <a:pt x="2634" y="11814"/>
                  </a:moveTo>
                  <a:cubicBezTo>
                    <a:pt x="3034" y="11431"/>
                    <a:pt x="3403" y="10892"/>
                    <a:pt x="3769" y="10250"/>
                  </a:cubicBezTo>
                  <a:lnTo>
                    <a:pt x="4033" y="7350"/>
                  </a:lnTo>
                  <a:cubicBezTo>
                    <a:pt x="3797" y="6543"/>
                    <a:pt x="3542" y="5828"/>
                    <a:pt x="3229" y="5249"/>
                  </a:cubicBezTo>
                  <a:lnTo>
                    <a:pt x="2634" y="11814"/>
                  </a:lnTo>
                  <a:close/>
                  <a:moveTo>
                    <a:pt x="6469" y="9554"/>
                  </a:moveTo>
                  <a:cubicBezTo>
                    <a:pt x="7855" y="6764"/>
                    <a:pt x="9142" y="4492"/>
                    <a:pt x="11285" y="5097"/>
                  </a:cubicBezTo>
                  <a:cubicBezTo>
                    <a:pt x="13446" y="5708"/>
                    <a:pt x="14271" y="8612"/>
                    <a:pt x="15117" y="12067"/>
                  </a:cubicBezTo>
                  <a:cubicBezTo>
                    <a:pt x="13735" y="14848"/>
                    <a:pt x="12450" y="17138"/>
                    <a:pt x="10312" y="16534"/>
                  </a:cubicBezTo>
                  <a:cubicBezTo>
                    <a:pt x="8151" y="15924"/>
                    <a:pt x="7315" y="13008"/>
                    <a:pt x="6469" y="9554"/>
                  </a:cubicBezTo>
                  <a:close/>
                  <a:moveTo>
                    <a:pt x="7926" y="11848"/>
                  </a:moveTo>
                  <a:cubicBezTo>
                    <a:pt x="8206" y="12791"/>
                    <a:pt x="8514" y="13618"/>
                    <a:pt x="8887" y="14290"/>
                  </a:cubicBezTo>
                  <a:lnTo>
                    <a:pt x="9579" y="6388"/>
                  </a:lnTo>
                  <a:cubicBezTo>
                    <a:pt x="9109" y="6822"/>
                    <a:pt x="8677" y="7447"/>
                    <a:pt x="8249" y="8189"/>
                  </a:cubicBezTo>
                  <a:lnTo>
                    <a:pt x="7926" y="11848"/>
                  </a:lnTo>
                  <a:close/>
                  <a:moveTo>
                    <a:pt x="9896" y="14953"/>
                  </a:moveTo>
                  <a:cubicBezTo>
                    <a:pt x="10099" y="15084"/>
                    <a:pt x="10315" y="15184"/>
                    <a:pt x="10557" y="15248"/>
                  </a:cubicBezTo>
                  <a:cubicBezTo>
                    <a:pt x="10679" y="15281"/>
                    <a:pt x="10797" y="15298"/>
                    <a:pt x="10912" y="15309"/>
                  </a:cubicBezTo>
                  <a:lnTo>
                    <a:pt x="11755" y="6255"/>
                  </a:lnTo>
                  <a:cubicBezTo>
                    <a:pt x="11643" y="6205"/>
                    <a:pt x="11527" y="6163"/>
                    <a:pt x="11404" y="6131"/>
                  </a:cubicBezTo>
                  <a:cubicBezTo>
                    <a:pt x="11163" y="6066"/>
                    <a:pt x="10938" y="6048"/>
                    <a:pt x="10721" y="6066"/>
                  </a:cubicBezTo>
                  <a:lnTo>
                    <a:pt x="9896" y="14953"/>
                  </a:lnTo>
                  <a:close/>
                  <a:moveTo>
                    <a:pt x="12018" y="15401"/>
                  </a:moveTo>
                  <a:cubicBezTo>
                    <a:pt x="12451" y="15112"/>
                    <a:pt x="12844" y="14657"/>
                    <a:pt x="13226" y="14085"/>
                  </a:cubicBezTo>
                  <a:lnTo>
                    <a:pt x="13671" y="9231"/>
                  </a:lnTo>
                  <a:cubicBezTo>
                    <a:pt x="13409" y="8483"/>
                    <a:pt x="13115" y="7842"/>
                    <a:pt x="12755" y="7338"/>
                  </a:cubicBezTo>
                  <a:lnTo>
                    <a:pt x="12018" y="15401"/>
                  </a:lnTo>
                  <a:close/>
                  <a:moveTo>
                    <a:pt x="17569" y="14225"/>
                  </a:moveTo>
                  <a:cubicBezTo>
                    <a:pt x="17809" y="14981"/>
                    <a:pt x="18068" y="15640"/>
                    <a:pt x="18381" y="16171"/>
                  </a:cubicBezTo>
                  <a:lnTo>
                    <a:pt x="18883" y="9826"/>
                  </a:lnTo>
                  <a:cubicBezTo>
                    <a:pt x="18496" y="10227"/>
                    <a:pt x="18140" y="10774"/>
                    <a:pt x="17789" y="11421"/>
                  </a:cubicBezTo>
                  <a:lnTo>
                    <a:pt x="17569" y="14225"/>
                  </a:lnTo>
                  <a:close/>
                  <a:moveTo>
                    <a:pt x="19556" y="17463"/>
                  </a:moveTo>
                  <a:cubicBezTo>
                    <a:pt x="19840" y="17716"/>
                    <a:pt x="20160" y="17896"/>
                    <a:pt x="20532" y="17987"/>
                  </a:cubicBezTo>
                  <a:lnTo>
                    <a:pt x="21280" y="9117"/>
                  </a:lnTo>
                  <a:cubicBezTo>
                    <a:pt x="20907" y="9037"/>
                    <a:pt x="20569" y="9067"/>
                    <a:pt x="20254" y="9182"/>
                  </a:cubicBezTo>
                  <a:cubicBezTo>
                    <a:pt x="20254" y="9182"/>
                    <a:pt x="19556" y="17463"/>
                    <a:pt x="19556" y="17463"/>
                  </a:cubicBezTo>
                  <a:close/>
                </a:path>
              </a:pathLst>
            </a:custGeom>
            <a:solidFill>
              <a:schemeClr val="bg1">
                <a:lumMod val="85000"/>
              </a:scheme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31" name="Shape 34197">
              <a:extLst>
                <a:ext uri="{FF2B5EF4-FFF2-40B4-BE49-F238E27FC236}">
                  <a16:creationId xmlns:a16="http://schemas.microsoft.com/office/drawing/2014/main" id="{1ABAD993-1B69-BE43-9F7C-3D6B462DA21E}"/>
                </a:ext>
              </a:extLst>
            </p:cNvPr>
            <p:cNvSpPr/>
            <p:nvPr/>
          </p:nvSpPr>
          <p:spPr>
            <a:xfrm>
              <a:off x="13886540" y="2993820"/>
              <a:ext cx="578410" cy="610580"/>
            </a:xfrm>
            <a:custGeom>
              <a:avLst/>
              <a:gdLst/>
              <a:ahLst/>
              <a:cxnLst>
                <a:cxn ang="0">
                  <a:pos x="wd2" y="hd2"/>
                </a:cxn>
                <a:cxn ang="5400000">
                  <a:pos x="wd2" y="hd2"/>
                </a:cxn>
                <a:cxn ang="10800000">
                  <a:pos x="wd2" y="hd2"/>
                </a:cxn>
                <a:cxn ang="16200000">
                  <a:pos x="wd2" y="hd2"/>
                </a:cxn>
              </a:cxnLst>
              <a:rect l="0" t="0" r="r" b="b"/>
              <a:pathLst>
                <a:path w="21272" h="21285" extrusionOk="0">
                  <a:moveTo>
                    <a:pt x="7646" y="529"/>
                  </a:moveTo>
                  <a:cubicBezTo>
                    <a:pt x="7990" y="7"/>
                    <a:pt x="8716" y="-158"/>
                    <a:pt x="9266" y="168"/>
                  </a:cubicBezTo>
                  <a:lnTo>
                    <a:pt x="20724" y="6954"/>
                  </a:lnTo>
                  <a:cubicBezTo>
                    <a:pt x="21274" y="7280"/>
                    <a:pt x="21435" y="7971"/>
                    <a:pt x="21091" y="8493"/>
                  </a:cubicBezTo>
                  <a:lnTo>
                    <a:pt x="13003" y="20763"/>
                  </a:lnTo>
                  <a:cubicBezTo>
                    <a:pt x="12659" y="21284"/>
                    <a:pt x="11938" y="21442"/>
                    <a:pt x="11388" y="21116"/>
                  </a:cubicBezTo>
                  <a:lnTo>
                    <a:pt x="8398" y="19345"/>
                  </a:lnTo>
                  <a:lnTo>
                    <a:pt x="10574" y="16044"/>
                  </a:lnTo>
                  <a:cubicBezTo>
                    <a:pt x="10918" y="15523"/>
                    <a:pt x="10752" y="14839"/>
                    <a:pt x="10202" y="14513"/>
                  </a:cubicBezTo>
                  <a:lnTo>
                    <a:pt x="8206" y="13331"/>
                  </a:lnTo>
                  <a:cubicBezTo>
                    <a:pt x="7656" y="13006"/>
                    <a:pt x="6935" y="13163"/>
                    <a:pt x="6591" y="13685"/>
                  </a:cubicBezTo>
                  <a:lnTo>
                    <a:pt x="4415" y="16986"/>
                  </a:lnTo>
                  <a:lnTo>
                    <a:pt x="1926" y="15512"/>
                  </a:lnTo>
                  <a:cubicBezTo>
                    <a:pt x="1376" y="15186"/>
                    <a:pt x="1202" y="14498"/>
                    <a:pt x="1545" y="13976"/>
                  </a:cubicBezTo>
                  <a:lnTo>
                    <a:pt x="552" y="13387"/>
                  </a:lnTo>
                  <a:cubicBezTo>
                    <a:pt x="2" y="13062"/>
                    <a:pt x="-165" y="12378"/>
                    <a:pt x="179" y="11857"/>
                  </a:cubicBezTo>
                  <a:lnTo>
                    <a:pt x="7646" y="529"/>
                  </a:lnTo>
                  <a:close/>
                  <a:moveTo>
                    <a:pt x="8332" y="1585"/>
                  </a:moveTo>
                  <a:lnTo>
                    <a:pt x="1799" y="11496"/>
                  </a:lnTo>
                  <a:cubicBezTo>
                    <a:pt x="1799" y="11496"/>
                    <a:pt x="1170" y="12444"/>
                    <a:pt x="2166" y="13034"/>
                  </a:cubicBezTo>
                  <a:lnTo>
                    <a:pt x="9326" y="2173"/>
                  </a:lnTo>
                  <a:cubicBezTo>
                    <a:pt x="9498" y="1913"/>
                    <a:pt x="9416" y="1577"/>
                    <a:pt x="9141" y="1414"/>
                  </a:cubicBezTo>
                  <a:cubicBezTo>
                    <a:pt x="8866" y="1251"/>
                    <a:pt x="8504" y="1324"/>
                    <a:pt x="8332" y="1585"/>
                  </a:cubicBezTo>
                  <a:close/>
                  <a:moveTo>
                    <a:pt x="6784" y="14449"/>
                  </a:moveTo>
                  <a:cubicBezTo>
                    <a:pt x="7128" y="13927"/>
                    <a:pt x="7849" y="13769"/>
                    <a:pt x="8399" y="14095"/>
                  </a:cubicBezTo>
                  <a:lnTo>
                    <a:pt x="9393" y="14684"/>
                  </a:lnTo>
                  <a:cubicBezTo>
                    <a:pt x="9943" y="15010"/>
                    <a:pt x="10109" y="15693"/>
                    <a:pt x="9766" y="16215"/>
                  </a:cubicBezTo>
                  <a:lnTo>
                    <a:pt x="7897" y="19049"/>
                  </a:lnTo>
                  <a:cubicBezTo>
                    <a:pt x="7554" y="19570"/>
                    <a:pt x="6827" y="19735"/>
                    <a:pt x="6277" y="19410"/>
                  </a:cubicBezTo>
                  <a:lnTo>
                    <a:pt x="5284" y="18821"/>
                  </a:lnTo>
                  <a:cubicBezTo>
                    <a:pt x="4733" y="18495"/>
                    <a:pt x="4572" y="17804"/>
                    <a:pt x="4916" y="17283"/>
                  </a:cubicBezTo>
                  <a:lnTo>
                    <a:pt x="6784" y="14449"/>
                  </a:lnTo>
                  <a:close/>
                  <a:moveTo>
                    <a:pt x="7465" y="15512"/>
                  </a:moveTo>
                  <a:cubicBezTo>
                    <a:pt x="7293" y="15773"/>
                    <a:pt x="7369" y="16116"/>
                    <a:pt x="7645" y="16279"/>
                  </a:cubicBezTo>
                  <a:cubicBezTo>
                    <a:pt x="7920" y="16442"/>
                    <a:pt x="8287" y="16362"/>
                    <a:pt x="8459" y="16101"/>
                  </a:cubicBezTo>
                  <a:cubicBezTo>
                    <a:pt x="8630" y="15840"/>
                    <a:pt x="8546" y="15492"/>
                    <a:pt x="8271" y="15329"/>
                  </a:cubicBezTo>
                  <a:cubicBezTo>
                    <a:pt x="7995" y="15166"/>
                    <a:pt x="7637" y="15251"/>
                    <a:pt x="7465" y="1551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32" name="Shape 34198">
              <a:extLst>
                <a:ext uri="{FF2B5EF4-FFF2-40B4-BE49-F238E27FC236}">
                  <a16:creationId xmlns:a16="http://schemas.microsoft.com/office/drawing/2014/main" id="{D4260BC1-65B0-0246-B08D-3F1827008025}"/>
                </a:ext>
              </a:extLst>
            </p:cNvPr>
            <p:cNvSpPr/>
            <p:nvPr/>
          </p:nvSpPr>
          <p:spPr>
            <a:xfrm>
              <a:off x="10894630" y="2650276"/>
              <a:ext cx="621486" cy="960340"/>
            </a:xfrm>
            <a:custGeom>
              <a:avLst/>
              <a:gdLst/>
              <a:ahLst/>
              <a:cxnLst>
                <a:cxn ang="0">
                  <a:pos x="wd2" y="hd2"/>
                </a:cxn>
                <a:cxn ang="5400000">
                  <a:pos x="wd2" y="hd2"/>
                </a:cxn>
                <a:cxn ang="10800000">
                  <a:pos x="wd2" y="hd2"/>
                </a:cxn>
                <a:cxn ang="16200000">
                  <a:pos x="wd2" y="hd2"/>
                </a:cxn>
              </a:cxnLst>
              <a:rect l="0" t="0" r="r" b="b"/>
              <a:pathLst>
                <a:path w="21220" h="21353" extrusionOk="0">
                  <a:moveTo>
                    <a:pt x="15021" y="3564"/>
                  </a:moveTo>
                  <a:lnTo>
                    <a:pt x="1858" y="5543"/>
                  </a:lnTo>
                  <a:lnTo>
                    <a:pt x="6199" y="17788"/>
                  </a:lnTo>
                  <a:lnTo>
                    <a:pt x="19362" y="15809"/>
                  </a:lnTo>
                  <a:cubicBezTo>
                    <a:pt x="19362" y="15809"/>
                    <a:pt x="15021" y="3564"/>
                    <a:pt x="15021" y="3564"/>
                  </a:cubicBezTo>
                  <a:close/>
                  <a:moveTo>
                    <a:pt x="10139" y="2364"/>
                  </a:moveTo>
                  <a:lnTo>
                    <a:pt x="5438" y="3070"/>
                  </a:lnTo>
                  <a:cubicBezTo>
                    <a:pt x="5178" y="3109"/>
                    <a:pt x="5016" y="3278"/>
                    <a:pt x="5076" y="3447"/>
                  </a:cubicBezTo>
                  <a:cubicBezTo>
                    <a:pt x="5136" y="3616"/>
                    <a:pt x="5395" y="3722"/>
                    <a:pt x="5655" y="3683"/>
                  </a:cubicBezTo>
                  <a:lnTo>
                    <a:pt x="10356" y="2976"/>
                  </a:lnTo>
                  <a:cubicBezTo>
                    <a:pt x="10615" y="2937"/>
                    <a:pt x="10777" y="2768"/>
                    <a:pt x="10717" y="2599"/>
                  </a:cubicBezTo>
                  <a:cubicBezTo>
                    <a:pt x="10657" y="2430"/>
                    <a:pt x="10398" y="2325"/>
                    <a:pt x="10139" y="2364"/>
                  </a:cubicBezTo>
                  <a:close/>
                  <a:moveTo>
                    <a:pt x="14119" y="19177"/>
                  </a:moveTo>
                  <a:cubicBezTo>
                    <a:pt x="14897" y="19060"/>
                    <a:pt x="15383" y="18554"/>
                    <a:pt x="15204" y="18046"/>
                  </a:cubicBezTo>
                  <a:cubicBezTo>
                    <a:pt x="15024" y="17539"/>
                    <a:pt x="14246" y="17223"/>
                    <a:pt x="13468" y="17340"/>
                  </a:cubicBezTo>
                  <a:cubicBezTo>
                    <a:pt x="12689" y="17457"/>
                    <a:pt x="12203" y="17963"/>
                    <a:pt x="12383" y="18470"/>
                  </a:cubicBezTo>
                  <a:cubicBezTo>
                    <a:pt x="12563" y="18978"/>
                    <a:pt x="13340" y="19294"/>
                    <a:pt x="14119" y="19177"/>
                  </a:cubicBezTo>
                  <a:close/>
                  <a:moveTo>
                    <a:pt x="19724" y="19624"/>
                  </a:moveTo>
                  <a:lnTo>
                    <a:pt x="8442" y="21320"/>
                  </a:lnTo>
                  <a:cubicBezTo>
                    <a:pt x="7403" y="21476"/>
                    <a:pt x="6367" y="21054"/>
                    <a:pt x="6127" y="20378"/>
                  </a:cubicBezTo>
                  <a:lnTo>
                    <a:pt x="50" y="3235"/>
                  </a:lnTo>
                  <a:cubicBezTo>
                    <a:pt x="-190" y="2559"/>
                    <a:pt x="458" y="1884"/>
                    <a:pt x="1496" y="1728"/>
                  </a:cubicBezTo>
                  <a:lnTo>
                    <a:pt x="12778" y="32"/>
                  </a:lnTo>
                  <a:cubicBezTo>
                    <a:pt x="13817" y="-124"/>
                    <a:pt x="14853" y="298"/>
                    <a:pt x="15093" y="974"/>
                  </a:cubicBezTo>
                  <a:lnTo>
                    <a:pt x="21170" y="18117"/>
                  </a:lnTo>
                  <a:cubicBezTo>
                    <a:pt x="21410" y="18793"/>
                    <a:pt x="20762" y="19468"/>
                    <a:pt x="19724" y="1962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33" name="Shape 34199">
              <a:extLst>
                <a:ext uri="{FF2B5EF4-FFF2-40B4-BE49-F238E27FC236}">
                  <a16:creationId xmlns:a16="http://schemas.microsoft.com/office/drawing/2014/main" id="{EF07CAC8-6A35-DB44-BD69-BD5D91A2E37C}"/>
                </a:ext>
              </a:extLst>
            </p:cNvPr>
            <p:cNvSpPr/>
            <p:nvPr/>
          </p:nvSpPr>
          <p:spPr>
            <a:xfrm>
              <a:off x="11662409" y="2578131"/>
              <a:ext cx="539930" cy="685716"/>
            </a:xfrm>
            <a:custGeom>
              <a:avLst/>
              <a:gdLst/>
              <a:ahLst/>
              <a:cxnLst>
                <a:cxn ang="0">
                  <a:pos x="wd2" y="hd2"/>
                </a:cxn>
                <a:cxn ang="5400000">
                  <a:pos x="wd2" y="hd2"/>
                </a:cxn>
                <a:cxn ang="10800000">
                  <a:pos x="wd2" y="hd2"/>
                </a:cxn>
                <a:cxn ang="16200000">
                  <a:pos x="wd2" y="hd2"/>
                </a:cxn>
              </a:cxnLst>
              <a:rect l="0" t="0" r="r" b="b"/>
              <a:pathLst>
                <a:path w="21600" h="21600" extrusionOk="0">
                  <a:moveTo>
                    <a:pt x="0" y="837"/>
                  </a:moveTo>
                  <a:lnTo>
                    <a:pt x="1844" y="21600"/>
                  </a:lnTo>
                  <a:lnTo>
                    <a:pt x="21600" y="20512"/>
                  </a:lnTo>
                  <a:lnTo>
                    <a:pt x="20076" y="3352"/>
                  </a:lnTo>
                  <a:lnTo>
                    <a:pt x="15202" y="0"/>
                  </a:lnTo>
                  <a:lnTo>
                    <a:pt x="0" y="837"/>
                  </a:lnTo>
                  <a:close/>
                  <a:moveTo>
                    <a:pt x="6705" y="5273"/>
                  </a:moveTo>
                  <a:lnTo>
                    <a:pt x="13900" y="4876"/>
                  </a:lnTo>
                  <a:lnTo>
                    <a:pt x="13951" y="5450"/>
                  </a:lnTo>
                  <a:lnTo>
                    <a:pt x="6756" y="5846"/>
                  </a:lnTo>
                  <a:lnTo>
                    <a:pt x="6705" y="5273"/>
                  </a:lnTo>
                  <a:close/>
                  <a:moveTo>
                    <a:pt x="3609" y="11120"/>
                  </a:moveTo>
                  <a:lnTo>
                    <a:pt x="18000" y="10328"/>
                  </a:lnTo>
                  <a:lnTo>
                    <a:pt x="18049" y="10884"/>
                  </a:lnTo>
                  <a:lnTo>
                    <a:pt x="3658" y="11677"/>
                  </a:lnTo>
                  <a:lnTo>
                    <a:pt x="3609" y="11120"/>
                  </a:lnTo>
                  <a:close/>
                  <a:moveTo>
                    <a:pt x="3859" y="13936"/>
                  </a:moveTo>
                  <a:lnTo>
                    <a:pt x="18250" y="13144"/>
                  </a:lnTo>
                  <a:lnTo>
                    <a:pt x="18301" y="13717"/>
                  </a:lnTo>
                  <a:lnTo>
                    <a:pt x="3910" y="14509"/>
                  </a:lnTo>
                  <a:lnTo>
                    <a:pt x="3859" y="13936"/>
                  </a:lnTo>
                  <a:close/>
                  <a:moveTo>
                    <a:pt x="4109" y="16753"/>
                  </a:moveTo>
                  <a:lnTo>
                    <a:pt x="11305" y="16357"/>
                  </a:lnTo>
                  <a:lnTo>
                    <a:pt x="11356" y="16930"/>
                  </a:lnTo>
                  <a:lnTo>
                    <a:pt x="4160" y="17326"/>
                  </a:lnTo>
                  <a:lnTo>
                    <a:pt x="4109" y="16753"/>
                  </a:ln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34" name="Shape 34200">
              <a:extLst>
                <a:ext uri="{FF2B5EF4-FFF2-40B4-BE49-F238E27FC236}">
                  <a16:creationId xmlns:a16="http://schemas.microsoft.com/office/drawing/2014/main" id="{0EF52984-C20C-9447-8DD3-28FAB8F93312}"/>
                </a:ext>
              </a:extLst>
            </p:cNvPr>
            <p:cNvSpPr/>
            <p:nvPr/>
          </p:nvSpPr>
          <p:spPr>
            <a:xfrm>
              <a:off x="12531620" y="6289836"/>
              <a:ext cx="641868" cy="650244"/>
            </a:xfrm>
            <a:custGeom>
              <a:avLst/>
              <a:gdLst/>
              <a:ahLst/>
              <a:cxnLst>
                <a:cxn ang="0">
                  <a:pos x="wd2" y="hd2"/>
                </a:cxn>
                <a:cxn ang="5400000">
                  <a:pos x="wd2" y="hd2"/>
                </a:cxn>
                <a:cxn ang="10800000">
                  <a:pos x="wd2" y="hd2"/>
                </a:cxn>
                <a:cxn ang="16200000">
                  <a:pos x="wd2" y="hd2"/>
                </a:cxn>
              </a:cxnLst>
              <a:rect l="0" t="0" r="r" b="b"/>
              <a:pathLst>
                <a:path w="21273" h="21600" extrusionOk="0">
                  <a:moveTo>
                    <a:pt x="0" y="8656"/>
                  </a:moveTo>
                  <a:lnTo>
                    <a:pt x="3891" y="13472"/>
                  </a:lnTo>
                  <a:cubicBezTo>
                    <a:pt x="3891" y="13472"/>
                    <a:pt x="5113" y="13644"/>
                    <a:pt x="5432" y="12623"/>
                  </a:cubicBezTo>
                  <a:cubicBezTo>
                    <a:pt x="5784" y="11492"/>
                    <a:pt x="7687" y="9934"/>
                    <a:pt x="9148" y="11824"/>
                  </a:cubicBezTo>
                  <a:cubicBezTo>
                    <a:pt x="10609" y="13713"/>
                    <a:pt x="9118" y="15051"/>
                    <a:pt x="7911" y="15308"/>
                  </a:cubicBezTo>
                  <a:cubicBezTo>
                    <a:pt x="6818" y="15541"/>
                    <a:pt x="6446" y="16635"/>
                    <a:pt x="6446" y="16635"/>
                  </a:cubicBezTo>
                  <a:lnTo>
                    <a:pt x="10458" y="21600"/>
                  </a:lnTo>
                  <a:lnTo>
                    <a:pt x="14739" y="18125"/>
                  </a:lnTo>
                  <a:cubicBezTo>
                    <a:pt x="14739" y="18125"/>
                    <a:pt x="14656" y="17235"/>
                    <a:pt x="13766" y="16921"/>
                  </a:cubicBezTo>
                  <a:cubicBezTo>
                    <a:pt x="12685" y="16541"/>
                    <a:pt x="11239" y="14858"/>
                    <a:pt x="13261" y="13217"/>
                  </a:cubicBezTo>
                  <a:cubicBezTo>
                    <a:pt x="15282" y="11577"/>
                    <a:pt x="16620" y="13268"/>
                    <a:pt x="16756" y="14619"/>
                  </a:cubicBezTo>
                  <a:cubicBezTo>
                    <a:pt x="16858" y="15631"/>
                    <a:pt x="17668" y="15748"/>
                    <a:pt x="17668" y="15748"/>
                  </a:cubicBezTo>
                  <a:lnTo>
                    <a:pt x="21273" y="12822"/>
                  </a:lnTo>
                  <a:cubicBezTo>
                    <a:pt x="21273" y="12822"/>
                    <a:pt x="18291" y="9357"/>
                    <a:pt x="17693" y="8295"/>
                  </a:cubicBezTo>
                  <a:cubicBezTo>
                    <a:pt x="17052" y="7158"/>
                    <a:pt x="18759" y="6911"/>
                    <a:pt x="19060" y="6845"/>
                  </a:cubicBezTo>
                  <a:cubicBezTo>
                    <a:pt x="20796" y="6467"/>
                    <a:pt x="21600" y="4760"/>
                    <a:pt x="20175" y="2996"/>
                  </a:cubicBezTo>
                  <a:cubicBezTo>
                    <a:pt x="18749" y="1232"/>
                    <a:pt x="16519" y="2306"/>
                    <a:pt x="16165" y="3733"/>
                  </a:cubicBezTo>
                  <a:cubicBezTo>
                    <a:pt x="15902" y="4793"/>
                    <a:pt x="15415" y="5326"/>
                    <a:pt x="14915" y="4919"/>
                  </a:cubicBezTo>
                  <a:cubicBezTo>
                    <a:pt x="13746" y="3966"/>
                    <a:pt x="10665" y="0"/>
                    <a:pt x="10665" y="0"/>
                  </a:cubicBezTo>
                  <a:lnTo>
                    <a:pt x="7285" y="2743"/>
                  </a:lnTo>
                  <a:cubicBezTo>
                    <a:pt x="7285" y="2743"/>
                    <a:pt x="7256" y="4048"/>
                    <a:pt x="8291" y="4295"/>
                  </a:cubicBezTo>
                  <a:cubicBezTo>
                    <a:pt x="9849" y="4668"/>
                    <a:pt x="10626" y="6514"/>
                    <a:pt x="9021" y="7816"/>
                  </a:cubicBezTo>
                  <a:cubicBezTo>
                    <a:pt x="7417" y="9118"/>
                    <a:pt x="5847" y="8156"/>
                    <a:pt x="5733" y="6515"/>
                  </a:cubicBezTo>
                  <a:cubicBezTo>
                    <a:pt x="5669" y="5595"/>
                    <a:pt x="4421" y="5079"/>
                    <a:pt x="4421" y="5079"/>
                  </a:cubicBezTo>
                  <a:cubicBezTo>
                    <a:pt x="4421" y="5079"/>
                    <a:pt x="0" y="8656"/>
                    <a:pt x="0" y="865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35" name="Shape 34201">
              <a:extLst>
                <a:ext uri="{FF2B5EF4-FFF2-40B4-BE49-F238E27FC236}">
                  <a16:creationId xmlns:a16="http://schemas.microsoft.com/office/drawing/2014/main" id="{D66540D1-4BAC-5142-9894-F08B20D57EF1}"/>
                </a:ext>
              </a:extLst>
            </p:cNvPr>
            <p:cNvSpPr/>
            <p:nvPr/>
          </p:nvSpPr>
          <p:spPr>
            <a:xfrm>
              <a:off x="11981887" y="4201963"/>
              <a:ext cx="441404" cy="383974"/>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36" name="Shape 34202">
              <a:extLst>
                <a:ext uri="{FF2B5EF4-FFF2-40B4-BE49-F238E27FC236}">
                  <a16:creationId xmlns:a16="http://schemas.microsoft.com/office/drawing/2014/main" id="{5737805B-54E0-4A47-AC01-0D1BDA267497}"/>
                </a:ext>
              </a:extLst>
            </p:cNvPr>
            <p:cNvSpPr/>
            <p:nvPr/>
          </p:nvSpPr>
          <p:spPr>
            <a:xfrm>
              <a:off x="11678186" y="10413681"/>
              <a:ext cx="681752" cy="446008"/>
            </a:xfrm>
            <a:custGeom>
              <a:avLst/>
              <a:gdLst/>
              <a:ahLst/>
              <a:cxnLst>
                <a:cxn ang="0">
                  <a:pos x="wd2" y="hd2"/>
                </a:cxn>
                <a:cxn ang="5400000">
                  <a:pos x="wd2" y="hd2"/>
                </a:cxn>
                <a:cxn ang="10800000">
                  <a:pos x="wd2" y="hd2"/>
                </a:cxn>
                <a:cxn ang="16200000">
                  <a:pos x="wd2" y="hd2"/>
                </a:cxn>
              </a:cxnLst>
              <a:rect l="0" t="0" r="r" b="b"/>
              <a:pathLst>
                <a:path w="21600" h="21600" extrusionOk="0">
                  <a:moveTo>
                    <a:pt x="18900" y="15429"/>
                  </a:moveTo>
                  <a:lnTo>
                    <a:pt x="2700" y="15429"/>
                  </a:lnTo>
                  <a:lnTo>
                    <a:pt x="2700" y="2057"/>
                  </a:lnTo>
                  <a:lnTo>
                    <a:pt x="18900" y="2057"/>
                  </a:lnTo>
                  <a:cubicBezTo>
                    <a:pt x="18900" y="2057"/>
                    <a:pt x="18900" y="15429"/>
                    <a:pt x="18900" y="15429"/>
                  </a:cubicBezTo>
                  <a:close/>
                  <a:moveTo>
                    <a:pt x="18900" y="0"/>
                  </a:moveTo>
                  <a:lnTo>
                    <a:pt x="2700" y="0"/>
                  </a:lnTo>
                  <a:cubicBezTo>
                    <a:pt x="1954" y="0"/>
                    <a:pt x="1350" y="922"/>
                    <a:pt x="1350" y="2057"/>
                  </a:cubicBezTo>
                  <a:cubicBezTo>
                    <a:pt x="1350" y="2057"/>
                    <a:pt x="1350" y="17486"/>
                    <a:pt x="1364" y="17486"/>
                  </a:cubicBezTo>
                  <a:lnTo>
                    <a:pt x="20235" y="17486"/>
                  </a:lnTo>
                  <a:cubicBezTo>
                    <a:pt x="20250" y="17486"/>
                    <a:pt x="20250" y="2057"/>
                    <a:pt x="20250" y="2057"/>
                  </a:cubicBezTo>
                  <a:cubicBezTo>
                    <a:pt x="20250" y="922"/>
                    <a:pt x="19646" y="0"/>
                    <a:pt x="18900" y="0"/>
                  </a:cubicBezTo>
                  <a:close/>
                  <a:moveTo>
                    <a:pt x="20250" y="21600"/>
                  </a:moveTo>
                  <a:lnTo>
                    <a:pt x="1350" y="21600"/>
                  </a:lnTo>
                  <a:cubicBezTo>
                    <a:pt x="604" y="21600"/>
                    <a:pt x="0" y="20679"/>
                    <a:pt x="0" y="19543"/>
                  </a:cubicBezTo>
                  <a:lnTo>
                    <a:pt x="0" y="18514"/>
                  </a:lnTo>
                  <a:lnTo>
                    <a:pt x="8775" y="18514"/>
                  </a:lnTo>
                  <a:lnTo>
                    <a:pt x="8775" y="19543"/>
                  </a:lnTo>
                  <a:lnTo>
                    <a:pt x="12825" y="19543"/>
                  </a:lnTo>
                  <a:lnTo>
                    <a:pt x="12825" y="18514"/>
                  </a:lnTo>
                  <a:lnTo>
                    <a:pt x="21600" y="18514"/>
                  </a:lnTo>
                  <a:lnTo>
                    <a:pt x="21600" y="19543"/>
                  </a:lnTo>
                  <a:cubicBezTo>
                    <a:pt x="21600" y="20679"/>
                    <a:pt x="20995" y="21600"/>
                    <a:pt x="20250" y="21600"/>
                  </a:cubicBezTo>
                  <a:cubicBezTo>
                    <a:pt x="20250" y="21600"/>
                    <a:pt x="20250" y="21600"/>
                    <a:pt x="2025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37" name="Shape 34203">
              <a:extLst>
                <a:ext uri="{FF2B5EF4-FFF2-40B4-BE49-F238E27FC236}">
                  <a16:creationId xmlns:a16="http://schemas.microsoft.com/office/drawing/2014/main" id="{91DC43D2-97F8-1C4D-B8DA-A62FF50701D4}"/>
                </a:ext>
              </a:extLst>
            </p:cNvPr>
            <p:cNvSpPr/>
            <p:nvPr/>
          </p:nvSpPr>
          <p:spPr>
            <a:xfrm>
              <a:off x="13517964" y="3878275"/>
              <a:ext cx="745620" cy="528512"/>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38" name="Shape 34204">
              <a:extLst>
                <a:ext uri="{FF2B5EF4-FFF2-40B4-BE49-F238E27FC236}">
                  <a16:creationId xmlns:a16="http://schemas.microsoft.com/office/drawing/2014/main" id="{ECFCF262-74DE-F84F-887D-99629AD08806}"/>
                </a:ext>
              </a:extLst>
            </p:cNvPr>
            <p:cNvSpPr/>
            <p:nvPr/>
          </p:nvSpPr>
          <p:spPr>
            <a:xfrm>
              <a:off x="10622816" y="11265327"/>
              <a:ext cx="446006" cy="446008"/>
            </a:xfrm>
            <a:custGeom>
              <a:avLst/>
              <a:gdLst/>
              <a:ahLst/>
              <a:cxnLst>
                <a:cxn ang="0">
                  <a:pos x="wd2" y="hd2"/>
                </a:cxn>
                <a:cxn ang="5400000">
                  <a:pos x="wd2" y="hd2"/>
                </a:cxn>
                <a:cxn ang="10800000">
                  <a:pos x="wd2" y="hd2"/>
                </a:cxn>
                <a:cxn ang="16200000">
                  <a:pos x="wd2" y="hd2"/>
                </a:cxn>
              </a:cxnLst>
              <a:rect l="0" t="0" r="r" b="b"/>
              <a:pathLst>
                <a:path w="18957" h="18957" extrusionOk="0">
                  <a:moveTo>
                    <a:pt x="5474" y="890"/>
                  </a:moveTo>
                  <a:cubicBezTo>
                    <a:pt x="729" y="3103"/>
                    <a:pt x="-1322" y="8738"/>
                    <a:pt x="890" y="13482"/>
                  </a:cubicBezTo>
                  <a:cubicBezTo>
                    <a:pt x="3103" y="18227"/>
                    <a:pt x="8738" y="20278"/>
                    <a:pt x="13482" y="18066"/>
                  </a:cubicBezTo>
                  <a:cubicBezTo>
                    <a:pt x="18227" y="15853"/>
                    <a:pt x="20278" y="10218"/>
                    <a:pt x="18066" y="5474"/>
                  </a:cubicBezTo>
                  <a:cubicBezTo>
                    <a:pt x="15853" y="729"/>
                    <a:pt x="10218" y="-1322"/>
                    <a:pt x="5474" y="890"/>
                  </a:cubicBezTo>
                  <a:close/>
                  <a:moveTo>
                    <a:pt x="6178" y="2402"/>
                  </a:moveTo>
                  <a:cubicBezTo>
                    <a:pt x="6348" y="2323"/>
                    <a:pt x="6545" y="2302"/>
                    <a:pt x="6734" y="2371"/>
                  </a:cubicBezTo>
                  <a:cubicBezTo>
                    <a:pt x="7112" y="2509"/>
                    <a:pt x="7308" y="2929"/>
                    <a:pt x="7170" y="3307"/>
                  </a:cubicBezTo>
                  <a:cubicBezTo>
                    <a:pt x="7033" y="3685"/>
                    <a:pt x="6612" y="3882"/>
                    <a:pt x="6234" y="3744"/>
                  </a:cubicBezTo>
                  <a:cubicBezTo>
                    <a:pt x="5856" y="3606"/>
                    <a:pt x="5660" y="3186"/>
                    <a:pt x="5798" y="2808"/>
                  </a:cubicBezTo>
                  <a:cubicBezTo>
                    <a:pt x="5866" y="2618"/>
                    <a:pt x="6009" y="2481"/>
                    <a:pt x="6178" y="2402"/>
                  </a:cubicBezTo>
                  <a:close/>
                  <a:moveTo>
                    <a:pt x="7039" y="4248"/>
                  </a:moveTo>
                  <a:cubicBezTo>
                    <a:pt x="7237" y="4156"/>
                    <a:pt x="7476" y="4242"/>
                    <a:pt x="7569" y="4441"/>
                  </a:cubicBezTo>
                  <a:lnTo>
                    <a:pt x="9434" y="8440"/>
                  </a:lnTo>
                  <a:cubicBezTo>
                    <a:pt x="9580" y="8433"/>
                    <a:pt x="9718" y="8366"/>
                    <a:pt x="9863" y="8419"/>
                  </a:cubicBezTo>
                  <a:cubicBezTo>
                    <a:pt x="10010" y="8472"/>
                    <a:pt x="10085" y="8605"/>
                    <a:pt x="10192" y="8705"/>
                  </a:cubicBezTo>
                  <a:lnTo>
                    <a:pt x="13175" y="7314"/>
                  </a:lnTo>
                  <a:cubicBezTo>
                    <a:pt x="13373" y="7222"/>
                    <a:pt x="13612" y="7309"/>
                    <a:pt x="13705" y="7507"/>
                  </a:cubicBezTo>
                  <a:cubicBezTo>
                    <a:pt x="13797" y="7705"/>
                    <a:pt x="13710" y="7944"/>
                    <a:pt x="13512" y="8037"/>
                  </a:cubicBezTo>
                  <a:lnTo>
                    <a:pt x="10529" y="9427"/>
                  </a:lnTo>
                  <a:cubicBezTo>
                    <a:pt x="10537" y="9574"/>
                    <a:pt x="10591" y="9717"/>
                    <a:pt x="10537" y="9863"/>
                  </a:cubicBezTo>
                  <a:cubicBezTo>
                    <a:pt x="10325" y="10447"/>
                    <a:pt x="9676" y="10750"/>
                    <a:pt x="9092" y="10537"/>
                  </a:cubicBezTo>
                  <a:cubicBezTo>
                    <a:pt x="8509" y="10325"/>
                    <a:pt x="8206" y="9676"/>
                    <a:pt x="8419" y="9092"/>
                  </a:cubicBezTo>
                  <a:cubicBezTo>
                    <a:pt x="8474" y="8942"/>
                    <a:pt x="8621" y="8880"/>
                    <a:pt x="8725" y="8771"/>
                  </a:cubicBezTo>
                  <a:lnTo>
                    <a:pt x="6860" y="4771"/>
                  </a:lnTo>
                  <a:cubicBezTo>
                    <a:pt x="6767" y="4573"/>
                    <a:pt x="6841" y="4340"/>
                    <a:pt x="7039" y="4248"/>
                  </a:cubicBezTo>
                  <a:close/>
                  <a:moveTo>
                    <a:pt x="2738" y="11823"/>
                  </a:moveTo>
                  <a:cubicBezTo>
                    <a:pt x="2908" y="11744"/>
                    <a:pt x="3105" y="11723"/>
                    <a:pt x="3294" y="11792"/>
                  </a:cubicBezTo>
                  <a:cubicBezTo>
                    <a:pt x="3672" y="11930"/>
                    <a:pt x="3868" y="12350"/>
                    <a:pt x="3730" y="12728"/>
                  </a:cubicBezTo>
                  <a:cubicBezTo>
                    <a:pt x="3593" y="13106"/>
                    <a:pt x="3172" y="13302"/>
                    <a:pt x="2794" y="13165"/>
                  </a:cubicBezTo>
                  <a:cubicBezTo>
                    <a:pt x="2416" y="13027"/>
                    <a:pt x="2220" y="12607"/>
                    <a:pt x="2358" y="12228"/>
                  </a:cubicBezTo>
                  <a:cubicBezTo>
                    <a:pt x="2426" y="12039"/>
                    <a:pt x="2569" y="11902"/>
                    <a:pt x="2738" y="11823"/>
                  </a:cubicBezTo>
                  <a:close/>
                  <a:moveTo>
                    <a:pt x="15620" y="5816"/>
                  </a:moveTo>
                  <a:cubicBezTo>
                    <a:pt x="15789" y="5737"/>
                    <a:pt x="15973" y="5722"/>
                    <a:pt x="16162" y="5791"/>
                  </a:cubicBezTo>
                  <a:cubicBezTo>
                    <a:pt x="16540" y="5929"/>
                    <a:pt x="16736" y="6349"/>
                    <a:pt x="16598" y="6728"/>
                  </a:cubicBezTo>
                  <a:cubicBezTo>
                    <a:pt x="16461" y="7106"/>
                    <a:pt x="16054" y="7296"/>
                    <a:pt x="15675" y="7158"/>
                  </a:cubicBezTo>
                  <a:cubicBezTo>
                    <a:pt x="15297" y="7020"/>
                    <a:pt x="15101" y="6600"/>
                    <a:pt x="15239" y="6222"/>
                  </a:cubicBezTo>
                  <a:cubicBezTo>
                    <a:pt x="15308" y="6033"/>
                    <a:pt x="15451" y="5895"/>
                    <a:pt x="15620" y="5816"/>
                  </a:cubicBezTo>
                  <a:close/>
                  <a:moveTo>
                    <a:pt x="12166" y="15243"/>
                  </a:moveTo>
                  <a:cubicBezTo>
                    <a:pt x="12335" y="15164"/>
                    <a:pt x="12533" y="15143"/>
                    <a:pt x="12722" y="15212"/>
                  </a:cubicBezTo>
                  <a:cubicBezTo>
                    <a:pt x="13100" y="15350"/>
                    <a:pt x="13296" y="15770"/>
                    <a:pt x="13158" y="16148"/>
                  </a:cubicBezTo>
                  <a:cubicBezTo>
                    <a:pt x="13021" y="16526"/>
                    <a:pt x="12600" y="16723"/>
                    <a:pt x="12222" y="16585"/>
                  </a:cubicBezTo>
                  <a:cubicBezTo>
                    <a:pt x="11844" y="16447"/>
                    <a:pt x="11648" y="16027"/>
                    <a:pt x="11785" y="15649"/>
                  </a:cubicBezTo>
                  <a:cubicBezTo>
                    <a:pt x="11854" y="15460"/>
                    <a:pt x="11997" y="15322"/>
                    <a:pt x="12166" y="1524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39" name="Shape 34205">
              <a:extLst>
                <a:ext uri="{FF2B5EF4-FFF2-40B4-BE49-F238E27FC236}">
                  <a16:creationId xmlns:a16="http://schemas.microsoft.com/office/drawing/2014/main" id="{C467DFE2-0020-9048-A6E0-E7CC380CDE65}"/>
                </a:ext>
              </a:extLst>
            </p:cNvPr>
            <p:cNvSpPr/>
            <p:nvPr/>
          </p:nvSpPr>
          <p:spPr>
            <a:xfrm>
              <a:off x="11074336" y="12293991"/>
              <a:ext cx="529370" cy="550146"/>
            </a:xfrm>
            <a:custGeom>
              <a:avLst/>
              <a:gdLst/>
              <a:ahLst/>
              <a:cxnLst>
                <a:cxn ang="0">
                  <a:pos x="wd2" y="hd2"/>
                </a:cxn>
                <a:cxn ang="5400000">
                  <a:pos x="wd2" y="hd2"/>
                </a:cxn>
                <a:cxn ang="10800000">
                  <a:pos x="wd2" y="hd2"/>
                </a:cxn>
                <a:cxn ang="16200000">
                  <a:pos x="wd2" y="hd2"/>
                </a:cxn>
              </a:cxnLst>
              <a:rect l="0" t="0" r="r" b="b"/>
              <a:pathLst>
                <a:path w="21367" h="21369" extrusionOk="0">
                  <a:moveTo>
                    <a:pt x="9892" y="341"/>
                  </a:moveTo>
                  <a:cubicBezTo>
                    <a:pt x="10333" y="-98"/>
                    <a:pt x="11063" y="-117"/>
                    <a:pt x="11519" y="307"/>
                  </a:cubicBezTo>
                  <a:lnTo>
                    <a:pt x="21020" y="9136"/>
                  </a:lnTo>
                  <a:cubicBezTo>
                    <a:pt x="21476" y="9561"/>
                    <a:pt x="21482" y="10263"/>
                    <a:pt x="21042" y="10702"/>
                  </a:cubicBezTo>
                  <a:lnTo>
                    <a:pt x="10676" y="21032"/>
                  </a:lnTo>
                  <a:cubicBezTo>
                    <a:pt x="10236" y="21471"/>
                    <a:pt x="9512" y="21483"/>
                    <a:pt x="9056" y="21059"/>
                  </a:cubicBezTo>
                  <a:lnTo>
                    <a:pt x="6577" y="18755"/>
                  </a:lnTo>
                  <a:lnTo>
                    <a:pt x="9366" y="15976"/>
                  </a:lnTo>
                  <a:cubicBezTo>
                    <a:pt x="9806" y="15537"/>
                    <a:pt x="9793" y="14841"/>
                    <a:pt x="9337" y="14417"/>
                  </a:cubicBezTo>
                  <a:lnTo>
                    <a:pt x="7682" y="12879"/>
                  </a:lnTo>
                  <a:cubicBezTo>
                    <a:pt x="7226" y="12455"/>
                    <a:pt x="6503" y="12467"/>
                    <a:pt x="6062" y="12906"/>
                  </a:cubicBezTo>
                  <a:lnTo>
                    <a:pt x="3274" y="15685"/>
                  </a:lnTo>
                  <a:lnTo>
                    <a:pt x="1210" y="13767"/>
                  </a:lnTo>
                  <a:cubicBezTo>
                    <a:pt x="754" y="13343"/>
                    <a:pt x="734" y="12641"/>
                    <a:pt x="1175" y="12202"/>
                  </a:cubicBezTo>
                  <a:lnTo>
                    <a:pt x="351" y="11436"/>
                  </a:lnTo>
                  <a:cubicBezTo>
                    <a:pt x="-105" y="11012"/>
                    <a:pt x="-118" y="10316"/>
                    <a:pt x="322" y="9877"/>
                  </a:cubicBezTo>
                  <a:lnTo>
                    <a:pt x="9892" y="341"/>
                  </a:lnTo>
                  <a:close/>
                  <a:moveTo>
                    <a:pt x="10322" y="1500"/>
                  </a:moveTo>
                  <a:lnTo>
                    <a:pt x="1949" y="9844"/>
                  </a:lnTo>
                  <a:cubicBezTo>
                    <a:pt x="1949" y="9844"/>
                    <a:pt x="1145" y="10641"/>
                    <a:pt x="1971" y="11409"/>
                  </a:cubicBezTo>
                  <a:lnTo>
                    <a:pt x="11146" y="2266"/>
                  </a:lnTo>
                  <a:cubicBezTo>
                    <a:pt x="11366" y="2046"/>
                    <a:pt x="11360" y="1705"/>
                    <a:pt x="11132" y="1492"/>
                  </a:cubicBezTo>
                  <a:cubicBezTo>
                    <a:pt x="10904" y="1281"/>
                    <a:pt x="10542" y="1280"/>
                    <a:pt x="10322" y="1500"/>
                  </a:cubicBezTo>
                  <a:close/>
                  <a:moveTo>
                    <a:pt x="6083" y="13685"/>
                  </a:moveTo>
                  <a:cubicBezTo>
                    <a:pt x="6523" y="13247"/>
                    <a:pt x="7247" y="13234"/>
                    <a:pt x="7703" y="13658"/>
                  </a:cubicBezTo>
                  <a:lnTo>
                    <a:pt x="8527" y="14424"/>
                  </a:lnTo>
                  <a:cubicBezTo>
                    <a:pt x="8983" y="14848"/>
                    <a:pt x="8996" y="15544"/>
                    <a:pt x="8555" y="15983"/>
                  </a:cubicBezTo>
                  <a:lnTo>
                    <a:pt x="6161" y="18369"/>
                  </a:lnTo>
                  <a:cubicBezTo>
                    <a:pt x="5721" y="18808"/>
                    <a:pt x="4991" y="18826"/>
                    <a:pt x="4535" y="18403"/>
                  </a:cubicBezTo>
                  <a:lnTo>
                    <a:pt x="3711" y="17637"/>
                  </a:lnTo>
                  <a:cubicBezTo>
                    <a:pt x="3254" y="17213"/>
                    <a:pt x="3249" y="16510"/>
                    <a:pt x="3689" y="16071"/>
                  </a:cubicBezTo>
                  <a:lnTo>
                    <a:pt x="6083" y="13685"/>
                  </a:lnTo>
                  <a:close/>
                  <a:moveTo>
                    <a:pt x="6506" y="14851"/>
                  </a:moveTo>
                  <a:cubicBezTo>
                    <a:pt x="6286" y="15071"/>
                    <a:pt x="6285" y="15419"/>
                    <a:pt x="6514" y="15631"/>
                  </a:cubicBezTo>
                  <a:cubicBezTo>
                    <a:pt x="6742" y="15843"/>
                    <a:pt x="7110" y="15837"/>
                    <a:pt x="7330" y="15617"/>
                  </a:cubicBezTo>
                  <a:cubicBezTo>
                    <a:pt x="7550" y="15398"/>
                    <a:pt x="7544" y="15043"/>
                    <a:pt x="7316" y="14831"/>
                  </a:cubicBezTo>
                  <a:cubicBezTo>
                    <a:pt x="7088" y="14619"/>
                    <a:pt x="6726" y="14632"/>
                    <a:pt x="6506" y="148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40" name="Shape 34206">
              <a:extLst>
                <a:ext uri="{FF2B5EF4-FFF2-40B4-BE49-F238E27FC236}">
                  <a16:creationId xmlns:a16="http://schemas.microsoft.com/office/drawing/2014/main" id="{85432AD6-14B3-124D-9ABB-1521DEBE7E52}"/>
                </a:ext>
              </a:extLst>
            </p:cNvPr>
            <p:cNvSpPr/>
            <p:nvPr/>
          </p:nvSpPr>
          <p:spPr>
            <a:xfrm>
              <a:off x="10836598" y="8678073"/>
              <a:ext cx="776072" cy="459642"/>
            </a:xfrm>
            <a:custGeom>
              <a:avLst/>
              <a:gdLst/>
              <a:ahLst/>
              <a:cxnLst>
                <a:cxn ang="0">
                  <a:pos x="wd2" y="hd2"/>
                </a:cxn>
                <a:cxn ang="5400000">
                  <a:pos x="wd2" y="hd2"/>
                </a:cxn>
                <a:cxn ang="10800000">
                  <a:pos x="wd2" y="hd2"/>
                </a:cxn>
                <a:cxn ang="16200000">
                  <a:pos x="wd2" y="hd2"/>
                </a:cxn>
              </a:cxnLst>
              <a:rect l="0" t="0" r="r" b="b"/>
              <a:pathLst>
                <a:path w="21428" h="21311" extrusionOk="0">
                  <a:moveTo>
                    <a:pt x="3736" y="4687"/>
                  </a:moveTo>
                  <a:lnTo>
                    <a:pt x="4986" y="19624"/>
                  </a:lnTo>
                  <a:lnTo>
                    <a:pt x="17693" y="16625"/>
                  </a:lnTo>
                  <a:lnTo>
                    <a:pt x="16443" y="1688"/>
                  </a:lnTo>
                  <a:cubicBezTo>
                    <a:pt x="16443" y="1688"/>
                    <a:pt x="3736" y="4687"/>
                    <a:pt x="3736" y="4687"/>
                  </a:cubicBezTo>
                  <a:close/>
                  <a:moveTo>
                    <a:pt x="2231" y="9938"/>
                  </a:moveTo>
                  <a:lnTo>
                    <a:pt x="2678" y="15273"/>
                  </a:lnTo>
                  <a:cubicBezTo>
                    <a:pt x="2702" y="15567"/>
                    <a:pt x="2864" y="15772"/>
                    <a:pt x="3040" y="15731"/>
                  </a:cubicBezTo>
                  <a:cubicBezTo>
                    <a:pt x="3215" y="15690"/>
                    <a:pt x="3338" y="15417"/>
                    <a:pt x="3313" y="15123"/>
                  </a:cubicBezTo>
                  <a:lnTo>
                    <a:pt x="2867" y="9788"/>
                  </a:lnTo>
                  <a:cubicBezTo>
                    <a:pt x="2842" y="9494"/>
                    <a:pt x="2680" y="9288"/>
                    <a:pt x="2504" y="9330"/>
                  </a:cubicBezTo>
                  <a:cubicBezTo>
                    <a:pt x="2329" y="9371"/>
                    <a:pt x="2207" y="9644"/>
                    <a:pt x="2231" y="9938"/>
                  </a:cubicBezTo>
                  <a:close/>
                  <a:moveTo>
                    <a:pt x="19564" y="8023"/>
                  </a:moveTo>
                  <a:cubicBezTo>
                    <a:pt x="19490" y="7140"/>
                    <a:pt x="19004" y="6524"/>
                    <a:pt x="18477" y="6648"/>
                  </a:cubicBezTo>
                  <a:cubicBezTo>
                    <a:pt x="17951" y="6772"/>
                    <a:pt x="17584" y="7590"/>
                    <a:pt x="17658" y="8473"/>
                  </a:cubicBezTo>
                  <a:cubicBezTo>
                    <a:pt x="17732" y="9357"/>
                    <a:pt x="18219" y="9973"/>
                    <a:pt x="18745" y="9849"/>
                  </a:cubicBezTo>
                  <a:cubicBezTo>
                    <a:pt x="19272" y="9724"/>
                    <a:pt x="19638" y="8907"/>
                    <a:pt x="19564" y="8023"/>
                  </a:cubicBezTo>
                  <a:close/>
                  <a:moveTo>
                    <a:pt x="20344" y="1856"/>
                  </a:moveTo>
                  <a:lnTo>
                    <a:pt x="21415" y="14658"/>
                  </a:lnTo>
                  <a:cubicBezTo>
                    <a:pt x="21514" y="15837"/>
                    <a:pt x="21025" y="16926"/>
                    <a:pt x="20323" y="17092"/>
                  </a:cubicBezTo>
                  <a:lnTo>
                    <a:pt x="2533" y="21290"/>
                  </a:lnTo>
                  <a:cubicBezTo>
                    <a:pt x="1832" y="21456"/>
                    <a:pt x="1183" y="20635"/>
                    <a:pt x="1084" y="19456"/>
                  </a:cubicBezTo>
                  <a:lnTo>
                    <a:pt x="13" y="6654"/>
                  </a:lnTo>
                  <a:cubicBezTo>
                    <a:pt x="-86" y="5475"/>
                    <a:pt x="403" y="4386"/>
                    <a:pt x="1105" y="4220"/>
                  </a:cubicBezTo>
                  <a:lnTo>
                    <a:pt x="18895" y="22"/>
                  </a:lnTo>
                  <a:cubicBezTo>
                    <a:pt x="19596" y="-144"/>
                    <a:pt x="20245" y="677"/>
                    <a:pt x="20344" y="1856"/>
                  </a:cubicBezTo>
                  <a:close/>
                </a:path>
              </a:pathLst>
            </a:custGeom>
            <a:solidFill>
              <a:schemeClr val="bg1">
                <a:lumMod val="85000"/>
              </a:scheme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41" name="Shape 34207">
              <a:extLst>
                <a:ext uri="{FF2B5EF4-FFF2-40B4-BE49-F238E27FC236}">
                  <a16:creationId xmlns:a16="http://schemas.microsoft.com/office/drawing/2014/main" id="{E3C4B98A-7F6F-754E-907A-ACCA2379A358}"/>
                </a:ext>
              </a:extLst>
            </p:cNvPr>
            <p:cNvSpPr/>
            <p:nvPr/>
          </p:nvSpPr>
          <p:spPr>
            <a:xfrm>
              <a:off x="12300451" y="8958670"/>
              <a:ext cx="694132" cy="637746"/>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42" name="Shape 34208">
              <a:extLst>
                <a:ext uri="{FF2B5EF4-FFF2-40B4-BE49-F238E27FC236}">
                  <a16:creationId xmlns:a16="http://schemas.microsoft.com/office/drawing/2014/main" id="{9AE29768-EC06-7B46-9B89-62A20DF54B8B}"/>
                </a:ext>
              </a:extLst>
            </p:cNvPr>
            <p:cNvSpPr/>
            <p:nvPr/>
          </p:nvSpPr>
          <p:spPr>
            <a:xfrm>
              <a:off x="11569660" y="9038623"/>
              <a:ext cx="297614" cy="32945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43" name="Shape 34209">
              <a:extLst>
                <a:ext uri="{FF2B5EF4-FFF2-40B4-BE49-F238E27FC236}">
                  <a16:creationId xmlns:a16="http://schemas.microsoft.com/office/drawing/2014/main" id="{7338D6DD-D1DA-FC4E-B5E4-0EA239F43804}"/>
                </a:ext>
              </a:extLst>
            </p:cNvPr>
            <p:cNvSpPr/>
            <p:nvPr/>
          </p:nvSpPr>
          <p:spPr>
            <a:xfrm>
              <a:off x="13028438" y="8411802"/>
              <a:ext cx="415194" cy="47975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44" name="Shape 34210">
              <a:extLst>
                <a:ext uri="{FF2B5EF4-FFF2-40B4-BE49-F238E27FC236}">
                  <a16:creationId xmlns:a16="http://schemas.microsoft.com/office/drawing/2014/main" id="{8DE914EC-0B60-D44B-808F-B925A9443E0E}"/>
                </a:ext>
              </a:extLst>
            </p:cNvPr>
            <p:cNvSpPr/>
            <p:nvPr/>
          </p:nvSpPr>
          <p:spPr>
            <a:xfrm>
              <a:off x="9694005" y="5957329"/>
              <a:ext cx="377264" cy="351174"/>
            </a:xfrm>
            <a:custGeom>
              <a:avLst/>
              <a:gdLst/>
              <a:ahLst/>
              <a:cxnLst>
                <a:cxn ang="0">
                  <a:pos x="wd2" y="hd2"/>
                </a:cxn>
                <a:cxn ang="5400000">
                  <a:pos x="wd2" y="hd2"/>
                </a:cxn>
                <a:cxn ang="10800000">
                  <a:pos x="wd2" y="hd2"/>
                </a:cxn>
                <a:cxn ang="16200000">
                  <a:pos x="wd2" y="hd2"/>
                </a:cxn>
              </a:cxnLst>
              <a:rect l="0" t="0" r="r" b="b"/>
              <a:pathLst>
                <a:path w="21184" h="21600" extrusionOk="0">
                  <a:moveTo>
                    <a:pt x="0" y="3459"/>
                  </a:moveTo>
                  <a:lnTo>
                    <a:pt x="1422" y="10208"/>
                  </a:lnTo>
                  <a:cubicBezTo>
                    <a:pt x="1422" y="10208"/>
                    <a:pt x="2469" y="10982"/>
                    <a:pt x="3219" y="10113"/>
                  </a:cubicBezTo>
                  <a:cubicBezTo>
                    <a:pt x="4049" y="9149"/>
                    <a:pt x="6494" y="8518"/>
                    <a:pt x="6992" y="11134"/>
                  </a:cubicBezTo>
                  <a:cubicBezTo>
                    <a:pt x="7491" y="13750"/>
                    <a:pt x="5522" y="14362"/>
                    <a:pt x="4296" y="14027"/>
                  </a:cubicBezTo>
                  <a:cubicBezTo>
                    <a:pt x="3187" y="13725"/>
                    <a:pt x="2357" y="14641"/>
                    <a:pt x="2357" y="14641"/>
                  </a:cubicBezTo>
                  <a:lnTo>
                    <a:pt x="3823" y="21600"/>
                  </a:lnTo>
                  <a:lnTo>
                    <a:pt x="9313" y="20212"/>
                  </a:lnTo>
                  <a:cubicBezTo>
                    <a:pt x="9313" y="20212"/>
                    <a:pt x="9635" y="19276"/>
                    <a:pt x="8958" y="18523"/>
                  </a:cubicBezTo>
                  <a:cubicBezTo>
                    <a:pt x="8134" y="17611"/>
                    <a:pt x="7558" y="15210"/>
                    <a:pt x="10150" y="14555"/>
                  </a:cubicBezTo>
                  <a:cubicBezTo>
                    <a:pt x="12743" y="13899"/>
                    <a:pt x="13216" y="16255"/>
                    <a:pt x="12736" y="17679"/>
                  </a:cubicBezTo>
                  <a:cubicBezTo>
                    <a:pt x="12378" y="18747"/>
                    <a:pt x="13070" y="19262"/>
                    <a:pt x="13070" y="19262"/>
                  </a:cubicBezTo>
                  <a:lnTo>
                    <a:pt x="17693" y="18092"/>
                  </a:lnTo>
                  <a:cubicBezTo>
                    <a:pt x="17693" y="18092"/>
                    <a:pt x="16501" y="13146"/>
                    <a:pt x="16426" y="11786"/>
                  </a:cubicBezTo>
                  <a:cubicBezTo>
                    <a:pt x="16346" y="10328"/>
                    <a:pt x="18026" y="10919"/>
                    <a:pt x="18332" y="11000"/>
                  </a:cubicBezTo>
                  <a:cubicBezTo>
                    <a:pt x="20097" y="11473"/>
                    <a:pt x="21600" y="10153"/>
                    <a:pt x="21079" y="7680"/>
                  </a:cubicBezTo>
                  <a:cubicBezTo>
                    <a:pt x="20558" y="5208"/>
                    <a:pt x="18027" y="5192"/>
                    <a:pt x="17063" y="6452"/>
                  </a:cubicBezTo>
                  <a:cubicBezTo>
                    <a:pt x="16347" y="7388"/>
                    <a:pt x="15661" y="7684"/>
                    <a:pt x="15383" y="7029"/>
                  </a:cubicBezTo>
                  <a:cubicBezTo>
                    <a:pt x="14735" y="5498"/>
                    <a:pt x="13677" y="0"/>
                    <a:pt x="13677" y="0"/>
                  </a:cubicBezTo>
                  <a:lnTo>
                    <a:pt x="9343" y="1096"/>
                  </a:lnTo>
                  <a:cubicBezTo>
                    <a:pt x="9343" y="1096"/>
                    <a:pt x="8732" y="2392"/>
                    <a:pt x="9572" y="3149"/>
                  </a:cubicBezTo>
                  <a:cubicBezTo>
                    <a:pt x="10838" y="4289"/>
                    <a:pt x="10727" y="6525"/>
                    <a:pt x="8669" y="7045"/>
                  </a:cubicBezTo>
                  <a:cubicBezTo>
                    <a:pt x="6612" y="7566"/>
                    <a:pt x="5599" y="5828"/>
                    <a:pt x="6228" y="4123"/>
                  </a:cubicBezTo>
                  <a:cubicBezTo>
                    <a:pt x="6581" y="3168"/>
                    <a:pt x="5664" y="2036"/>
                    <a:pt x="5664" y="2036"/>
                  </a:cubicBezTo>
                  <a:cubicBezTo>
                    <a:pt x="5664" y="2036"/>
                    <a:pt x="0" y="3459"/>
                    <a:pt x="0" y="34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45" name="Shape 34211">
              <a:extLst>
                <a:ext uri="{FF2B5EF4-FFF2-40B4-BE49-F238E27FC236}">
                  <a16:creationId xmlns:a16="http://schemas.microsoft.com/office/drawing/2014/main" id="{4FDE9662-0645-FA4A-BB62-535E4CB21134}"/>
                </a:ext>
              </a:extLst>
            </p:cNvPr>
            <p:cNvSpPr/>
            <p:nvPr/>
          </p:nvSpPr>
          <p:spPr>
            <a:xfrm>
              <a:off x="10312910" y="3971892"/>
              <a:ext cx="478390" cy="684028"/>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46" name="Shape 34212">
              <a:extLst>
                <a:ext uri="{FF2B5EF4-FFF2-40B4-BE49-F238E27FC236}">
                  <a16:creationId xmlns:a16="http://schemas.microsoft.com/office/drawing/2014/main" id="{8633A179-86D5-1240-B4C7-1D2A8D873E6B}"/>
                </a:ext>
              </a:extLst>
            </p:cNvPr>
            <p:cNvSpPr/>
            <p:nvPr/>
          </p:nvSpPr>
          <p:spPr>
            <a:xfrm>
              <a:off x="9175496" y="3615262"/>
              <a:ext cx="674788" cy="478306"/>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47" name="Shape 34213">
              <a:extLst>
                <a:ext uri="{FF2B5EF4-FFF2-40B4-BE49-F238E27FC236}">
                  <a16:creationId xmlns:a16="http://schemas.microsoft.com/office/drawing/2014/main" id="{0E71C735-E5FF-2841-A4F2-DA28CAF7CB51}"/>
                </a:ext>
              </a:extLst>
            </p:cNvPr>
            <p:cNvSpPr/>
            <p:nvPr/>
          </p:nvSpPr>
          <p:spPr>
            <a:xfrm>
              <a:off x="14822081" y="4439957"/>
              <a:ext cx="756136" cy="659706"/>
            </a:xfrm>
            <a:custGeom>
              <a:avLst/>
              <a:gdLst/>
              <a:ahLst/>
              <a:cxnLst>
                <a:cxn ang="0">
                  <a:pos x="wd2" y="hd2"/>
                </a:cxn>
                <a:cxn ang="5400000">
                  <a:pos x="wd2" y="hd2"/>
                </a:cxn>
                <a:cxn ang="10800000">
                  <a:pos x="wd2" y="hd2"/>
                </a:cxn>
                <a:cxn ang="16200000">
                  <a:pos x="wd2" y="hd2"/>
                </a:cxn>
              </a:cxnLst>
              <a:rect l="0" t="0" r="r" b="b"/>
              <a:pathLst>
                <a:path w="21600" h="21600" extrusionOk="0">
                  <a:moveTo>
                    <a:pt x="6294" y="3457"/>
                  </a:moveTo>
                  <a:lnTo>
                    <a:pt x="148" y="16086"/>
                  </a:lnTo>
                  <a:lnTo>
                    <a:pt x="0" y="16165"/>
                  </a:lnTo>
                  <a:lnTo>
                    <a:pt x="1008" y="21600"/>
                  </a:lnTo>
                  <a:lnTo>
                    <a:pt x="10415" y="19280"/>
                  </a:lnTo>
                  <a:lnTo>
                    <a:pt x="10816" y="21443"/>
                  </a:lnTo>
                  <a:lnTo>
                    <a:pt x="12402" y="20369"/>
                  </a:lnTo>
                  <a:lnTo>
                    <a:pt x="14220" y="20613"/>
                  </a:lnTo>
                  <a:lnTo>
                    <a:pt x="13819" y="18450"/>
                  </a:lnTo>
                  <a:lnTo>
                    <a:pt x="17113" y="17634"/>
                  </a:lnTo>
                  <a:lnTo>
                    <a:pt x="17471" y="17546"/>
                  </a:lnTo>
                  <a:lnTo>
                    <a:pt x="21600" y="5952"/>
                  </a:lnTo>
                  <a:lnTo>
                    <a:pt x="20486" y="14"/>
                  </a:lnTo>
                  <a:cubicBezTo>
                    <a:pt x="20486" y="14"/>
                    <a:pt x="20484" y="0"/>
                    <a:pt x="20484" y="0"/>
                  </a:cubicBezTo>
                  <a:lnTo>
                    <a:pt x="6294" y="3457"/>
                  </a:lnTo>
                  <a:close/>
                  <a:moveTo>
                    <a:pt x="19860" y="1754"/>
                  </a:moveTo>
                  <a:cubicBezTo>
                    <a:pt x="19941" y="2188"/>
                    <a:pt x="20020" y="2621"/>
                    <a:pt x="20101" y="3055"/>
                  </a:cubicBezTo>
                  <a:cubicBezTo>
                    <a:pt x="20278" y="3996"/>
                    <a:pt x="20448" y="4934"/>
                    <a:pt x="20624" y="5875"/>
                  </a:cubicBezTo>
                  <a:lnTo>
                    <a:pt x="16762" y="16617"/>
                  </a:lnTo>
                  <a:lnTo>
                    <a:pt x="13623" y="17396"/>
                  </a:lnTo>
                  <a:lnTo>
                    <a:pt x="13219" y="15220"/>
                  </a:lnTo>
                  <a:cubicBezTo>
                    <a:pt x="13219" y="15220"/>
                    <a:pt x="9815" y="16049"/>
                    <a:pt x="9815" y="16049"/>
                  </a:cubicBezTo>
                  <a:lnTo>
                    <a:pt x="10222" y="18239"/>
                  </a:lnTo>
                  <a:lnTo>
                    <a:pt x="1723" y="20338"/>
                  </a:lnTo>
                  <a:lnTo>
                    <a:pt x="908" y="15944"/>
                  </a:lnTo>
                  <a:lnTo>
                    <a:pt x="16076" y="12248"/>
                  </a:lnTo>
                  <a:cubicBezTo>
                    <a:pt x="16076" y="12249"/>
                    <a:pt x="18931" y="4332"/>
                    <a:pt x="19860" y="1754"/>
                  </a:cubicBez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48" name="Shape 34214">
              <a:extLst>
                <a:ext uri="{FF2B5EF4-FFF2-40B4-BE49-F238E27FC236}">
                  <a16:creationId xmlns:a16="http://schemas.microsoft.com/office/drawing/2014/main" id="{3AF6A3E9-D867-BE49-8EE5-A92EB529DE34}"/>
                </a:ext>
              </a:extLst>
            </p:cNvPr>
            <p:cNvSpPr/>
            <p:nvPr/>
          </p:nvSpPr>
          <p:spPr>
            <a:xfrm>
              <a:off x="12406836" y="10620127"/>
              <a:ext cx="516758" cy="57204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49" name="Shape 34215">
              <a:extLst>
                <a:ext uri="{FF2B5EF4-FFF2-40B4-BE49-F238E27FC236}">
                  <a16:creationId xmlns:a16="http://schemas.microsoft.com/office/drawing/2014/main" id="{44B4041E-E60E-834C-8F6C-8AE79507638C}"/>
                </a:ext>
              </a:extLst>
            </p:cNvPr>
            <p:cNvSpPr/>
            <p:nvPr/>
          </p:nvSpPr>
          <p:spPr>
            <a:xfrm>
              <a:off x="15192453" y="5780593"/>
              <a:ext cx="475406" cy="475406"/>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0097" tIns="20097" rIns="20097" bIns="20097"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50" name="Shape 34216">
              <a:extLst>
                <a:ext uri="{FF2B5EF4-FFF2-40B4-BE49-F238E27FC236}">
                  <a16:creationId xmlns:a16="http://schemas.microsoft.com/office/drawing/2014/main" id="{A94B01C4-5558-D74D-A544-6C63C5850FA4}"/>
                </a:ext>
              </a:extLst>
            </p:cNvPr>
            <p:cNvSpPr/>
            <p:nvPr/>
          </p:nvSpPr>
          <p:spPr>
            <a:xfrm>
              <a:off x="11916931" y="8191128"/>
              <a:ext cx="792292" cy="544702"/>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0097" tIns="20097" rIns="20097" bIns="20097" numCol="1"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51" name="Shape 34217">
              <a:extLst>
                <a:ext uri="{FF2B5EF4-FFF2-40B4-BE49-F238E27FC236}">
                  <a16:creationId xmlns:a16="http://schemas.microsoft.com/office/drawing/2014/main" id="{DDEB1FED-9BCB-3A41-B96E-167815D582F8}"/>
                </a:ext>
              </a:extLst>
            </p:cNvPr>
            <p:cNvSpPr/>
            <p:nvPr/>
          </p:nvSpPr>
          <p:spPr>
            <a:xfrm>
              <a:off x="12395335" y="3740451"/>
              <a:ext cx="693544" cy="915782"/>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accent1"/>
            </a:solidFill>
            <a:ln w="12700" cap="flat">
              <a:noFill/>
              <a:miter lim="400000"/>
            </a:ln>
            <a:effectLst/>
          </p:spPr>
          <p:txBody>
            <a:bodyPr wrap="square" lIns="0" tIns="0" rIns="0" bIns="0" numCol="1"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52" name="Shape 34218">
              <a:extLst>
                <a:ext uri="{FF2B5EF4-FFF2-40B4-BE49-F238E27FC236}">
                  <a16:creationId xmlns:a16="http://schemas.microsoft.com/office/drawing/2014/main" id="{71FCB7E2-4AD4-5440-A1AD-AF10DC8C55EE}"/>
                </a:ext>
              </a:extLst>
            </p:cNvPr>
            <p:cNvSpPr/>
            <p:nvPr/>
          </p:nvSpPr>
          <p:spPr>
            <a:xfrm>
              <a:off x="11932702" y="12638103"/>
              <a:ext cx="408708" cy="303434"/>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837" y="8637"/>
                  </a:lnTo>
                  <a:lnTo>
                    <a:pt x="17837" y="12781"/>
                  </a:lnTo>
                  <a:cubicBezTo>
                    <a:pt x="17837" y="13798"/>
                    <a:pt x="17539" y="14723"/>
                    <a:pt x="17049" y="15392"/>
                  </a:cubicBezTo>
                  <a:cubicBezTo>
                    <a:pt x="16550" y="16075"/>
                    <a:pt x="15855" y="16492"/>
                    <a:pt x="15079" y="16478"/>
                  </a:cubicBezTo>
                  <a:lnTo>
                    <a:pt x="9158" y="16478"/>
                  </a:lnTo>
                  <a:lnTo>
                    <a:pt x="9158" y="17810"/>
                  </a:lnTo>
                  <a:cubicBezTo>
                    <a:pt x="9158" y="18368"/>
                    <a:pt x="9328" y="18874"/>
                    <a:pt x="9602" y="19240"/>
                  </a:cubicBezTo>
                  <a:cubicBezTo>
                    <a:pt x="9876" y="19606"/>
                    <a:pt x="10255" y="19832"/>
                    <a:pt x="10673" y="19832"/>
                  </a:cubicBezTo>
                  <a:lnTo>
                    <a:pt x="16728" y="19832"/>
                  </a:lnTo>
                  <a:lnTo>
                    <a:pt x="19181" y="21600"/>
                  </a:lnTo>
                  <a:lnTo>
                    <a:pt x="19181" y="19832"/>
                  </a:lnTo>
                  <a:lnTo>
                    <a:pt x="20085" y="19832"/>
                  </a:lnTo>
                  <a:cubicBezTo>
                    <a:pt x="20503" y="19832"/>
                    <a:pt x="20882" y="19606"/>
                    <a:pt x="21156" y="19240"/>
                  </a:cubicBezTo>
                  <a:cubicBezTo>
                    <a:pt x="21430" y="18874"/>
                    <a:pt x="21600" y="18368"/>
                    <a:pt x="21600" y="17810"/>
                  </a:cubicBezTo>
                  <a:lnTo>
                    <a:pt x="21600" y="10554"/>
                  </a:lnTo>
                  <a:cubicBezTo>
                    <a:pt x="21600" y="9996"/>
                    <a:pt x="21430" y="9490"/>
                    <a:pt x="21156" y="9125"/>
                  </a:cubicBezTo>
                  <a:cubicBezTo>
                    <a:pt x="20882" y="8759"/>
                    <a:pt x="20503" y="8532"/>
                    <a:pt x="20085" y="8532"/>
                  </a:cubicBezTo>
                  <a:close/>
                  <a:moveTo>
                    <a:pt x="6912" y="15450"/>
                  </a:moveTo>
                  <a:lnTo>
                    <a:pt x="6689" y="15450"/>
                  </a:lnTo>
                  <a:lnTo>
                    <a:pt x="2592" y="18372"/>
                  </a:lnTo>
                  <a:lnTo>
                    <a:pt x="2592" y="15450"/>
                  </a:lnTo>
                  <a:lnTo>
                    <a:pt x="2074" y="15450"/>
                  </a:lnTo>
                  <a:cubicBezTo>
                    <a:pt x="1501" y="15450"/>
                    <a:pt x="983" y="15141"/>
                    <a:pt x="607" y="14640"/>
                  </a:cubicBezTo>
                  <a:cubicBezTo>
                    <a:pt x="232" y="14139"/>
                    <a:pt x="0" y="13447"/>
                    <a:pt x="0" y="12683"/>
                  </a:cubicBezTo>
                  <a:lnTo>
                    <a:pt x="0" y="2767"/>
                  </a:lnTo>
                  <a:cubicBezTo>
                    <a:pt x="0" y="2003"/>
                    <a:pt x="232" y="1311"/>
                    <a:pt x="607" y="811"/>
                  </a:cubicBezTo>
                  <a:cubicBezTo>
                    <a:pt x="983" y="310"/>
                    <a:pt x="1501" y="0"/>
                    <a:pt x="2074" y="0"/>
                  </a:cubicBezTo>
                  <a:lnTo>
                    <a:pt x="15034" y="0"/>
                  </a:lnTo>
                  <a:cubicBezTo>
                    <a:pt x="15606" y="0"/>
                    <a:pt x="16125" y="310"/>
                    <a:pt x="16500" y="811"/>
                  </a:cubicBezTo>
                  <a:cubicBezTo>
                    <a:pt x="16875" y="1311"/>
                    <a:pt x="17107" y="2003"/>
                    <a:pt x="17107" y="2767"/>
                  </a:cubicBezTo>
                  <a:lnTo>
                    <a:pt x="17107" y="4381"/>
                  </a:lnTo>
                  <a:lnTo>
                    <a:pt x="17107" y="8532"/>
                  </a:lnTo>
                  <a:lnTo>
                    <a:pt x="17107" y="12676"/>
                  </a:lnTo>
                  <a:cubicBezTo>
                    <a:pt x="17107" y="13441"/>
                    <a:pt x="16886" y="14134"/>
                    <a:pt x="16522" y="14637"/>
                  </a:cubicBezTo>
                  <a:cubicBezTo>
                    <a:pt x="16159" y="15139"/>
                    <a:pt x="15651" y="15450"/>
                    <a:pt x="15079" y="15450"/>
                  </a:cubicBezTo>
                  <a:lnTo>
                    <a:pt x="9158" y="15450"/>
                  </a:lnTo>
                  <a:lnTo>
                    <a:pt x="6912" y="15450"/>
                  </a:lnTo>
                  <a:close/>
                </a:path>
              </a:pathLst>
            </a:custGeom>
            <a:solidFill>
              <a:schemeClr val="bg1">
                <a:lumMod val="85000"/>
              </a:schemeClr>
            </a:solidFill>
            <a:ln w="12700" cap="flat">
              <a:noFill/>
              <a:miter lim="400000"/>
            </a:ln>
            <a:effectLst/>
          </p:spPr>
          <p:txBody>
            <a:bodyPr wrap="square" lIns="0" tIns="0" rIns="0" bIns="0" numCol="1"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53" name="Shape 34219">
              <a:extLst>
                <a:ext uri="{FF2B5EF4-FFF2-40B4-BE49-F238E27FC236}">
                  <a16:creationId xmlns:a16="http://schemas.microsoft.com/office/drawing/2014/main" id="{03092F4B-28A4-5F44-AA62-47C3BFDAA49D}"/>
                </a:ext>
              </a:extLst>
            </p:cNvPr>
            <p:cNvSpPr/>
            <p:nvPr/>
          </p:nvSpPr>
          <p:spPr>
            <a:xfrm>
              <a:off x="11196245" y="10659511"/>
              <a:ext cx="389798" cy="479750"/>
            </a:xfrm>
            <a:custGeom>
              <a:avLst/>
              <a:gdLst/>
              <a:ahLst/>
              <a:cxnLst>
                <a:cxn ang="0">
                  <a:pos x="wd2" y="hd2"/>
                </a:cxn>
                <a:cxn ang="5400000">
                  <a:pos x="wd2" y="hd2"/>
                </a:cxn>
                <a:cxn ang="10800000">
                  <a:pos x="wd2" y="hd2"/>
                </a:cxn>
                <a:cxn ang="16200000">
                  <a:pos x="wd2" y="hd2"/>
                </a:cxn>
              </a:cxnLst>
              <a:rect l="0" t="0" r="r" b="b"/>
              <a:pathLst>
                <a:path w="21600" h="21600" extrusionOk="0">
                  <a:moveTo>
                    <a:pt x="831" y="0"/>
                  </a:moveTo>
                  <a:cubicBezTo>
                    <a:pt x="372" y="0"/>
                    <a:pt x="0" y="302"/>
                    <a:pt x="0" y="675"/>
                  </a:cubicBezTo>
                  <a:cubicBezTo>
                    <a:pt x="0" y="1048"/>
                    <a:pt x="372" y="1350"/>
                    <a:pt x="831" y="1350"/>
                  </a:cubicBezTo>
                  <a:lnTo>
                    <a:pt x="20769" y="1350"/>
                  </a:lnTo>
                  <a:cubicBezTo>
                    <a:pt x="21228" y="1350"/>
                    <a:pt x="21600" y="1048"/>
                    <a:pt x="21600" y="675"/>
                  </a:cubicBezTo>
                  <a:cubicBezTo>
                    <a:pt x="21600" y="302"/>
                    <a:pt x="21228" y="0"/>
                    <a:pt x="20769" y="0"/>
                  </a:cubicBezTo>
                  <a:lnTo>
                    <a:pt x="831" y="0"/>
                  </a:lnTo>
                  <a:close/>
                  <a:moveTo>
                    <a:pt x="831" y="2025"/>
                  </a:moveTo>
                  <a:lnTo>
                    <a:pt x="831" y="15525"/>
                  </a:lnTo>
                  <a:cubicBezTo>
                    <a:pt x="831" y="15525"/>
                    <a:pt x="20769" y="15525"/>
                    <a:pt x="20769" y="15525"/>
                  </a:cubicBezTo>
                  <a:lnTo>
                    <a:pt x="20769" y="2025"/>
                  </a:lnTo>
                  <a:lnTo>
                    <a:pt x="831" y="2025"/>
                  </a:lnTo>
                  <a:close/>
                  <a:moveTo>
                    <a:pt x="15785" y="4050"/>
                  </a:moveTo>
                  <a:lnTo>
                    <a:pt x="18277" y="4050"/>
                  </a:lnTo>
                  <a:cubicBezTo>
                    <a:pt x="18277" y="4050"/>
                    <a:pt x="18277" y="13500"/>
                    <a:pt x="18277" y="13500"/>
                  </a:cubicBezTo>
                  <a:lnTo>
                    <a:pt x="15785" y="13500"/>
                  </a:lnTo>
                  <a:lnTo>
                    <a:pt x="15785" y="4050"/>
                  </a:lnTo>
                  <a:close/>
                  <a:moveTo>
                    <a:pt x="7477" y="6750"/>
                  </a:moveTo>
                  <a:lnTo>
                    <a:pt x="9969" y="6750"/>
                  </a:lnTo>
                  <a:cubicBezTo>
                    <a:pt x="9969" y="6750"/>
                    <a:pt x="9969" y="13500"/>
                    <a:pt x="9969" y="13500"/>
                  </a:cubicBezTo>
                  <a:lnTo>
                    <a:pt x="7477" y="13500"/>
                  </a:lnTo>
                  <a:lnTo>
                    <a:pt x="7477" y="6750"/>
                  </a:lnTo>
                  <a:close/>
                  <a:moveTo>
                    <a:pt x="11631" y="8775"/>
                  </a:moveTo>
                  <a:lnTo>
                    <a:pt x="14123" y="8775"/>
                  </a:lnTo>
                  <a:cubicBezTo>
                    <a:pt x="14123" y="8775"/>
                    <a:pt x="14123" y="13500"/>
                    <a:pt x="14123" y="13500"/>
                  </a:cubicBezTo>
                  <a:lnTo>
                    <a:pt x="11631" y="13500"/>
                  </a:lnTo>
                  <a:lnTo>
                    <a:pt x="11631" y="8775"/>
                  </a:lnTo>
                  <a:close/>
                  <a:moveTo>
                    <a:pt x="3323" y="10800"/>
                  </a:moveTo>
                  <a:lnTo>
                    <a:pt x="5815" y="10800"/>
                  </a:lnTo>
                  <a:cubicBezTo>
                    <a:pt x="5815" y="10800"/>
                    <a:pt x="5815" y="13500"/>
                    <a:pt x="5815" y="13500"/>
                  </a:cubicBezTo>
                  <a:lnTo>
                    <a:pt x="3323" y="13500"/>
                  </a:lnTo>
                  <a:lnTo>
                    <a:pt x="3323" y="10800"/>
                  </a:lnTo>
                  <a:close/>
                  <a:moveTo>
                    <a:pt x="3323" y="16200"/>
                  </a:moveTo>
                  <a:lnTo>
                    <a:pt x="1662" y="21600"/>
                  </a:lnTo>
                  <a:lnTo>
                    <a:pt x="3323" y="21600"/>
                  </a:lnTo>
                  <a:lnTo>
                    <a:pt x="4985" y="16200"/>
                  </a:lnTo>
                  <a:cubicBezTo>
                    <a:pt x="4985" y="16200"/>
                    <a:pt x="3323" y="16200"/>
                    <a:pt x="3323" y="16200"/>
                  </a:cubicBezTo>
                  <a:close/>
                  <a:moveTo>
                    <a:pt x="9969" y="16200"/>
                  </a:moveTo>
                  <a:lnTo>
                    <a:pt x="9969" y="21600"/>
                  </a:lnTo>
                  <a:lnTo>
                    <a:pt x="11615" y="21600"/>
                  </a:lnTo>
                  <a:cubicBezTo>
                    <a:pt x="11615" y="21600"/>
                    <a:pt x="11631" y="16200"/>
                    <a:pt x="11631" y="16200"/>
                  </a:cubicBezTo>
                  <a:lnTo>
                    <a:pt x="9969" y="16200"/>
                  </a:lnTo>
                  <a:close/>
                  <a:moveTo>
                    <a:pt x="16615" y="16200"/>
                  </a:moveTo>
                  <a:lnTo>
                    <a:pt x="18277" y="21600"/>
                  </a:lnTo>
                  <a:lnTo>
                    <a:pt x="19938" y="21600"/>
                  </a:lnTo>
                  <a:cubicBezTo>
                    <a:pt x="19938" y="21600"/>
                    <a:pt x="18277" y="16200"/>
                    <a:pt x="18277" y="16200"/>
                  </a:cubicBezTo>
                  <a:lnTo>
                    <a:pt x="16615" y="16200"/>
                  </a:ln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54" name="Shape 34220">
              <a:extLst>
                <a:ext uri="{FF2B5EF4-FFF2-40B4-BE49-F238E27FC236}">
                  <a16:creationId xmlns:a16="http://schemas.microsoft.com/office/drawing/2014/main" id="{A4F14B7E-1422-594A-AE01-C415B94A483B}"/>
                </a:ext>
              </a:extLst>
            </p:cNvPr>
            <p:cNvSpPr/>
            <p:nvPr/>
          </p:nvSpPr>
          <p:spPr>
            <a:xfrm>
              <a:off x="12966575" y="6806559"/>
              <a:ext cx="589416" cy="778290"/>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55" name="Shape 34221">
              <a:extLst>
                <a:ext uri="{FF2B5EF4-FFF2-40B4-BE49-F238E27FC236}">
                  <a16:creationId xmlns:a16="http://schemas.microsoft.com/office/drawing/2014/main" id="{D374A494-085B-D54C-A785-1BA3AAE979E4}"/>
                </a:ext>
              </a:extLst>
            </p:cNvPr>
            <p:cNvSpPr/>
            <p:nvPr/>
          </p:nvSpPr>
          <p:spPr>
            <a:xfrm>
              <a:off x="11922329" y="9268053"/>
              <a:ext cx="476450" cy="629124"/>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56" name="Shape 34222">
              <a:extLst>
                <a:ext uri="{FF2B5EF4-FFF2-40B4-BE49-F238E27FC236}">
                  <a16:creationId xmlns:a16="http://schemas.microsoft.com/office/drawing/2014/main" id="{537BE61C-FC5B-454E-A03E-3C19A9A3D7B2}"/>
                </a:ext>
              </a:extLst>
            </p:cNvPr>
            <p:cNvSpPr/>
            <p:nvPr/>
          </p:nvSpPr>
          <p:spPr>
            <a:xfrm>
              <a:off x="11993787" y="10946019"/>
              <a:ext cx="447534" cy="447468"/>
            </a:xfrm>
            <a:custGeom>
              <a:avLst/>
              <a:gdLst/>
              <a:ahLst/>
              <a:cxnLst>
                <a:cxn ang="0">
                  <a:pos x="wd2" y="hd2"/>
                </a:cxn>
                <a:cxn ang="5400000">
                  <a:pos x="wd2" y="hd2"/>
                </a:cxn>
                <a:cxn ang="10800000">
                  <a:pos x="wd2" y="hd2"/>
                </a:cxn>
                <a:cxn ang="16200000">
                  <a:pos x="wd2" y="hd2"/>
                </a:cxn>
              </a:cxnLst>
              <a:rect l="0" t="0" r="r" b="b"/>
              <a:pathLst>
                <a:path w="21317" h="21317" extrusionOk="0">
                  <a:moveTo>
                    <a:pt x="7792" y="27"/>
                  </a:moveTo>
                  <a:cubicBezTo>
                    <a:pt x="7372" y="141"/>
                    <a:pt x="7122" y="573"/>
                    <a:pt x="7234" y="993"/>
                  </a:cubicBezTo>
                  <a:lnTo>
                    <a:pt x="7836" y="3244"/>
                  </a:lnTo>
                  <a:cubicBezTo>
                    <a:pt x="8357" y="3022"/>
                    <a:pt x="8864" y="2878"/>
                    <a:pt x="9346" y="2789"/>
                  </a:cubicBezTo>
                  <a:lnTo>
                    <a:pt x="8758" y="585"/>
                  </a:lnTo>
                  <a:cubicBezTo>
                    <a:pt x="8645" y="164"/>
                    <a:pt x="8213" y="-85"/>
                    <a:pt x="7792" y="27"/>
                  </a:cubicBezTo>
                  <a:close/>
                  <a:moveTo>
                    <a:pt x="13442" y="41"/>
                  </a:moveTo>
                  <a:cubicBezTo>
                    <a:pt x="13020" y="-71"/>
                    <a:pt x="12588" y="179"/>
                    <a:pt x="12475" y="600"/>
                  </a:cubicBezTo>
                  <a:lnTo>
                    <a:pt x="11888" y="2784"/>
                  </a:lnTo>
                  <a:cubicBezTo>
                    <a:pt x="12441" y="2878"/>
                    <a:pt x="12949" y="3027"/>
                    <a:pt x="13408" y="3203"/>
                  </a:cubicBezTo>
                  <a:lnTo>
                    <a:pt x="13998" y="1007"/>
                  </a:lnTo>
                  <a:cubicBezTo>
                    <a:pt x="14110" y="585"/>
                    <a:pt x="13862" y="154"/>
                    <a:pt x="13442" y="41"/>
                  </a:cubicBezTo>
                  <a:close/>
                  <a:moveTo>
                    <a:pt x="585" y="12411"/>
                  </a:moveTo>
                  <a:cubicBezTo>
                    <a:pt x="164" y="12524"/>
                    <a:pt x="-86" y="12956"/>
                    <a:pt x="27" y="13377"/>
                  </a:cubicBezTo>
                  <a:cubicBezTo>
                    <a:pt x="139" y="13798"/>
                    <a:pt x="571" y="14047"/>
                    <a:pt x="992" y="13934"/>
                  </a:cubicBezTo>
                  <a:lnTo>
                    <a:pt x="3181" y="13347"/>
                  </a:lnTo>
                  <a:cubicBezTo>
                    <a:pt x="3009" y="12885"/>
                    <a:pt x="2865" y="12376"/>
                    <a:pt x="2775" y="11823"/>
                  </a:cubicBezTo>
                  <a:cubicBezTo>
                    <a:pt x="2775" y="11823"/>
                    <a:pt x="585" y="12411"/>
                    <a:pt x="585" y="12411"/>
                  </a:cubicBezTo>
                  <a:close/>
                  <a:moveTo>
                    <a:pt x="1013" y="7169"/>
                  </a:moveTo>
                  <a:cubicBezTo>
                    <a:pt x="592" y="7056"/>
                    <a:pt x="160" y="7306"/>
                    <a:pt x="47" y="7727"/>
                  </a:cubicBezTo>
                  <a:cubicBezTo>
                    <a:pt x="-66" y="8148"/>
                    <a:pt x="184" y="8580"/>
                    <a:pt x="604" y="8692"/>
                  </a:cubicBezTo>
                  <a:lnTo>
                    <a:pt x="2805" y="9281"/>
                  </a:lnTo>
                  <a:cubicBezTo>
                    <a:pt x="2896" y="8799"/>
                    <a:pt x="3046" y="8293"/>
                    <a:pt x="3273" y="7773"/>
                  </a:cubicBezTo>
                  <a:cubicBezTo>
                    <a:pt x="3273" y="7773"/>
                    <a:pt x="1013" y="7169"/>
                    <a:pt x="1013" y="7169"/>
                  </a:cubicBezTo>
                  <a:close/>
                  <a:moveTo>
                    <a:pt x="2889" y="2841"/>
                  </a:moveTo>
                  <a:cubicBezTo>
                    <a:pt x="2581" y="3148"/>
                    <a:pt x="2580" y="3648"/>
                    <a:pt x="2888" y="3956"/>
                  </a:cubicBezTo>
                  <a:lnTo>
                    <a:pt x="4607" y="5675"/>
                  </a:lnTo>
                  <a:cubicBezTo>
                    <a:pt x="4732" y="5529"/>
                    <a:pt x="5572" y="4695"/>
                    <a:pt x="5727" y="4563"/>
                  </a:cubicBezTo>
                  <a:lnTo>
                    <a:pt x="4004" y="2840"/>
                  </a:lnTo>
                  <a:cubicBezTo>
                    <a:pt x="3696" y="2532"/>
                    <a:pt x="3197" y="2533"/>
                    <a:pt x="2889" y="2841"/>
                  </a:cubicBezTo>
                  <a:close/>
                  <a:moveTo>
                    <a:pt x="15285" y="5439"/>
                  </a:moveTo>
                  <a:cubicBezTo>
                    <a:pt x="13524" y="3930"/>
                    <a:pt x="9472" y="2164"/>
                    <a:pt x="5822" y="5814"/>
                  </a:cubicBezTo>
                  <a:cubicBezTo>
                    <a:pt x="5821" y="5815"/>
                    <a:pt x="5821" y="5815"/>
                    <a:pt x="5821" y="5816"/>
                  </a:cubicBezTo>
                  <a:cubicBezTo>
                    <a:pt x="5820" y="5816"/>
                    <a:pt x="5819" y="5817"/>
                    <a:pt x="5819" y="5817"/>
                  </a:cubicBezTo>
                  <a:cubicBezTo>
                    <a:pt x="5819" y="5818"/>
                    <a:pt x="5818" y="5818"/>
                    <a:pt x="5818" y="5819"/>
                  </a:cubicBezTo>
                  <a:cubicBezTo>
                    <a:pt x="5817" y="5819"/>
                    <a:pt x="5817" y="5820"/>
                    <a:pt x="5816" y="5820"/>
                  </a:cubicBezTo>
                  <a:cubicBezTo>
                    <a:pt x="2166" y="9471"/>
                    <a:pt x="3932" y="13524"/>
                    <a:pt x="5440" y="15285"/>
                  </a:cubicBezTo>
                  <a:cubicBezTo>
                    <a:pt x="6807" y="16868"/>
                    <a:pt x="9202" y="17222"/>
                    <a:pt x="9535" y="17322"/>
                  </a:cubicBezTo>
                  <a:cubicBezTo>
                    <a:pt x="10076" y="17484"/>
                    <a:pt x="12612" y="17632"/>
                    <a:pt x="13467" y="18402"/>
                  </a:cubicBezTo>
                  <a:cubicBezTo>
                    <a:pt x="14644" y="19461"/>
                    <a:pt x="14810" y="19354"/>
                    <a:pt x="15487" y="18942"/>
                  </a:cubicBezTo>
                  <a:cubicBezTo>
                    <a:pt x="16178" y="18522"/>
                    <a:pt x="18522" y="16178"/>
                    <a:pt x="18942" y="15487"/>
                  </a:cubicBezTo>
                  <a:cubicBezTo>
                    <a:pt x="19354" y="14810"/>
                    <a:pt x="19461" y="14644"/>
                    <a:pt x="18401" y="13467"/>
                  </a:cubicBezTo>
                  <a:cubicBezTo>
                    <a:pt x="17632" y="12612"/>
                    <a:pt x="17484" y="10075"/>
                    <a:pt x="17321" y="9534"/>
                  </a:cubicBezTo>
                  <a:cubicBezTo>
                    <a:pt x="17222" y="9201"/>
                    <a:pt x="16868" y="6805"/>
                    <a:pt x="15285" y="5439"/>
                  </a:cubicBezTo>
                  <a:close/>
                  <a:moveTo>
                    <a:pt x="20706" y="16780"/>
                  </a:moveTo>
                  <a:cubicBezTo>
                    <a:pt x="20530" y="16603"/>
                    <a:pt x="20243" y="16603"/>
                    <a:pt x="20066" y="16780"/>
                  </a:cubicBezTo>
                  <a:lnTo>
                    <a:pt x="16780" y="20067"/>
                  </a:lnTo>
                  <a:cubicBezTo>
                    <a:pt x="16603" y="20244"/>
                    <a:pt x="16603" y="20531"/>
                    <a:pt x="16780" y="20707"/>
                  </a:cubicBezTo>
                  <a:lnTo>
                    <a:pt x="16780" y="20707"/>
                  </a:lnTo>
                  <a:cubicBezTo>
                    <a:pt x="16956" y="20884"/>
                    <a:pt x="17243" y="20884"/>
                    <a:pt x="17419" y="20707"/>
                  </a:cubicBezTo>
                  <a:lnTo>
                    <a:pt x="20706" y="17420"/>
                  </a:lnTo>
                  <a:cubicBezTo>
                    <a:pt x="20883" y="17243"/>
                    <a:pt x="20883" y="16956"/>
                    <a:pt x="20706" y="16780"/>
                  </a:cubicBezTo>
                  <a:cubicBezTo>
                    <a:pt x="20706" y="16780"/>
                    <a:pt x="20706" y="16780"/>
                    <a:pt x="20706" y="16780"/>
                  </a:cubicBezTo>
                  <a:close/>
                  <a:moveTo>
                    <a:pt x="19833" y="15906"/>
                  </a:moveTo>
                  <a:cubicBezTo>
                    <a:pt x="19656" y="15729"/>
                    <a:pt x="19370" y="15730"/>
                    <a:pt x="19193" y="15906"/>
                  </a:cubicBezTo>
                  <a:lnTo>
                    <a:pt x="15906" y="19194"/>
                  </a:lnTo>
                  <a:cubicBezTo>
                    <a:pt x="15729" y="19370"/>
                    <a:pt x="15729" y="19657"/>
                    <a:pt x="15906" y="19833"/>
                  </a:cubicBezTo>
                  <a:lnTo>
                    <a:pt x="15906" y="19833"/>
                  </a:lnTo>
                  <a:cubicBezTo>
                    <a:pt x="16082" y="20010"/>
                    <a:pt x="16369" y="20010"/>
                    <a:pt x="16546" y="19833"/>
                  </a:cubicBezTo>
                  <a:lnTo>
                    <a:pt x="19833" y="16546"/>
                  </a:lnTo>
                  <a:cubicBezTo>
                    <a:pt x="20009" y="16369"/>
                    <a:pt x="20009" y="16083"/>
                    <a:pt x="19833" y="15906"/>
                  </a:cubicBezTo>
                  <a:cubicBezTo>
                    <a:pt x="19833" y="15906"/>
                    <a:pt x="19833" y="15906"/>
                    <a:pt x="19833" y="15906"/>
                  </a:cubicBezTo>
                  <a:close/>
                  <a:moveTo>
                    <a:pt x="17867" y="20727"/>
                  </a:moveTo>
                  <a:lnTo>
                    <a:pt x="20726" y="17867"/>
                  </a:lnTo>
                  <a:cubicBezTo>
                    <a:pt x="21514" y="18656"/>
                    <a:pt x="21513" y="19935"/>
                    <a:pt x="20724" y="20724"/>
                  </a:cubicBezTo>
                  <a:cubicBezTo>
                    <a:pt x="19934" y="21514"/>
                    <a:pt x="18655" y="21515"/>
                    <a:pt x="17867" y="20727"/>
                  </a:cubicBezTo>
                  <a:close/>
                </a:path>
              </a:pathLst>
            </a:custGeom>
            <a:solidFill>
              <a:schemeClr val="bg1">
                <a:lumMod val="85000"/>
              </a:schemeClr>
            </a:solidFill>
            <a:ln w="12700" cap="flat">
              <a:noFill/>
              <a:miter lim="400000"/>
            </a:ln>
            <a:effectLst/>
          </p:spPr>
          <p:txBody>
            <a:bodyPr wrap="square" lIns="0" tIns="0" rIns="0" bIns="0" numCol="1"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57" name="Shape 34223">
              <a:extLst>
                <a:ext uri="{FF2B5EF4-FFF2-40B4-BE49-F238E27FC236}">
                  <a16:creationId xmlns:a16="http://schemas.microsoft.com/office/drawing/2014/main" id="{2776F88E-D7CB-C848-8BA4-8B18FA098F28}"/>
                </a:ext>
              </a:extLst>
            </p:cNvPr>
            <p:cNvSpPr/>
            <p:nvPr/>
          </p:nvSpPr>
          <p:spPr>
            <a:xfrm>
              <a:off x="11828592" y="12064076"/>
              <a:ext cx="446404" cy="410140"/>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58" name="Shape 34224">
              <a:extLst>
                <a:ext uri="{FF2B5EF4-FFF2-40B4-BE49-F238E27FC236}">
                  <a16:creationId xmlns:a16="http://schemas.microsoft.com/office/drawing/2014/main" id="{A1203C35-6689-D54B-BB47-599FEE0703BA}"/>
                </a:ext>
              </a:extLst>
            </p:cNvPr>
            <p:cNvSpPr/>
            <p:nvPr/>
          </p:nvSpPr>
          <p:spPr>
            <a:xfrm>
              <a:off x="11467012" y="10972393"/>
              <a:ext cx="358632" cy="692850"/>
            </a:xfrm>
            <a:custGeom>
              <a:avLst/>
              <a:gdLst/>
              <a:ahLst/>
              <a:cxnLst>
                <a:cxn ang="0">
                  <a:pos x="wd2" y="hd2"/>
                </a:cxn>
                <a:cxn ang="5400000">
                  <a:pos x="wd2" y="hd2"/>
                </a:cxn>
                <a:cxn ang="10800000">
                  <a:pos x="wd2" y="hd2"/>
                </a:cxn>
                <a:cxn ang="16200000">
                  <a:pos x="wd2" y="hd2"/>
                </a:cxn>
              </a:cxnLst>
              <a:rect l="0" t="0" r="r" b="b"/>
              <a:pathLst>
                <a:path w="21436" h="21532" extrusionOk="0">
                  <a:moveTo>
                    <a:pt x="17698" y="0"/>
                  </a:moveTo>
                  <a:lnTo>
                    <a:pt x="16138" y="1685"/>
                  </a:lnTo>
                  <a:cubicBezTo>
                    <a:pt x="16052" y="1663"/>
                    <a:pt x="15626" y="1553"/>
                    <a:pt x="15626" y="1553"/>
                  </a:cubicBezTo>
                  <a:lnTo>
                    <a:pt x="14403" y="2878"/>
                  </a:lnTo>
                  <a:lnTo>
                    <a:pt x="14914" y="3010"/>
                  </a:lnTo>
                  <a:lnTo>
                    <a:pt x="14546" y="3408"/>
                  </a:lnTo>
                  <a:lnTo>
                    <a:pt x="2184" y="16751"/>
                  </a:lnTo>
                  <a:cubicBezTo>
                    <a:pt x="1744" y="17225"/>
                    <a:pt x="202" y="19746"/>
                    <a:pt x="516" y="20547"/>
                  </a:cubicBezTo>
                  <a:cubicBezTo>
                    <a:pt x="560" y="20662"/>
                    <a:pt x="644" y="20742"/>
                    <a:pt x="773" y="20775"/>
                  </a:cubicBezTo>
                  <a:cubicBezTo>
                    <a:pt x="1807" y="21040"/>
                    <a:pt x="5426" y="18252"/>
                    <a:pt x="5928" y="17710"/>
                  </a:cubicBezTo>
                  <a:lnTo>
                    <a:pt x="18283" y="4367"/>
                  </a:lnTo>
                  <a:lnTo>
                    <a:pt x="18652" y="3969"/>
                  </a:lnTo>
                  <a:lnTo>
                    <a:pt x="19186" y="4106"/>
                  </a:lnTo>
                  <a:lnTo>
                    <a:pt x="14380" y="9291"/>
                  </a:lnTo>
                  <a:lnTo>
                    <a:pt x="15147" y="9488"/>
                  </a:lnTo>
                  <a:lnTo>
                    <a:pt x="21176" y="2979"/>
                  </a:lnTo>
                  <a:cubicBezTo>
                    <a:pt x="21176" y="2979"/>
                    <a:pt x="20341" y="2767"/>
                    <a:pt x="19876" y="2647"/>
                  </a:cubicBezTo>
                  <a:lnTo>
                    <a:pt x="21436" y="963"/>
                  </a:lnTo>
                  <a:cubicBezTo>
                    <a:pt x="21436" y="963"/>
                    <a:pt x="17698" y="0"/>
                    <a:pt x="17698" y="0"/>
                  </a:cubicBezTo>
                  <a:close/>
                  <a:moveTo>
                    <a:pt x="516" y="20547"/>
                  </a:moveTo>
                  <a:cubicBezTo>
                    <a:pt x="504" y="20509"/>
                    <a:pt x="483" y="20481"/>
                    <a:pt x="479" y="20436"/>
                  </a:cubicBezTo>
                  <a:lnTo>
                    <a:pt x="223" y="20708"/>
                  </a:lnTo>
                  <a:cubicBezTo>
                    <a:pt x="120" y="20820"/>
                    <a:pt x="-164" y="21449"/>
                    <a:pt x="129" y="21525"/>
                  </a:cubicBezTo>
                  <a:cubicBezTo>
                    <a:pt x="423" y="21600"/>
                    <a:pt x="1188" y="21095"/>
                    <a:pt x="1291" y="20984"/>
                  </a:cubicBezTo>
                  <a:lnTo>
                    <a:pt x="1546" y="20707"/>
                  </a:lnTo>
                  <a:cubicBezTo>
                    <a:pt x="1228" y="20825"/>
                    <a:pt x="959" y="20878"/>
                    <a:pt x="774" y="20830"/>
                  </a:cubicBezTo>
                  <a:cubicBezTo>
                    <a:pt x="630" y="20793"/>
                    <a:pt x="555" y="20685"/>
                    <a:pt x="516" y="20547"/>
                  </a:cubicBez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59" name="Shape 34225">
              <a:extLst>
                <a:ext uri="{FF2B5EF4-FFF2-40B4-BE49-F238E27FC236}">
                  <a16:creationId xmlns:a16="http://schemas.microsoft.com/office/drawing/2014/main" id="{B2C2093B-2903-7645-924E-AE557A1B4E2F}"/>
                </a:ext>
              </a:extLst>
            </p:cNvPr>
            <p:cNvSpPr/>
            <p:nvPr/>
          </p:nvSpPr>
          <p:spPr>
            <a:xfrm>
              <a:off x="12788908" y="11202698"/>
              <a:ext cx="425116" cy="118066"/>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60" name="Shape 34226">
              <a:extLst>
                <a:ext uri="{FF2B5EF4-FFF2-40B4-BE49-F238E27FC236}">
                  <a16:creationId xmlns:a16="http://schemas.microsoft.com/office/drawing/2014/main" id="{F8DC914E-206B-1540-9682-DF732C1AABA2}"/>
                </a:ext>
              </a:extLst>
            </p:cNvPr>
            <p:cNvSpPr/>
            <p:nvPr/>
          </p:nvSpPr>
          <p:spPr>
            <a:xfrm>
              <a:off x="12691600" y="7661988"/>
              <a:ext cx="463732" cy="545588"/>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61" name="Shape 34227">
              <a:extLst>
                <a:ext uri="{FF2B5EF4-FFF2-40B4-BE49-F238E27FC236}">
                  <a16:creationId xmlns:a16="http://schemas.microsoft.com/office/drawing/2014/main" id="{B6FFCBE8-A60F-AB44-9F2B-B5E525F85DED}"/>
                </a:ext>
              </a:extLst>
            </p:cNvPr>
            <p:cNvSpPr/>
            <p:nvPr/>
          </p:nvSpPr>
          <p:spPr>
            <a:xfrm>
              <a:off x="11861838" y="8796062"/>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0097" tIns="20097" rIns="20097" bIns="20097"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62" name="Shape 34228">
              <a:extLst>
                <a:ext uri="{FF2B5EF4-FFF2-40B4-BE49-F238E27FC236}">
                  <a16:creationId xmlns:a16="http://schemas.microsoft.com/office/drawing/2014/main" id="{ABCC7F82-E81C-AC46-9958-E758BE253B70}"/>
                </a:ext>
              </a:extLst>
            </p:cNvPr>
            <p:cNvSpPr/>
            <p:nvPr/>
          </p:nvSpPr>
          <p:spPr>
            <a:xfrm>
              <a:off x="9057539" y="5652197"/>
              <a:ext cx="565072" cy="648758"/>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63" name="Shape 34229">
              <a:extLst>
                <a:ext uri="{FF2B5EF4-FFF2-40B4-BE49-F238E27FC236}">
                  <a16:creationId xmlns:a16="http://schemas.microsoft.com/office/drawing/2014/main" id="{27E886E0-3179-EB48-8E9B-5A434C9B72ED}"/>
                </a:ext>
              </a:extLst>
            </p:cNvPr>
            <p:cNvSpPr/>
            <p:nvPr/>
          </p:nvSpPr>
          <p:spPr>
            <a:xfrm>
              <a:off x="14430703" y="5653180"/>
              <a:ext cx="678286" cy="60967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64" name="Shape 34230">
              <a:extLst>
                <a:ext uri="{FF2B5EF4-FFF2-40B4-BE49-F238E27FC236}">
                  <a16:creationId xmlns:a16="http://schemas.microsoft.com/office/drawing/2014/main" id="{518DA637-C217-2040-8860-A6D82835697C}"/>
                </a:ext>
              </a:extLst>
            </p:cNvPr>
            <p:cNvSpPr/>
            <p:nvPr/>
          </p:nvSpPr>
          <p:spPr>
            <a:xfrm>
              <a:off x="14217720" y="6775957"/>
              <a:ext cx="333440" cy="666878"/>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65" name="Shape 34231">
              <a:extLst>
                <a:ext uri="{FF2B5EF4-FFF2-40B4-BE49-F238E27FC236}">
                  <a16:creationId xmlns:a16="http://schemas.microsoft.com/office/drawing/2014/main" id="{2D80DB7A-3D73-544A-9B3B-1736A79F99EC}"/>
                </a:ext>
              </a:extLst>
            </p:cNvPr>
            <p:cNvSpPr/>
            <p:nvPr/>
          </p:nvSpPr>
          <p:spPr>
            <a:xfrm>
              <a:off x="12484545" y="3228311"/>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66" name="Shape 34232">
              <a:extLst>
                <a:ext uri="{FF2B5EF4-FFF2-40B4-BE49-F238E27FC236}">
                  <a16:creationId xmlns:a16="http://schemas.microsoft.com/office/drawing/2014/main" id="{C007FB6C-BFDF-0949-ABE0-D03402E90863}"/>
                </a:ext>
              </a:extLst>
            </p:cNvPr>
            <p:cNvSpPr/>
            <p:nvPr/>
          </p:nvSpPr>
          <p:spPr>
            <a:xfrm>
              <a:off x="11791096" y="11232556"/>
              <a:ext cx="130464" cy="279620"/>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67" name="Shape 34233">
              <a:extLst>
                <a:ext uri="{FF2B5EF4-FFF2-40B4-BE49-F238E27FC236}">
                  <a16:creationId xmlns:a16="http://schemas.microsoft.com/office/drawing/2014/main" id="{60D384DC-794B-9144-BA29-4A8A38D10665}"/>
                </a:ext>
              </a:extLst>
            </p:cNvPr>
            <p:cNvSpPr/>
            <p:nvPr/>
          </p:nvSpPr>
          <p:spPr>
            <a:xfrm>
              <a:off x="11084739" y="4570184"/>
              <a:ext cx="304442" cy="392838"/>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68" name="Shape 34234">
              <a:extLst>
                <a:ext uri="{FF2B5EF4-FFF2-40B4-BE49-F238E27FC236}">
                  <a16:creationId xmlns:a16="http://schemas.microsoft.com/office/drawing/2014/main" id="{C98463EB-5F76-F043-BCEE-2B5BE2C56B58}"/>
                </a:ext>
              </a:extLst>
            </p:cNvPr>
            <p:cNvSpPr/>
            <p:nvPr/>
          </p:nvSpPr>
          <p:spPr>
            <a:xfrm>
              <a:off x="10710090" y="4258444"/>
              <a:ext cx="419088" cy="39283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69" name="Shape 34235">
              <a:extLst>
                <a:ext uri="{FF2B5EF4-FFF2-40B4-BE49-F238E27FC236}">
                  <a16:creationId xmlns:a16="http://schemas.microsoft.com/office/drawing/2014/main" id="{AEF8A314-7446-3E4F-8E0B-288049BCE97C}"/>
                </a:ext>
              </a:extLst>
            </p:cNvPr>
            <p:cNvSpPr/>
            <p:nvPr/>
          </p:nvSpPr>
          <p:spPr>
            <a:xfrm>
              <a:off x="9790862" y="4363012"/>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70" name="Shape 34236">
              <a:extLst>
                <a:ext uri="{FF2B5EF4-FFF2-40B4-BE49-F238E27FC236}">
                  <a16:creationId xmlns:a16="http://schemas.microsoft.com/office/drawing/2014/main" id="{B0CAC1F7-C823-3549-8632-8D57E8493972}"/>
                </a:ext>
              </a:extLst>
            </p:cNvPr>
            <p:cNvSpPr/>
            <p:nvPr/>
          </p:nvSpPr>
          <p:spPr>
            <a:xfrm>
              <a:off x="12210021" y="7840631"/>
              <a:ext cx="346528" cy="281582"/>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71" name="Shape 34237">
              <a:extLst>
                <a:ext uri="{FF2B5EF4-FFF2-40B4-BE49-F238E27FC236}">
                  <a16:creationId xmlns:a16="http://schemas.microsoft.com/office/drawing/2014/main" id="{60CE57F0-9E16-6B42-986C-2BB9440960D7}"/>
                </a:ext>
              </a:extLst>
            </p:cNvPr>
            <p:cNvSpPr/>
            <p:nvPr/>
          </p:nvSpPr>
          <p:spPr>
            <a:xfrm>
              <a:off x="11135547" y="921478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72" name="Shape 34238">
              <a:extLst>
                <a:ext uri="{FF2B5EF4-FFF2-40B4-BE49-F238E27FC236}">
                  <a16:creationId xmlns:a16="http://schemas.microsoft.com/office/drawing/2014/main" id="{E15769EC-3CE4-4540-8A3A-0B5A4863E915}"/>
                </a:ext>
              </a:extLst>
            </p:cNvPr>
            <p:cNvSpPr/>
            <p:nvPr/>
          </p:nvSpPr>
          <p:spPr>
            <a:xfrm>
              <a:off x="13971261" y="772106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73" name="Shape 34239">
              <a:extLst>
                <a:ext uri="{FF2B5EF4-FFF2-40B4-BE49-F238E27FC236}">
                  <a16:creationId xmlns:a16="http://schemas.microsoft.com/office/drawing/2014/main" id="{2318D5A1-8E4F-FD4D-A072-E437369ED7C4}"/>
                </a:ext>
              </a:extLst>
            </p:cNvPr>
            <p:cNvSpPr/>
            <p:nvPr/>
          </p:nvSpPr>
          <p:spPr>
            <a:xfrm>
              <a:off x="13086555" y="5888971"/>
              <a:ext cx="304442" cy="392840"/>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74" name="Shape 34240">
              <a:extLst>
                <a:ext uri="{FF2B5EF4-FFF2-40B4-BE49-F238E27FC236}">
                  <a16:creationId xmlns:a16="http://schemas.microsoft.com/office/drawing/2014/main" id="{5761DB39-B4CB-D04B-A85D-E5A9018DA36B}"/>
                </a:ext>
              </a:extLst>
            </p:cNvPr>
            <p:cNvSpPr/>
            <p:nvPr/>
          </p:nvSpPr>
          <p:spPr>
            <a:xfrm>
              <a:off x="12718729" y="8725244"/>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75" name="Shape 34241">
              <a:extLst>
                <a:ext uri="{FF2B5EF4-FFF2-40B4-BE49-F238E27FC236}">
                  <a16:creationId xmlns:a16="http://schemas.microsoft.com/office/drawing/2014/main" id="{7120EF9B-E117-674C-9431-46B618401F72}"/>
                </a:ext>
              </a:extLst>
            </p:cNvPr>
            <p:cNvSpPr/>
            <p:nvPr/>
          </p:nvSpPr>
          <p:spPr>
            <a:xfrm>
              <a:off x="11342014" y="7513407"/>
              <a:ext cx="272208" cy="366146"/>
            </a:xfrm>
            <a:custGeom>
              <a:avLst/>
              <a:gdLst/>
              <a:ahLst/>
              <a:cxnLst>
                <a:cxn ang="0">
                  <a:pos x="wd2" y="hd2"/>
                </a:cxn>
                <a:cxn ang="5400000">
                  <a:pos x="wd2" y="hd2"/>
                </a:cxn>
                <a:cxn ang="10800000">
                  <a:pos x="wd2" y="hd2"/>
                </a:cxn>
                <a:cxn ang="16200000">
                  <a:pos x="wd2" y="hd2"/>
                </a:cxn>
              </a:cxnLst>
              <a:rect l="0" t="0" r="r" b="b"/>
              <a:pathLst>
                <a:path w="19711" h="20821" extrusionOk="0">
                  <a:moveTo>
                    <a:pt x="12499" y="13303"/>
                  </a:moveTo>
                  <a:cubicBezTo>
                    <a:pt x="13474" y="15282"/>
                    <a:pt x="14406" y="17194"/>
                    <a:pt x="14461" y="19063"/>
                  </a:cubicBezTo>
                  <a:cubicBezTo>
                    <a:pt x="14479" y="19633"/>
                    <a:pt x="14582" y="20311"/>
                    <a:pt x="14210" y="20821"/>
                  </a:cubicBezTo>
                  <a:cubicBezTo>
                    <a:pt x="10525" y="17927"/>
                    <a:pt x="9838" y="14212"/>
                    <a:pt x="8115" y="11051"/>
                  </a:cubicBezTo>
                  <a:cubicBezTo>
                    <a:pt x="6053" y="10122"/>
                    <a:pt x="4570" y="7480"/>
                    <a:pt x="6196" y="6231"/>
                  </a:cubicBezTo>
                  <a:cubicBezTo>
                    <a:pt x="8553" y="4419"/>
                    <a:pt x="10035" y="7345"/>
                    <a:pt x="10598" y="8773"/>
                  </a:cubicBezTo>
                  <a:cubicBezTo>
                    <a:pt x="10906" y="9555"/>
                    <a:pt x="10989" y="10416"/>
                    <a:pt x="11671" y="11094"/>
                  </a:cubicBezTo>
                  <a:cubicBezTo>
                    <a:pt x="13112" y="12518"/>
                    <a:pt x="15601" y="11340"/>
                    <a:pt x="16169" y="9915"/>
                  </a:cubicBezTo>
                  <a:cubicBezTo>
                    <a:pt x="16983" y="7871"/>
                    <a:pt x="15656" y="5461"/>
                    <a:pt x="13976" y="3794"/>
                  </a:cubicBezTo>
                  <a:cubicBezTo>
                    <a:pt x="11415" y="1258"/>
                    <a:pt x="6416" y="1969"/>
                    <a:pt x="3932" y="4842"/>
                  </a:cubicBezTo>
                  <a:cubicBezTo>
                    <a:pt x="2652" y="6323"/>
                    <a:pt x="2147" y="8434"/>
                    <a:pt x="3515" y="10418"/>
                  </a:cubicBezTo>
                  <a:cubicBezTo>
                    <a:pt x="4236" y="11464"/>
                    <a:pt x="5170" y="12108"/>
                    <a:pt x="6136" y="12400"/>
                  </a:cubicBezTo>
                  <a:cubicBezTo>
                    <a:pt x="6282" y="12445"/>
                    <a:pt x="6666" y="12458"/>
                    <a:pt x="6895" y="12661"/>
                  </a:cubicBezTo>
                  <a:cubicBezTo>
                    <a:pt x="7361" y="13074"/>
                    <a:pt x="7439" y="13745"/>
                    <a:pt x="7417" y="14249"/>
                  </a:cubicBezTo>
                  <a:cubicBezTo>
                    <a:pt x="5334" y="14777"/>
                    <a:pt x="3377" y="14023"/>
                    <a:pt x="1894" y="12542"/>
                  </a:cubicBezTo>
                  <a:cubicBezTo>
                    <a:pt x="-1478" y="9170"/>
                    <a:pt x="-94" y="4513"/>
                    <a:pt x="4049" y="1953"/>
                  </a:cubicBezTo>
                  <a:cubicBezTo>
                    <a:pt x="8469" y="-779"/>
                    <a:pt x="13971" y="-622"/>
                    <a:pt x="16956" y="2276"/>
                  </a:cubicBezTo>
                  <a:cubicBezTo>
                    <a:pt x="19176" y="4430"/>
                    <a:pt x="20122" y="7281"/>
                    <a:pt x="19546" y="9389"/>
                  </a:cubicBezTo>
                  <a:cubicBezTo>
                    <a:pt x="19112" y="10973"/>
                    <a:pt x="17273" y="13272"/>
                    <a:pt x="14367" y="13517"/>
                  </a:cubicBezTo>
                  <a:cubicBezTo>
                    <a:pt x="13720" y="13571"/>
                    <a:pt x="13303" y="13441"/>
                    <a:pt x="12499" y="1330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76" name="Shape 34242">
              <a:extLst>
                <a:ext uri="{FF2B5EF4-FFF2-40B4-BE49-F238E27FC236}">
                  <a16:creationId xmlns:a16="http://schemas.microsoft.com/office/drawing/2014/main" id="{79667B63-8A24-5C4F-84B0-559E7AF48A1F}"/>
                </a:ext>
              </a:extLst>
            </p:cNvPr>
            <p:cNvSpPr/>
            <p:nvPr/>
          </p:nvSpPr>
          <p:spPr>
            <a:xfrm>
              <a:off x="14349166" y="3565132"/>
              <a:ext cx="272152" cy="351174"/>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77" name="Shape 34243">
              <a:extLst>
                <a:ext uri="{FF2B5EF4-FFF2-40B4-BE49-F238E27FC236}">
                  <a16:creationId xmlns:a16="http://schemas.microsoft.com/office/drawing/2014/main" id="{746A0077-B4EF-CD48-8438-75C7C93D92FE}"/>
                </a:ext>
              </a:extLst>
            </p:cNvPr>
            <p:cNvSpPr/>
            <p:nvPr/>
          </p:nvSpPr>
          <p:spPr>
            <a:xfrm>
              <a:off x="10163109" y="5879849"/>
              <a:ext cx="373972" cy="35054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78" name="Shape 34244">
              <a:extLst>
                <a:ext uri="{FF2B5EF4-FFF2-40B4-BE49-F238E27FC236}">
                  <a16:creationId xmlns:a16="http://schemas.microsoft.com/office/drawing/2014/main" id="{F6303F22-24FA-7B4B-949C-2985C272BEB4}"/>
                </a:ext>
              </a:extLst>
            </p:cNvPr>
            <p:cNvSpPr/>
            <p:nvPr/>
          </p:nvSpPr>
          <p:spPr>
            <a:xfrm>
              <a:off x="14467934" y="6264695"/>
              <a:ext cx="347528" cy="3257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79" name="Shape 34245">
              <a:extLst>
                <a:ext uri="{FF2B5EF4-FFF2-40B4-BE49-F238E27FC236}">
                  <a16:creationId xmlns:a16="http://schemas.microsoft.com/office/drawing/2014/main" id="{AECAC8E2-9D6D-B34D-B179-6DE5D6D08150}"/>
                </a:ext>
              </a:extLst>
            </p:cNvPr>
            <p:cNvSpPr/>
            <p:nvPr/>
          </p:nvSpPr>
          <p:spPr>
            <a:xfrm>
              <a:off x="12353445" y="9604415"/>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80" name="Shape 34246">
              <a:extLst>
                <a:ext uri="{FF2B5EF4-FFF2-40B4-BE49-F238E27FC236}">
                  <a16:creationId xmlns:a16="http://schemas.microsoft.com/office/drawing/2014/main" id="{68DB749F-8E6E-894D-AF7D-C679B012C47B}"/>
                </a:ext>
              </a:extLst>
            </p:cNvPr>
            <p:cNvSpPr/>
            <p:nvPr/>
          </p:nvSpPr>
          <p:spPr>
            <a:xfrm>
              <a:off x="11817349" y="7826120"/>
              <a:ext cx="266022"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81" name="Shape 34247">
              <a:extLst>
                <a:ext uri="{FF2B5EF4-FFF2-40B4-BE49-F238E27FC236}">
                  <a16:creationId xmlns:a16="http://schemas.microsoft.com/office/drawing/2014/main" id="{1ABFF129-E80C-F247-A754-2125E18173ED}"/>
                </a:ext>
              </a:extLst>
            </p:cNvPr>
            <p:cNvSpPr/>
            <p:nvPr/>
          </p:nvSpPr>
          <p:spPr>
            <a:xfrm>
              <a:off x="10728159" y="11858687"/>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0097" tIns="20097" rIns="20097" bIns="20097"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82" name="Shape 34248">
              <a:extLst>
                <a:ext uri="{FF2B5EF4-FFF2-40B4-BE49-F238E27FC236}">
                  <a16:creationId xmlns:a16="http://schemas.microsoft.com/office/drawing/2014/main" id="{7EA4D8CC-C1B2-A14A-9C66-409A714C6357}"/>
                </a:ext>
              </a:extLst>
            </p:cNvPr>
            <p:cNvSpPr/>
            <p:nvPr/>
          </p:nvSpPr>
          <p:spPr>
            <a:xfrm>
              <a:off x="11187068" y="11262359"/>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83" name="Shape 34249">
              <a:extLst>
                <a:ext uri="{FF2B5EF4-FFF2-40B4-BE49-F238E27FC236}">
                  <a16:creationId xmlns:a16="http://schemas.microsoft.com/office/drawing/2014/main" id="{A49387FC-C1C9-8640-8B35-6D58A8D1920C}"/>
                </a:ext>
              </a:extLst>
            </p:cNvPr>
            <p:cNvSpPr/>
            <p:nvPr/>
          </p:nvSpPr>
          <p:spPr>
            <a:xfrm>
              <a:off x="11097651" y="11556529"/>
              <a:ext cx="363722" cy="489364"/>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84" name="Shape 34250">
              <a:extLst>
                <a:ext uri="{FF2B5EF4-FFF2-40B4-BE49-F238E27FC236}">
                  <a16:creationId xmlns:a16="http://schemas.microsoft.com/office/drawing/2014/main" id="{929D6D8D-C30E-1E44-9447-2159C55BBC73}"/>
                </a:ext>
              </a:extLst>
            </p:cNvPr>
            <p:cNvSpPr/>
            <p:nvPr/>
          </p:nvSpPr>
          <p:spPr>
            <a:xfrm>
              <a:off x="11475026" y="12061751"/>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85" name="Shape 34251">
              <a:extLst>
                <a:ext uri="{FF2B5EF4-FFF2-40B4-BE49-F238E27FC236}">
                  <a16:creationId xmlns:a16="http://schemas.microsoft.com/office/drawing/2014/main" id="{AA59C61D-8D16-4F45-82E5-8A19584579B4}"/>
                </a:ext>
              </a:extLst>
            </p:cNvPr>
            <p:cNvSpPr/>
            <p:nvPr/>
          </p:nvSpPr>
          <p:spPr>
            <a:xfrm>
              <a:off x="11001064" y="12147982"/>
              <a:ext cx="241994" cy="27962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86" name="Shape 34252">
              <a:extLst>
                <a:ext uri="{FF2B5EF4-FFF2-40B4-BE49-F238E27FC236}">
                  <a16:creationId xmlns:a16="http://schemas.microsoft.com/office/drawing/2014/main" id="{532D4F21-EDC3-5A43-BEE7-D7F38D49BCF1}"/>
                </a:ext>
              </a:extLst>
            </p:cNvPr>
            <p:cNvSpPr/>
            <p:nvPr/>
          </p:nvSpPr>
          <p:spPr>
            <a:xfrm>
              <a:off x="11499317" y="12714275"/>
              <a:ext cx="353634" cy="243124"/>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0097" tIns="20097" rIns="20097" bIns="20097" numCol="1"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87" name="Shape 34253">
              <a:extLst>
                <a:ext uri="{FF2B5EF4-FFF2-40B4-BE49-F238E27FC236}">
                  <a16:creationId xmlns:a16="http://schemas.microsoft.com/office/drawing/2014/main" id="{F78AB9E7-9FBD-3D4F-9F6B-430237196299}"/>
                </a:ext>
              </a:extLst>
            </p:cNvPr>
            <p:cNvSpPr/>
            <p:nvPr/>
          </p:nvSpPr>
          <p:spPr>
            <a:xfrm rot="1920000">
              <a:off x="12259440" y="12552699"/>
              <a:ext cx="459460" cy="127604"/>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88" name="Shape 34254">
              <a:extLst>
                <a:ext uri="{FF2B5EF4-FFF2-40B4-BE49-F238E27FC236}">
                  <a16:creationId xmlns:a16="http://schemas.microsoft.com/office/drawing/2014/main" id="{D6B4C8F8-34FF-BB45-A84F-10FC705BF7EC}"/>
                </a:ext>
              </a:extLst>
            </p:cNvPr>
            <p:cNvSpPr/>
            <p:nvPr/>
          </p:nvSpPr>
          <p:spPr>
            <a:xfrm>
              <a:off x="10340903" y="5125500"/>
              <a:ext cx="609452" cy="544702"/>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89" name="Shape 34255">
              <a:extLst>
                <a:ext uri="{FF2B5EF4-FFF2-40B4-BE49-F238E27FC236}">
                  <a16:creationId xmlns:a16="http://schemas.microsoft.com/office/drawing/2014/main" id="{535F2128-52E3-7043-86CD-F3523629279F}"/>
                </a:ext>
              </a:extLst>
            </p:cNvPr>
            <p:cNvSpPr/>
            <p:nvPr/>
          </p:nvSpPr>
          <p:spPr>
            <a:xfrm>
              <a:off x="9854702" y="4803941"/>
              <a:ext cx="502982" cy="459644"/>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90" name="Shape 34256">
              <a:extLst>
                <a:ext uri="{FF2B5EF4-FFF2-40B4-BE49-F238E27FC236}">
                  <a16:creationId xmlns:a16="http://schemas.microsoft.com/office/drawing/2014/main" id="{71402C4C-7E53-A840-8C21-BF78B8BF7C4B}"/>
                </a:ext>
              </a:extLst>
            </p:cNvPr>
            <p:cNvSpPr/>
            <p:nvPr/>
          </p:nvSpPr>
          <p:spPr>
            <a:xfrm>
              <a:off x="10882778" y="5040627"/>
              <a:ext cx="347554" cy="302336"/>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91" name="Shape 34257">
              <a:extLst>
                <a:ext uri="{FF2B5EF4-FFF2-40B4-BE49-F238E27FC236}">
                  <a16:creationId xmlns:a16="http://schemas.microsoft.com/office/drawing/2014/main" id="{451E88F3-2CAC-3347-A71D-660C63FE9B62}"/>
                </a:ext>
              </a:extLst>
            </p:cNvPr>
            <p:cNvSpPr/>
            <p:nvPr/>
          </p:nvSpPr>
          <p:spPr>
            <a:xfrm>
              <a:off x="10466323" y="4715507"/>
              <a:ext cx="342888" cy="302336"/>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92" name="Shape 34258">
              <a:extLst>
                <a:ext uri="{FF2B5EF4-FFF2-40B4-BE49-F238E27FC236}">
                  <a16:creationId xmlns:a16="http://schemas.microsoft.com/office/drawing/2014/main" id="{4600B15C-B1CE-8C43-A001-F032A47E79C9}"/>
                </a:ext>
              </a:extLst>
            </p:cNvPr>
            <p:cNvSpPr/>
            <p:nvPr/>
          </p:nvSpPr>
          <p:spPr>
            <a:xfrm>
              <a:off x="13456598" y="7929263"/>
              <a:ext cx="368866" cy="3296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93" name="Shape 34259">
              <a:extLst>
                <a:ext uri="{FF2B5EF4-FFF2-40B4-BE49-F238E27FC236}">
                  <a16:creationId xmlns:a16="http://schemas.microsoft.com/office/drawing/2014/main" id="{6648563B-76C8-C44E-AAF1-EE68B74541F2}"/>
                </a:ext>
              </a:extLst>
            </p:cNvPr>
            <p:cNvSpPr/>
            <p:nvPr/>
          </p:nvSpPr>
          <p:spPr>
            <a:xfrm>
              <a:off x="12160172" y="6699066"/>
              <a:ext cx="392924" cy="3511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94" name="Shape 34260">
              <a:extLst>
                <a:ext uri="{FF2B5EF4-FFF2-40B4-BE49-F238E27FC236}">
                  <a16:creationId xmlns:a16="http://schemas.microsoft.com/office/drawing/2014/main" id="{1FAF234E-B86A-2C42-90C2-949CAFF6C11B}"/>
                </a:ext>
              </a:extLst>
            </p:cNvPr>
            <p:cNvSpPr/>
            <p:nvPr/>
          </p:nvSpPr>
          <p:spPr>
            <a:xfrm>
              <a:off x="10867845" y="10886425"/>
              <a:ext cx="279004" cy="249360"/>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95" name="Shape 34261">
              <a:extLst>
                <a:ext uri="{FF2B5EF4-FFF2-40B4-BE49-F238E27FC236}">
                  <a16:creationId xmlns:a16="http://schemas.microsoft.com/office/drawing/2014/main" id="{3DDFE104-BAB9-4144-9FAF-758887D423E1}"/>
                </a:ext>
              </a:extLst>
            </p:cNvPr>
            <p:cNvSpPr/>
            <p:nvPr/>
          </p:nvSpPr>
          <p:spPr>
            <a:xfrm>
              <a:off x="12725585" y="12289966"/>
              <a:ext cx="373054" cy="303140"/>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96" name="Shape 34262">
              <a:extLst>
                <a:ext uri="{FF2B5EF4-FFF2-40B4-BE49-F238E27FC236}">
                  <a16:creationId xmlns:a16="http://schemas.microsoft.com/office/drawing/2014/main" id="{48EC4AD8-1743-6549-8790-CF4EBEE8AC66}"/>
                </a:ext>
              </a:extLst>
            </p:cNvPr>
            <p:cNvSpPr/>
            <p:nvPr/>
          </p:nvSpPr>
          <p:spPr>
            <a:xfrm>
              <a:off x="13639147" y="5652275"/>
              <a:ext cx="728794" cy="541076"/>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97" name="Shape 34263">
              <a:extLst>
                <a:ext uri="{FF2B5EF4-FFF2-40B4-BE49-F238E27FC236}">
                  <a16:creationId xmlns:a16="http://schemas.microsoft.com/office/drawing/2014/main" id="{3BFF5DC1-F4BF-4440-8FFA-5BC15586B5AB}"/>
                </a:ext>
              </a:extLst>
            </p:cNvPr>
            <p:cNvSpPr/>
            <p:nvPr/>
          </p:nvSpPr>
          <p:spPr>
            <a:xfrm>
              <a:off x="14075163" y="6302567"/>
              <a:ext cx="163854" cy="351178"/>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98" name="Shape 34264">
              <a:extLst>
                <a:ext uri="{FF2B5EF4-FFF2-40B4-BE49-F238E27FC236}">
                  <a16:creationId xmlns:a16="http://schemas.microsoft.com/office/drawing/2014/main" id="{53D2F0B9-19F7-4645-8207-B4C0D67B09CE}"/>
                </a:ext>
              </a:extLst>
            </p:cNvPr>
            <p:cNvSpPr/>
            <p:nvPr/>
          </p:nvSpPr>
          <p:spPr>
            <a:xfrm>
              <a:off x="11378351" y="9431234"/>
              <a:ext cx="527920" cy="391942"/>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sp>
          <p:nvSpPr>
            <p:cNvPr id="99" name="Shape 34265">
              <a:extLst>
                <a:ext uri="{FF2B5EF4-FFF2-40B4-BE49-F238E27FC236}">
                  <a16:creationId xmlns:a16="http://schemas.microsoft.com/office/drawing/2014/main" id="{9DCA91D0-7436-AB44-AED2-7206D8E249E7}"/>
                </a:ext>
              </a:extLst>
            </p:cNvPr>
            <p:cNvSpPr/>
            <p:nvPr/>
          </p:nvSpPr>
          <p:spPr>
            <a:xfrm>
              <a:off x="13182794" y="4769147"/>
              <a:ext cx="316260" cy="234800"/>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99" b="0" i="0" u="none" strike="noStrike" kern="1200" cap="none" spc="0" normalizeH="0" baseline="0" noProof="0">
                <a:ln>
                  <a:noFill/>
                </a:ln>
                <a:solidFill>
                  <a:prstClr val="black"/>
                </a:solidFill>
                <a:effectLst/>
                <a:uLnTx/>
                <a:uFillTx/>
                <a:latin typeface="Lato Light" panose="020F0502020204030203" pitchFamily="34" charset="0"/>
                <a:ea typeface="+mn-ea"/>
                <a:cs typeface="+mn-cs"/>
              </a:endParaRPr>
            </a:p>
          </p:txBody>
        </p:sp>
      </p:grpSp>
    </p:spTree>
    <p:extLst>
      <p:ext uri="{BB962C8B-B14F-4D97-AF65-F5344CB8AC3E}">
        <p14:creationId xmlns:p14="http://schemas.microsoft.com/office/powerpoint/2010/main" val="42825768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1"/>
</p:tagLst>
</file>

<file path=ppt/tags/tag3.xml><?xml version="1.0" encoding="utf-8"?>
<p:tagLst xmlns:a="http://schemas.openxmlformats.org/drawingml/2006/main" xmlns:r="http://schemas.openxmlformats.org/officeDocument/2006/relationships" xmlns:p="http://schemas.openxmlformats.org/presentationml/2006/main">
  <p:tag name="NUM" val="2"/>
</p:tagLst>
</file>

<file path=ppt/tags/tag4.xml><?xml version="1.0" encoding="utf-8"?>
<p:tagLst xmlns:a="http://schemas.openxmlformats.org/drawingml/2006/main" xmlns:r="http://schemas.openxmlformats.org/officeDocument/2006/relationships" xmlns:p="http://schemas.openxmlformats.org/presentationml/2006/main">
  <p:tag name="NUM" val="3"/>
</p:tagLst>
</file>

<file path=ppt/tags/tag5.xml><?xml version="1.0" encoding="utf-8"?>
<p:tagLst xmlns:a="http://schemas.openxmlformats.org/drawingml/2006/main" xmlns:r="http://schemas.openxmlformats.org/officeDocument/2006/relationships" xmlns:p="http://schemas.openxmlformats.org/presentationml/2006/main">
  <p:tag name="NUM" val="4"/>
</p:tagLst>
</file>

<file path=ppt/tags/tag6.xml><?xml version="1.0" encoding="utf-8"?>
<p:tagLst xmlns:a="http://schemas.openxmlformats.org/drawingml/2006/main" xmlns:r="http://schemas.openxmlformats.org/officeDocument/2006/relationships" xmlns:p="http://schemas.openxmlformats.org/presentationml/2006/main">
  <p:tag name="NUM" val="5"/>
</p:tagLst>
</file>

<file path=ppt/tags/tag7.xml><?xml version="1.0" encoding="utf-8"?>
<p:tagLst xmlns:a="http://schemas.openxmlformats.org/drawingml/2006/main" xmlns:r="http://schemas.openxmlformats.org/officeDocument/2006/relationships" xmlns:p="http://schemas.openxmlformats.org/presentationml/2006/main">
  <p:tag name="NUM" val="1"/>
</p:tagLst>
</file>

<file path=ppt/tags/tag8.xml><?xml version="1.0" encoding="utf-8"?>
<p:tagLst xmlns:a="http://schemas.openxmlformats.org/drawingml/2006/main" xmlns:r="http://schemas.openxmlformats.org/officeDocument/2006/relationships" xmlns:p="http://schemas.openxmlformats.org/presentationml/2006/main">
  <p:tag name="NUM" val="2"/>
</p:tagLst>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FCD_F">
  <a:themeElements>
    <a:clrScheme name="HEC ED">
      <a:dk1>
        <a:srgbClr val="000000"/>
      </a:dk1>
      <a:lt1>
        <a:srgbClr val="FFFFFF"/>
      </a:lt1>
      <a:dk2>
        <a:srgbClr val="003C71"/>
      </a:dk2>
      <a:lt2>
        <a:srgbClr val="003C71"/>
      </a:lt2>
      <a:accent1>
        <a:srgbClr val="009FDF"/>
      </a:accent1>
      <a:accent2>
        <a:srgbClr val="009FDF"/>
      </a:accent2>
      <a:accent3>
        <a:srgbClr val="97999B"/>
      </a:accent3>
      <a:accent4>
        <a:srgbClr val="97999B"/>
      </a:accent4>
      <a:accent5>
        <a:srgbClr val="3CB5E6"/>
      </a:accent5>
      <a:accent6>
        <a:srgbClr val="3CB5E6"/>
      </a:accent6>
      <a:hlink>
        <a:srgbClr val="009FDF"/>
      </a:hlink>
      <a:folHlink>
        <a:srgbClr val="009FDF"/>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ème FCD_F" id="{08654BEC-F64F-473F-AF2B-36F3D2CE5BC3}" vid="{8917B93F-FFD9-4619-9788-391FA70B431E}"/>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1206</TotalTime>
  <Words>1550</Words>
  <Application>Microsoft Office PowerPoint</Application>
  <PresentationFormat>Grand écran</PresentationFormat>
  <Paragraphs>172</Paragraphs>
  <Slides>16</Slides>
  <Notes>12</Notes>
  <HiddenSlides>0</HiddenSlides>
  <MMClips>0</MMClips>
  <ScaleCrop>false</ScaleCrop>
  <HeadingPairs>
    <vt:vector size="6" baseType="variant">
      <vt:variant>
        <vt:lpstr>Polices utilisées</vt:lpstr>
      </vt:variant>
      <vt:variant>
        <vt:i4>6</vt:i4>
      </vt:variant>
      <vt:variant>
        <vt:lpstr>Thème</vt:lpstr>
      </vt:variant>
      <vt:variant>
        <vt:i4>2</vt:i4>
      </vt:variant>
      <vt:variant>
        <vt:lpstr>Titres des diapositives</vt:lpstr>
      </vt:variant>
      <vt:variant>
        <vt:i4>16</vt:i4>
      </vt:variant>
    </vt:vector>
  </HeadingPairs>
  <TitlesOfParts>
    <vt:vector size="24" baseType="lpstr">
      <vt:lpstr>Arial</vt:lpstr>
      <vt:lpstr>Calibri</vt:lpstr>
      <vt:lpstr>Calibri Light</vt:lpstr>
      <vt:lpstr>Century Gothic</vt:lpstr>
      <vt:lpstr>Lato Light</vt:lpstr>
      <vt:lpstr>Wingdings</vt:lpstr>
      <vt:lpstr>Office Theme</vt:lpstr>
      <vt:lpstr>Thème FCD_F</vt:lpstr>
      <vt:lpstr>Présentation PowerPoint</vt:lpstr>
      <vt:lpstr>Présentation PowerPoint</vt:lpstr>
      <vt:lpstr>Origine des enjeux en lien avec la rémunération incitative</vt:lpstr>
      <vt:lpstr>Rémunération incitative</vt:lpstr>
      <vt:lpstr>Gestion des risques en lien avec la   Rémunération incitative</vt:lpstr>
      <vt:lpstr>Comment apprécier les mesures incitatives</vt:lpstr>
      <vt:lpstr>Présentation PowerPoint</vt:lpstr>
      <vt:lpstr>Présentation PowerPoint</vt:lpstr>
      <vt:lpstr>Présentation PowerPoint</vt:lpstr>
      <vt:lpstr>Présentation PowerPoint</vt:lpstr>
      <vt:lpstr>Présentation PowerPoint</vt:lpstr>
      <vt:lpstr>+</vt:lpstr>
      <vt:lpstr>Présentation PowerPoint</vt:lpstr>
      <vt:lpstr>Présentation PowerPoint</vt:lpstr>
      <vt:lpstr>Bon succès!</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Claude Laurin</dc:creator>
  <cp:lastModifiedBy>SOKRI Marzouk</cp:lastModifiedBy>
  <cp:revision>5</cp:revision>
  <dcterms:created xsi:type="dcterms:W3CDTF">2022-10-17T14:42:45Z</dcterms:created>
  <dcterms:modified xsi:type="dcterms:W3CDTF">2025-02-20T12:21:37Z</dcterms:modified>
</cp:coreProperties>
</file>