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60" r:id="rId6"/>
    <p:sldId id="259" r:id="rId7"/>
    <p:sldId id="257" r:id="rId8"/>
  </p:sldIdLst>
  <p:sldSz cx="12192000" cy="6858000"/>
  <p:notesSz cx="6858000" cy="9144000"/>
  <p:defaultTextStyle>
    <a:defPPr>
      <a:defRPr lang="fr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354788-6F7E-4313-9BC1-82D4FA74E32E}" v="4" dt="2025-01-20T22:18:23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Ève Quenneville" userId="S::marie-eve.quenneville@hec.ca::1834e381-f276-462b-ad40-56932688273f" providerId="AD" clId="Web-{4B82A124-6520-4698-A1E7-949541A109C0}"/>
    <pc:docChg chg="modSld">
      <pc:chgData name="Marie-Ève Quenneville" userId="S::marie-eve.quenneville@hec.ca::1834e381-f276-462b-ad40-56932688273f" providerId="AD" clId="Web-{4B82A124-6520-4698-A1E7-949541A109C0}" dt="2023-01-17T22:46:56.426" v="801" actId="20577"/>
      <pc:docMkLst>
        <pc:docMk/>
      </pc:docMkLst>
      <pc:sldChg chg="modSp">
        <pc:chgData name="Marie-Ève Quenneville" userId="S::marie-eve.quenneville@hec.ca::1834e381-f276-462b-ad40-56932688273f" providerId="AD" clId="Web-{4B82A124-6520-4698-A1E7-949541A109C0}" dt="2023-01-17T22:46:56.426" v="801" actId="20577"/>
        <pc:sldMkLst>
          <pc:docMk/>
          <pc:sldMk cId="2874399103" sldId="257"/>
        </pc:sldMkLst>
        <pc:spChg chg="mod">
          <ac:chgData name="Marie-Ève Quenneville" userId="S::marie-eve.quenneville@hec.ca::1834e381-f276-462b-ad40-56932688273f" providerId="AD" clId="Web-{4B82A124-6520-4698-A1E7-949541A109C0}" dt="2023-01-17T22:16:39.389" v="6" actId="20577"/>
          <ac:spMkLst>
            <pc:docMk/>
            <pc:sldMk cId="2874399103" sldId="257"/>
            <ac:spMk id="2" creationId="{FE2A90D3-8D05-E882-36F0-7447107A3C00}"/>
          </ac:spMkLst>
        </pc:spChg>
        <pc:graphicFrameChg chg="modGraphic">
          <ac:chgData name="Marie-Ève Quenneville" userId="S::marie-eve.quenneville@hec.ca::1834e381-f276-462b-ad40-56932688273f" providerId="AD" clId="Web-{4B82A124-6520-4698-A1E7-949541A109C0}" dt="2023-01-17T22:46:56.426" v="801" actId="20577"/>
          <ac:graphicFrameMkLst>
            <pc:docMk/>
            <pc:sldMk cId="2874399103" sldId="257"/>
            <ac:graphicFrameMk id="4" creationId="{F1B9C692-678F-56BB-FD58-7D550F9430C9}"/>
          </ac:graphicFrameMkLst>
        </pc:graphicFrameChg>
      </pc:sldChg>
    </pc:docChg>
  </pc:docChgLst>
  <pc:docChgLst>
    <pc:chgData name="Marie-Ève Quenneville" userId="1834e381-f276-462b-ad40-56932688273f" providerId="ADAL" clId="{244FF994-DFFF-4BD5-B3F0-6C29963BEC6E}"/>
    <pc:docChg chg="modSld">
      <pc:chgData name="Marie-Ève Quenneville" userId="1834e381-f276-462b-ad40-56932688273f" providerId="ADAL" clId="{244FF994-DFFF-4BD5-B3F0-6C29963BEC6E}" dt="2024-09-09T17:54:02.170" v="219" actId="20577"/>
      <pc:docMkLst>
        <pc:docMk/>
      </pc:docMkLst>
      <pc:sldChg chg="modSp">
        <pc:chgData name="Marie-Ève Quenneville" userId="1834e381-f276-462b-ad40-56932688273f" providerId="ADAL" clId="{244FF994-DFFF-4BD5-B3F0-6C29963BEC6E}" dt="2024-09-09T17:54:02.170" v="219" actId="20577"/>
        <pc:sldMkLst>
          <pc:docMk/>
          <pc:sldMk cId="2874399103" sldId="257"/>
        </pc:sldMkLst>
        <pc:graphicFrameChg chg="mod">
          <ac:chgData name="Marie-Ève Quenneville" userId="1834e381-f276-462b-ad40-56932688273f" providerId="ADAL" clId="{244FF994-DFFF-4BD5-B3F0-6C29963BEC6E}" dt="2024-09-09T17:54:02.170" v="219" actId="20577"/>
          <ac:graphicFrameMkLst>
            <pc:docMk/>
            <pc:sldMk cId="2874399103" sldId="257"/>
            <ac:graphicFrameMk id="4" creationId="{F1B9C692-678F-56BB-FD58-7D550F9430C9}"/>
          </ac:graphicFrameMkLst>
        </pc:graphicFrameChg>
      </pc:sldChg>
    </pc:docChg>
  </pc:docChgLst>
  <pc:docChgLst>
    <pc:chgData name="Sabrina Pilote" userId="S::sabrina.pilote@hec.ca::e3f0c0a9-952d-4d5e-803c-5e3ee1c65801" providerId="AD" clId="Web-{0E28F179-19DF-446A-BEDC-D3641A0DD551}"/>
    <pc:docChg chg="modSld">
      <pc:chgData name="Sabrina Pilote" userId="S::sabrina.pilote@hec.ca::e3f0c0a9-952d-4d5e-803c-5e3ee1c65801" providerId="AD" clId="Web-{0E28F179-19DF-446A-BEDC-D3641A0DD551}" dt="2023-01-17T22:48:44.636" v="0" actId="1076"/>
      <pc:docMkLst>
        <pc:docMk/>
      </pc:docMkLst>
      <pc:sldChg chg="modSp">
        <pc:chgData name="Sabrina Pilote" userId="S::sabrina.pilote@hec.ca::e3f0c0a9-952d-4d5e-803c-5e3ee1c65801" providerId="AD" clId="Web-{0E28F179-19DF-446A-BEDC-D3641A0DD551}" dt="2023-01-17T22:48:44.636" v="0" actId="1076"/>
        <pc:sldMkLst>
          <pc:docMk/>
          <pc:sldMk cId="2874399103" sldId="257"/>
        </pc:sldMkLst>
        <pc:graphicFrameChg chg="mod">
          <ac:chgData name="Sabrina Pilote" userId="S::sabrina.pilote@hec.ca::e3f0c0a9-952d-4d5e-803c-5e3ee1c65801" providerId="AD" clId="Web-{0E28F179-19DF-446A-BEDC-D3641A0DD551}" dt="2023-01-17T22:48:44.636" v="0" actId="1076"/>
          <ac:graphicFrameMkLst>
            <pc:docMk/>
            <pc:sldMk cId="2874399103" sldId="257"/>
            <ac:graphicFrameMk id="4" creationId="{F1B9C692-678F-56BB-FD58-7D550F9430C9}"/>
          </ac:graphicFrameMkLst>
        </pc:graphicFrameChg>
      </pc:sldChg>
    </pc:docChg>
  </pc:docChgLst>
  <pc:docChgLst>
    <pc:chgData name="Alycia Bourque" userId="S::alycia.bourque@hec.ca::0e48ceec-7387-455a-af5a-ba35af3ceb5a" providerId="AD" clId="Web-{91FD0FBE-5F72-41D8-BBCA-B3A8CE164F70}"/>
    <pc:docChg chg="modSld">
      <pc:chgData name="Alycia Bourque" userId="S::alycia.bourque@hec.ca::0e48ceec-7387-455a-af5a-ba35af3ceb5a" providerId="AD" clId="Web-{91FD0FBE-5F72-41D8-BBCA-B3A8CE164F70}" dt="2023-02-07T17:56:13.387" v="0" actId="1076"/>
      <pc:docMkLst>
        <pc:docMk/>
      </pc:docMkLst>
      <pc:sldChg chg="modSp">
        <pc:chgData name="Alycia Bourque" userId="S::alycia.bourque@hec.ca::0e48ceec-7387-455a-af5a-ba35af3ceb5a" providerId="AD" clId="Web-{91FD0FBE-5F72-41D8-BBCA-B3A8CE164F70}" dt="2023-02-07T17:56:13.387" v="0" actId="1076"/>
        <pc:sldMkLst>
          <pc:docMk/>
          <pc:sldMk cId="2874399103" sldId="257"/>
        </pc:sldMkLst>
        <pc:graphicFrameChg chg="mod">
          <ac:chgData name="Alycia Bourque" userId="S::alycia.bourque@hec.ca::0e48ceec-7387-455a-af5a-ba35af3ceb5a" providerId="AD" clId="Web-{91FD0FBE-5F72-41D8-BBCA-B3A8CE164F70}" dt="2023-02-07T17:56:13.387" v="0" actId="1076"/>
          <ac:graphicFrameMkLst>
            <pc:docMk/>
            <pc:sldMk cId="2874399103" sldId="257"/>
            <ac:graphicFrameMk id="4" creationId="{F1B9C692-678F-56BB-FD58-7D550F9430C9}"/>
          </ac:graphicFrameMkLst>
        </pc:graphicFrameChg>
      </pc:sldChg>
    </pc:docChg>
  </pc:docChgLst>
  <pc:docChgLst>
    <pc:chgData name="Marie-Ève Quenneville" userId="1834e381-f276-462b-ad40-56932688273f" providerId="ADAL" clId="{BB354788-6F7E-4313-9BC1-82D4FA74E32E}"/>
    <pc:docChg chg="modSld">
      <pc:chgData name="Marie-Ève Quenneville" userId="1834e381-f276-462b-ad40-56932688273f" providerId="ADAL" clId="{BB354788-6F7E-4313-9BC1-82D4FA74E32E}" dt="2025-01-20T22:18:23.486" v="3" actId="20577"/>
      <pc:docMkLst>
        <pc:docMk/>
      </pc:docMkLst>
      <pc:sldChg chg="modSp">
        <pc:chgData name="Marie-Ève Quenneville" userId="1834e381-f276-462b-ad40-56932688273f" providerId="ADAL" clId="{BB354788-6F7E-4313-9BC1-82D4FA74E32E}" dt="2025-01-20T22:18:23.486" v="3" actId="20577"/>
        <pc:sldMkLst>
          <pc:docMk/>
          <pc:sldMk cId="2874399103" sldId="257"/>
        </pc:sldMkLst>
        <pc:graphicFrameChg chg="mod">
          <ac:chgData name="Marie-Ève Quenneville" userId="1834e381-f276-462b-ad40-56932688273f" providerId="ADAL" clId="{BB354788-6F7E-4313-9BC1-82D4FA74E32E}" dt="2025-01-20T22:18:23.486" v="3" actId="20577"/>
          <ac:graphicFrameMkLst>
            <pc:docMk/>
            <pc:sldMk cId="2874399103" sldId="257"/>
            <ac:graphicFrameMk id="4" creationId="{F1B9C692-678F-56BB-FD58-7D550F9430C9}"/>
          </ac:graphicFrameMkLst>
        </pc:graphicFrameChg>
      </pc:sldChg>
    </pc:docChg>
  </pc:docChgLst>
  <pc:docChgLst>
    <pc:chgData name="Claude Laurin" userId="873a15d8-a343-4be0-8bf3-5122bf6a3c01" providerId="ADAL" clId="{F3B8EC5D-10B8-4155-A641-1108C4428FAF}"/>
    <pc:docChg chg="modSld">
      <pc:chgData name="Claude Laurin" userId="873a15d8-a343-4be0-8bf3-5122bf6a3c01" providerId="ADAL" clId="{F3B8EC5D-10B8-4155-A641-1108C4428FAF}" dt="2024-09-06T14:05:46.133" v="1" actId="6549"/>
      <pc:docMkLst>
        <pc:docMk/>
      </pc:docMkLst>
      <pc:sldChg chg="modSp mod">
        <pc:chgData name="Claude Laurin" userId="873a15d8-a343-4be0-8bf3-5122bf6a3c01" providerId="ADAL" clId="{F3B8EC5D-10B8-4155-A641-1108C4428FAF}" dt="2024-09-06T14:05:46.133" v="1" actId="6549"/>
        <pc:sldMkLst>
          <pc:docMk/>
          <pc:sldMk cId="3856623400" sldId="259"/>
        </pc:sldMkLst>
        <pc:spChg chg="mod">
          <ac:chgData name="Claude Laurin" userId="873a15d8-a343-4be0-8bf3-5122bf6a3c01" providerId="ADAL" clId="{F3B8EC5D-10B8-4155-A641-1108C4428FAF}" dt="2024-09-06T14:05:46.133" v="1" actId="6549"/>
          <ac:spMkLst>
            <pc:docMk/>
            <pc:sldMk cId="3856623400" sldId="259"/>
            <ac:spMk id="3" creationId="{24E7FD2E-DDB8-FF73-89BC-442159A2C97C}"/>
          </ac:spMkLst>
        </pc:spChg>
      </pc:sldChg>
    </pc:docChg>
  </pc:docChgLst>
  <pc:docChgLst>
    <pc:chgData name="Marie-Ève Quenneville" userId="1834e381-f276-462b-ad40-56932688273f" providerId="ADAL" clId="{0EBF8B31-E87E-4BD8-B928-B525A4B9D612}"/>
    <pc:docChg chg="addSld modSld">
      <pc:chgData name="Marie-Ève Quenneville" userId="1834e381-f276-462b-ad40-56932688273f" providerId="ADAL" clId="{0EBF8B31-E87E-4BD8-B928-B525A4B9D612}" dt="2023-01-24T20:09:18.699" v="0"/>
      <pc:docMkLst>
        <pc:docMk/>
      </pc:docMkLst>
      <pc:sldChg chg="add">
        <pc:chgData name="Marie-Ève Quenneville" userId="1834e381-f276-462b-ad40-56932688273f" providerId="ADAL" clId="{0EBF8B31-E87E-4BD8-B928-B525A4B9D612}" dt="2023-01-24T20:09:18.699" v="0"/>
        <pc:sldMkLst>
          <pc:docMk/>
          <pc:sldMk cId="3856623400" sldId="259"/>
        </pc:sldMkLst>
      </pc:sldChg>
      <pc:sldChg chg="add">
        <pc:chgData name="Marie-Ève Quenneville" userId="1834e381-f276-462b-ad40-56932688273f" providerId="ADAL" clId="{0EBF8B31-E87E-4BD8-B928-B525A4B9D612}" dt="2023-01-24T20:09:18.699" v="0"/>
        <pc:sldMkLst>
          <pc:docMk/>
          <pc:sldMk cId="2398124485" sldId="260"/>
        </pc:sldMkLst>
      </pc:sldChg>
    </pc:docChg>
  </pc:docChgLst>
  <pc:docChgLst>
    <pc:chgData name="Marie-Ève Quenneville" userId="S::marie-eve.quenneville@hec.ca::1834e381-f276-462b-ad40-56932688273f" providerId="AD" clId="Web-{D3ABC396-50E8-4A40-9F2F-D93D0E961823}"/>
    <pc:docChg chg="addSld modSld">
      <pc:chgData name="Marie-Ève Quenneville" userId="S::marie-eve.quenneville@hec.ca::1834e381-f276-462b-ad40-56932688273f" providerId="AD" clId="Web-{D3ABC396-50E8-4A40-9F2F-D93D0E961823}" dt="2023-01-17T20:31:31.683" v="1"/>
      <pc:docMkLst>
        <pc:docMk/>
      </pc:docMkLst>
      <pc:sldChg chg="addSp delSp modSp new">
        <pc:chgData name="Marie-Ève Quenneville" userId="S::marie-eve.quenneville@hec.ca::1834e381-f276-462b-ad40-56932688273f" providerId="AD" clId="Web-{D3ABC396-50E8-4A40-9F2F-D93D0E961823}" dt="2023-01-17T20:31:31.683" v="1"/>
        <pc:sldMkLst>
          <pc:docMk/>
          <pc:sldMk cId="2874399103" sldId="257"/>
        </pc:sldMkLst>
        <pc:spChg chg="del">
          <ac:chgData name="Marie-Ève Quenneville" userId="S::marie-eve.quenneville@hec.ca::1834e381-f276-462b-ad40-56932688273f" providerId="AD" clId="Web-{D3ABC396-50E8-4A40-9F2F-D93D0E961823}" dt="2023-01-17T20:31:31.683" v="1"/>
          <ac:spMkLst>
            <pc:docMk/>
            <pc:sldMk cId="2874399103" sldId="257"/>
            <ac:spMk id="3" creationId="{D4954CAB-7218-54ED-F1A7-DB7C6DB02CF2}"/>
          </ac:spMkLst>
        </pc:spChg>
        <pc:graphicFrameChg chg="add mod ord modGraphic">
          <ac:chgData name="Marie-Ève Quenneville" userId="S::marie-eve.quenneville@hec.ca::1834e381-f276-462b-ad40-56932688273f" providerId="AD" clId="Web-{D3ABC396-50E8-4A40-9F2F-D93D0E961823}" dt="2023-01-17T20:31:31.683" v="1"/>
          <ac:graphicFrameMkLst>
            <pc:docMk/>
            <pc:sldMk cId="2874399103" sldId="257"/>
            <ac:graphicFrameMk id="4" creationId="{F1B9C692-678F-56BB-FD58-7D550F9430C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4F8A57-5355-4A9B-8576-CA5F24E2D18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87A0DCF4-78FD-4CB3-8DCD-DD37F06433A0}">
      <dgm:prSet phldrT="[Texte]" phldr="0"/>
      <dgm:spPr/>
      <dgm:t>
        <a:bodyPr/>
        <a:lstStyle/>
        <a:p>
          <a:r>
            <a:rPr lang="fr-CA">
              <a:latin typeface="Calibri Light" panose="020F0302020204030204"/>
            </a:rPr>
            <a:t>Forces</a:t>
          </a:r>
          <a:endParaRPr lang="fr-CA"/>
        </a:p>
      </dgm:t>
    </dgm:pt>
    <dgm:pt modelId="{CF401412-D407-46A3-9EC1-48E040A73F9B}" type="parTrans" cxnId="{48BAA5BE-00CC-4122-A956-8E6D8160F881}">
      <dgm:prSet/>
      <dgm:spPr/>
      <dgm:t>
        <a:bodyPr/>
        <a:lstStyle/>
        <a:p>
          <a:endParaRPr lang="fr-CA"/>
        </a:p>
      </dgm:t>
    </dgm:pt>
    <dgm:pt modelId="{F093837E-69BF-47AC-9ACB-AF5A010E36F1}" type="sibTrans" cxnId="{48BAA5BE-00CC-4122-A956-8E6D8160F881}">
      <dgm:prSet/>
      <dgm:spPr/>
      <dgm:t>
        <a:bodyPr/>
        <a:lstStyle/>
        <a:p>
          <a:endParaRPr lang="fr-CA"/>
        </a:p>
      </dgm:t>
    </dgm:pt>
    <dgm:pt modelId="{C1DD91C2-B676-4FA9-B104-0D0DFBF142AC}">
      <dgm:prSet phldrT="[Texte]"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Installations à proximités</a:t>
          </a:r>
          <a:endParaRPr lang="fr-CA" dirty="0"/>
        </a:p>
      </dgm:t>
    </dgm:pt>
    <dgm:pt modelId="{0018C1B7-C13A-4F88-9666-E7C980288E6E}" type="parTrans" cxnId="{00570E0D-76A3-462A-8A16-8536738FAC63}">
      <dgm:prSet/>
      <dgm:spPr/>
      <dgm:t>
        <a:bodyPr/>
        <a:lstStyle/>
        <a:p>
          <a:endParaRPr lang="fr-CA"/>
        </a:p>
      </dgm:t>
    </dgm:pt>
    <dgm:pt modelId="{D3B0860B-76FC-4544-A126-2AE2BD0BAEE3}" type="sibTrans" cxnId="{00570E0D-76A3-462A-8A16-8536738FAC63}">
      <dgm:prSet/>
      <dgm:spPr/>
      <dgm:t>
        <a:bodyPr/>
        <a:lstStyle/>
        <a:p>
          <a:endParaRPr lang="fr-CA"/>
        </a:p>
      </dgm:t>
    </dgm:pt>
    <dgm:pt modelId="{BED2288B-ACB0-4B2A-92C2-CE022310FC9D}">
      <dgm:prSet phldrT="[Texte]"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Intégration verticale</a:t>
          </a:r>
          <a:endParaRPr lang="fr-CA"/>
        </a:p>
      </dgm:t>
    </dgm:pt>
    <dgm:pt modelId="{8489FE99-9C9B-4049-8649-957B3C6584BB}" type="parTrans" cxnId="{1C984B71-1A56-46DF-BBA9-9B25136A3186}">
      <dgm:prSet/>
      <dgm:spPr/>
      <dgm:t>
        <a:bodyPr/>
        <a:lstStyle/>
        <a:p>
          <a:endParaRPr lang="fr-CA"/>
        </a:p>
      </dgm:t>
    </dgm:pt>
    <dgm:pt modelId="{03C28E17-CC47-4D22-AAE4-8D6EA12598DF}" type="sibTrans" cxnId="{1C984B71-1A56-46DF-BBA9-9B25136A3186}">
      <dgm:prSet/>
      <dgm:spPr/>
      <dgm:t>
        <a:bodyPr/>
        <a:lstStyle/>
        <a:p>
          <a:endParaRPr lang="fr-CA"/>
        </a:p>
      </dgm:t>
    </dgm:pt>
    <dgm:pt modelId="{838DE2D7-18B8-46E7-BD0B-9873BF081931}">
      <dgm:prSet phldrT="[Texte]"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Faiblesses</a:t>
          </a:r>
          <a:endParaRPr lang="fr-CA"/>
        </a:p>
      </dgm:t>
    </dgm:pt>
    <dgm:pt modelId="{E9233258-554B-49F7-B57A-005DBA50A972}" type="parTrans" cxnId="{3025762E-4E5B-4781-A9AB-F4C299AD87F8}">
      <dgm:prSet/>
      <dgm:spPr/>
      <dgm:t>
        <a:bodyPr/>
        <a:lstStyle/>
        <a:p>
          <a:endParaRPr lang="fr-CA"/>
        </a:p>
      </dgm:t>
    </dgm:pt>
    <dgm:pt modelId="{550D4D23-7695-4374-90D8-092F1A8F9625}" type="sibTrans" cxnId="{3025762E-4E5B-4781-A9AB-F4C299AD87F8}">
      <dgm:prSet/>
      <dgm:spPr/>
      <dgm:t>
        <a:bodyPr/>
        <a:lstStyle/>
        <a:p>
          <a:endParaRPr lang="fr-CA"/>
        </a:p>
      </dgm:t>
    </dgm:pt>
    <dgm:pt modelId="{0A3FA94C-8569-423B-BC5B-2047BA053D0F}">
      <dgm:prSet phldrT="[Texte]"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Retard techno</a:t>
          </a:r>
          <a:endParaRPr lang="fr-CA" dirty="0"/>
        </a:p>
      </dgm:t>
    </dgm:pt>
    <dgm:pt modelId="{FE187A8E-4CA1-4630-BCAB-CFF7C67A0DFF}" type="parTrans" cxnId="{889D4040-1D5E-429E-B2E4-25D35422081F}">
      <dgm:prSet/>
      <dgm:spPr/>
      <dgm:t>
        <a:bodyPr/>
        <a:lstStyle/>
        <a:p>
          <a:endParaRPr lang="fr-CA"/>
        </a:p>
      </dgm:t>
    </dgm:pt>
    <dgm:pt modelId="{F92459C8-ED0B-4B33-A81B-37D426DCDB40}" type="sibTrans" cxnId="{889D4040-1D5E-429E-B2E4-25D35422081F}">
      <dgm:prSet/>
      <dgm:spPr/>
      <dgm:t>
        <a:bodyPr/>
        <a:lstStyle/>
        <a:p>
          <a:endParaRPr lang="fr-CA"/>
        </a:p>
      </dgm:t>
    </dgm:pt>
    <dgm:pt modelId="{BBDB3790-02CF-4670-85D4-A350CD09AB26}">
      <dgm:prSet phldrT="[Texte]"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Retard développement durable</a:t>
          </a:r>
          <a:endParaRPr lang="fr-CA" dirty="0"/>
        </a:p>
      </dgm:t>
    </dgm:pt>
    <dgm:pt modelId="{A819EDA3-7C00-4669-8858-250FEAF6ED63}" type="parTrans" cxnId="{16C507FC-2989-4C23-A0F9-64C779B47004}">
      <dgm:prSet/>
      <dgm:spPr/>
      <dgm:t>
        <a:bodyPr/>
        <a:lstStyle/>
        <a:p>
          <a:endParaRPr lang="fr-CA"/>
        </a:p>
      </dgm:t>
    </dgm:pt>
    <dgm:pt modelId="{8AFB2C16-C59D-45D8-8960-C849005F3158}" type="sibTrans" cxnId="{16C507FC-2989-4C23-A0F9-64C779B47004}">
      <dgm:prSet/>
      <dgm:spPr/>
      <dgm:t>
        <a:bodyPr/>
        <a:lstStyle/>
        <a:p>
          <a:endParaRPr lang="fr-CA"/>
        </a:p>
      </dgm:t>
    </dgm:pt>
    <dgm:pt modelId="{AD389144-9A3C-4A9C-8BD3-839F7E1FCE02}">
      <dgm:prSet phldrT="[Texte]" phldr="0"/>
      <dgm:spPr/>
      <dgm:t>
        <a:bodyPr/>
        <a:lstStyle/>
        <a:p>
          <a:r>
            <a:rPr lang="fr-CA">
              <a:latin typeface="Calibri Light" panose="020F0302020204030204"/>
            </a:rPr>
            <a:t>Possibilités</a:t>
          </a:r>
          <a:endParaRPr lang="fr-CA"/>
        </a:p>
      </dgm:t>
    </dgm:pt>
    <dgm:pt modelId="{F4AA2955-51F7-49A4-98E6-2E571EBF5DCF}" type="parTrans" cxnId="{FBCB2924-5E66-46F9-9533-A80EA9EE5632}">
      <dgm:prSet/>
      <dgm:spPr/>
      <dgm:t>
        <a:bodyPr/>
        <a:lstStyle/>
        <a:p>
          <a:endParaRPr lang="fr-CA"/>
        </a:p>
      </dgm:t>
    </dgm:pt>
    <dgm:pt modelId="{C5C04408-6902-4FA9-8EF2-E1DADF9921D4}" type="sibTrans" cxnId="{FBCB2924-5E66-46F9-9533-A80EA9EE5632}">
      <dgm:prSet/>
      <dgm:spPr/>
      <dgm:t>
        <a:bodyPr/>
        <a:lstStyle/>
        <a:p>
          <a:endParaRPr lang="fr-CA"/>
        </a:p>
      </dgm:t>
    </dgm:pt>
    <dgm:pt modelId="{D4CDE403-BCAD-4F02-8815-CFC329105D5F}">
      <dgm:prSet phldrT="[Texte]"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Augmentation de la demande des municipalités</a:t>
          </a:r>
          <a:endParaRPr lang="fr-CA" dirty="0"/>
        </a:p>
      </dgm:t>
    </dgm:pt>
    <dgm:pt modelId="{8A2646FF-99A0-45AF-BD2B-5898228C50D6}" type="parTrans" cxnId="{4E0204E3-6049-4A6D-BEFE-C5E0107E945A}">
      <dgm:prSet/>
      <dgm:spPr/>
      <dgm:t>
        <a:bodyPr/>
        <a:lstStyle/>
        <a:p>
          <a:endParaRPr lang="fr-CA"/>
        </a:p>
      </dgm:t>
    </dgm:pt>
    <dgm:pt modelId="{A067B434-D8C4-43C8-B0AE-89BF74C5CF95}" type="sibTrans" cxnId="{4E0204E3-6049-4A6D-BEFE-C5E0107E945A}">
      <dgm:prSet/>
      <dgm:spPr/>
      <dgm:t>
        <a:bodyPr/>
        <a:lstStyle/>
        <a:p>
          <a:endParaRPr lang="fr-CA"/>
        </a:p>
      </dgm:t>
    </dgm:pt>
    <dgm:pt modelId="{975EA4F0-EE41-4427-ABA1-797DCC6252DC}">
      <dgm:prSet phldrT="[Texte]"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Technologies d'automatisation</a:t>
          </a:r>
          <a:endParaRPr lang="fr-CA" dirty="0"/>
        </a:p>
      </dgm:t>
    </dgm:pt>
    <dgm:pt modelId="{B29A8F3F-FAA8-4C10-A5E8-6B270DCF64BE}" type="parTrans" cxnId="{36E845EE-6A9C-4B82-B887-3F2905CFB92E}">
      <dgm:prSet/>
      <dgm:spPr/>
      <dgm:t>
        <a:bodyPr/>
        <a:lstStyle/>
        <a:p>
          <a:endParaRPr lang="fr-CA"/>
        </a:p>
      </dgm:t>
    </dgm:pt>
    <dgm:pt modelId="{35DF92F2-4F5B-4734-AE10-2EAA8B698A8A}" type="sibTrans" cxnId="{36E845EE-6A9C-4B82-B887-3F2905CFB92E}">
      <dgm:prSet/>
      <dgm:spPr/>
      <dgm:t>
        <a:bodyPr/>
        <a:lstStyle/>
        <a:p>
          <a:endParaRPr lang="fr-CA"/>
        </a:p>
      </dgm:t>
    </dgm:pt>
    <dgm:pt modelId="{E71B7F53-DAE4-4D0F-8F78-F6DA0D3B231D}">
      <dgm:prSet phldr="0"/>
      <dgm:spPr/>
      <dgm:t>
        <a:bodyPr/>
        <a:lstStyle/>
        <a:p>
          <a:r>
            <a:rPr lang="fr-CA">
              <a:latin typeface="Calibri Light" panose="020F0302020204030204"/>
            </a:rPr>
            <a:t>Menaces</a:t>
          </a:r>
        </a:p>
      </dgm:t>
    </dgm:pt>
    <dgm:pt modelId="{B22D3C8A-9A3E-42CF-9A54-9E129A6764B2}" type="parTrans" cxnId="{34395B3B-8517-44AA-8389-A035DA23B3C8}">
      <dgm:prSet/>
      <dgm:spPr/>
    </dgm:pt>
    <dgm:pt modelId="{E7B147C3-D3BD-47B1-A6CF-35FBD8CB4A61}" type="sibTrans" cxnId="{34395B3B-8517-44AA-8389-A035DA23B3C8}">
      <dgm:prSet/>
      <dgm:spPr/>
    </dgm:pt>
    <dgm:pt modelId="{98C12C0A-7672-4E0C-8F27-B015D1915B7F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Contrats long terme/relation client</a:t>
          </a:r>
        </a:p>
      </dgm:t>
    </dgm:pt>
    <dgm:pt modelId="{24CFE781-F504-4FA9-9D60-B9385DAFFF2E}" type="parTrans" cxnId="{12647FEA-7093-4B39-842F-2662CB2F9A30}">
      <dgm:prSet/>
      <dgm:spPr/>
    </dgm:pt>
    <dgm:pt modelId="{2F3F3BAB-54A3-4F54-9457-82DA364C7757}" type="sibTrans" cxnId="{12647FEA-7093-4B39-842F-2662CB2F9A30}">
      <dgm:prSet/>
      <dgm:spPr/>
    </dgm:pt>
    <dgm:pt modelId="{77EA7D5C-3405-484E-B891-29C2A82DDBB8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Offre de service limitée</a:t>
          </a:r>
        </a:p>
      </dgm:t>
    </dgm:pt>
    <dgm:pt modelId="{CA2F5929-071A-44CB-883A-0567ED6F9095}" type="parTrans" cxnId="{4E1FB00B-C236-446B-A24E-1D90E520A18A}">
      <dgm:prSet/>
      <dgm:spPr/>
    </dgm:pt>
    <dgm:pt modelId="{3D789E82-E988-4174-8AB5-B4CAA1D67EA7}" type="sibTrans" cxnId="{4E1FB00B-C236-446B-A24E-1D90E520A18A}">
      <dgm:prSet/>
      <dgm:spPr/>
    </dgm:pt>
    <dgm:pt modelId="{3AC07F33-4E78-4984-AAC6-9790064D8041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Site web non mis à jour et non informatif</a:t>
          </a:r>
        </a:p>
      </dgm:t>
    </dgm:pt>
    <dgm:pt modelId="{9EAC65E4-930D-4AF5-80FD-78BF8A00DF4F}" type="parTrans" cxnId="{ADF3A3E0-262C-4A38-977E-287019A91ED5}">
      <dgm:prSet/>
      <dgm:spPr/>
    </dgm:pt>
    <dgm:pt modelId="{B92023A6-3A90-40DA-B81B-0895B39E30C2}" type="sibTrans" cxnId="{ADF3A3E0-262C-4A38-977E-287019A91ED5}">
      <dgm:prSet/>
      <dgm:spPr/>
    </dgm:pt>
    <dgm:pt modelId="{CEC3FC0F-077D-4AEE-9CE5-5EC600A9ADFC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Difficultés d'embauche MOD</a:t>
          </a:r>
          <a:endParaRPr lang="fr-CA" dirty="0">
            <a:latin typeface="Calibri Light" panose="020F0302020204030204"/>
          </a:endParaRPr>
        </a:p>
      </dgm:t>
    </dgm:pt>
    <dgm:pt modelId="{FC554EFA-A7EB-4598-8607-98BD497FCD83}" type="parTrans" cxnId="{FAD423C8-3C21-4742-BA9C-2DDE41E8143B}">
      <dgm:prSet/>
      <dgm:spPr/>
    </dgm:pt>
    <dgm:pt modelId="{4EC7E6FE-47D9-450D-9AEA-5A979C812C59}" type="sibTrans" cxnId="{FAD423C8-3C21-4742-BA9C-2DDE41E8143B}">
      <dgm:prSet/>
      <dgm:spPr/>
    </dgm:pt>
    <dgm:pt modelId="{9CA03A74-92A2-4893-909E-349F70AE3CC5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Augmentation des coûts de carburant</a:t>
          </a:r>
        </a:p>
      </dgm:t>
    </dgm:pt>
    <dgm:pt modelId="{D85E9E22-553F-48C1-9B8C-AA4313D797D9}" type="parTrans" cxnId="{B3DBF826-CC6C-457E-B094-42EDB4D6AEF0}">
      <dgm:prSet/>
      <dgm:spPr/>
    </dgm:pt>
    <dgm:pt modelId="{A32B81D0-8D14-4518-8303-EBA2F5F10C1A}" type="sibTrans" cxnId="{B3DBF826-CC6C-457E-B094-42EDB4D6AEF0}">
      <dgm:prSet/>
      <dgm:spPr/>
    </dgm:pt>
    <dgm:pt modelId="{56B5AAD9-F8CE-4EB7-BF73-0086E97A12D8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Baisse demande et prix des matières recyclées</a:t>
          </a:r>
        </a:p>
      </dgm:t>
    </dgm:pt>
    <dgm:pt modelId="{8010D989-0305-41D1-B8BE-4B2222D3240E}" type="parTrans" cxnId="{C18A5D81-441F-4CE9-BA0C-54003DC5D16B}">
      <dgm:prSet/>
      <dgm:spPr/>
    </dgm:pt>
    <dgm:pt modelId="{08A9D46D-B2A6-4728-AB6E-CC85BCBD8A1D}" type="sibTrans" cxnId="{C18A5D81-441F-4CE9-BA0C-54003DC5D16B}">
      <dgm:prSet/>
      <dgm:spPr/>
    </dgm:pt>
    <dgm:pt modelId="{1EE3D672-66B8-420E-86A3-88D687DB1436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Baisse redevance enfouissement</a:t>
          </a:r>
        </a:p>
      </dgm:t>
    </dgm:pt>
    <dgm:pt modelId="{88132883-D44E-4ACC-9AF6-CE65AB74CAFB}" type="parTrans" cxnId="{39BFB868-20A1-411E-93C1-CD5175E538EA}">
      <dgm:prSet/>
      <dgm:spPr/>
    </dgm:pt>
    <dgm:pt modelId="{EE85E95A-18CF-49FA-8797-7EE78FD8DCC2}" type="sibTrans" cxnId="{39BFB868-20A1-411E-93C1-CD5175E538EA}">
      <dgm:prSet/>
      <dgm:spPr/>
    </dgm:pt>
    <dgm:pt modelId="{4B67DEF5-18B5-495C-B054-28173E155B2E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Loir et réglements</a:t>
          </a:r>
        </a:p>
      </dgm:t>
    </dgm:pt>
    <dgm:pt modelId="{BE4596FC-309F-49AE-B926-FE777B9FE7BE}" type="parTrans" cxnId="{2B1502C8-3C78-49FB-B155-0D82D3FA092C}">
      <dgm:prSet/>
      <dgm:spPr/>
    </dgm:pt>
    <dgm:pt modelId="{99D02F14-7407-4D2E-9125-A4BA14B9A40C}" type="sibTrans" cxnId="{2B1502C8-3C78-49FB-B155-0D82D3FA092C}">
      <dgm:prSet/>
      <dgm:spPr/>
    </dgm:pt>
    <dgm:pt modelId="{E0F61DE0-3893-458A-A5B2-D896581F2624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Mode zéro déchet</a:t>
          </a:r>
        </a:p>
      </dgm:t>
    </dgm:pt>
    <dgm:pt modelId="{B4BE13A7-BF0B-4ABD-ABFD-FFF3CBD1171B}" type="parTrans" cxnId="{2D63D7E7-2140-4E79-A0B3-16826C7E1670}">
      <dgm:prSet/>
      <dgm:spPr/>
    </dgm:pt>
    <dgm:pt modelId="{7427B0C3-E7E5-4018-B9DF-61200E673206}" type="sibTrans" cxnId="{2D63D7E7-2140-4E79-A0B3-16826C7E1670}">
      <dgm:prSet/>
      <dgm:spPr/>
    </dgm:pt>
    <dgm:pt modelId="{138C972B-3268-469A-BB33-847D977F724A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Augmentation de la demande déchets dangereux</a:t>
          </a:r>
        </a:p>
      </dgm:t>
    </dgm:pt>
    <dgm:pt modelId="{DC2BD45A-8011-490D-A227-D2878B97396C}" type="parTrans" cxnId="{E5C65C22-D19D-465E-88A8-95E9102C140F}">
      <dgm:prSet/>
      <dgm:spPr/>
    </dgm:pt>
    <dgm:pt modelId="{20094D29-A2B9-4E43-AFF1-5079F2A31AC0}" type="sibTrans" cxnId="{E5C65C22-D19D-465E-88A8-95E9102C140F}">
      <dgm:prSet/>
      <dgm:spPr/>
    </dgm:pt>
    <dgm:pt modelId="{86045C24-BB9D-4A7A-8CD9-803350D8864C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Augmentation demande déchets organiques</a:t>
          </a:r>
        </a:p>
      </dgm:t>
    </dgm:pt>
    <dgm:pt modelId="{A3938710-1C6A-45F2-B286-742F94F382FA}" type="parTrans" cxnId="{0A3CAD19-6D9F-42F6-8C14-B5C2B2D8BE8D}">
      <dgm:prSet/>
      <dgm:spPr/>
    </dgm:pt>
    <dgm:pt modelId="{8B2EDCEE-BCA0-4072-8818-5B75F5801B66}" type="sibTrans" cxnId="{0A3CAD19-6D9F-42F6-8C14-B5C2B2D8BE8D}">
      <dgm:prSet/>
      <dgm:spPr/>
    </dgm:pt>
    <dgm:pt modelId="{EB1E17A4-6C9D-46D6-BE8F-443C15C80E13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Stabilité et qualité de la MOD (salaires +)</a:t>
          </a:r>
        </a:p>
      </dgm:t>
    </dgm:pt>
    <dgm:pt modelId="{207C824A-76A4-411D-B6AE-1632AA76DE73}" type="parTrans" cxnId="{1B768680-0826-48F1-9F65-1A373E0872FD}">
      <dgm:prSet/>
      <dgm:spPr/>
    </dgm:pt>
    <dgm:pt modelId="{1E05869F-FB22-40A6-88E8-31386AC0AE52}" type="sibTrans" cxnId="{1B768680-0826-48F1-9F65-1A373E0872FD}">
      <dgm:prSet/>
      <dgm:spPr/>
    </dgm:pt>
    <dgm:pt modelId="{09301777-8DE1-47FF-B924-AF8423B30211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Propriétaire de tous ses actifs</a:t>
          </a:r>
        </a:p>
      </dgm:t>
    </dgm:pt>
    <dgm:pt modelId="{987FF564-3339-4389-A206-918F8D217FC4}" type="parTrans" cxnId="{1A516C42-8D60-4437-B18F-2532A71F5D2A}">
      <dgm:prSet/>
      <dgm:spPr/>
    </dgm:pt>
    <dgm:pt modelId="{537B8EFE-55A6-4467-BE21-AC25E844A57D}" type="sibTrans" cxnId="{1A516C42-8D60-4437-B18F-2532A71F5D2A}">
      <dgm:prSet/>
      <dgm:spPr/>
    </dgm:pt>
    <dgm:pt modelId="{59245225-3186-4842-90E4-99C053F2771E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Bonne réputation</a:t>
          </a:r>
        </a:p>
      </dgm:t>
    </dgm:pt>
    <dgm:pt modelId="{8392F58D-284B-4492-B6BF-06C46C12B213}" type="parTrans" cxnId="{1134EF44-C9B1-4D98-ACDB-D1892BB9D142}">
      <dgm:prSet/>
      <dgm:spPr/>
    </dgm:pt>
    <dgm:pt modelId="{66522D4C-D493-4D88-9E21-95047177F7F7}" type="sibTrans" cxnId="{1134EF44-C9B1-4D98-ACDB-D1892BB9D142}">
      <dgm:prSet/>
      <dgm:spPr/>
    </dgm:pt>
    <dgm:pt modelId="{8DC2A74B-7DBC-44D5-B3A4-33B1E554C175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Clientèle cible en croissance</a:t>
          </a:r>
        </a:p>
      </dgm:t>
    </dgm:pt>
    <dgm:pt modelId="{8E25B0CB-CD22-4CBD-8769-B4DB48E070A5}" type="parTrans" cxnId="{EA5C0243-E071-42D6-93A6-79BDD9BA6205}">
      <dgm:prSet/>
      <dgm:spPr/>
    </dgm:pt>
    <dgm:pt modelId="{71248ABD-5600-4346-9902-58DA35C67625}" type="sibTrans" cxnId="{EA5C0243-E071-42D6-93A6-79BDD9BA6205}">
      <dgm:prSet/>
      <dgm:spPr/>
    </dgm:pt>
    <dgm:pt modelId="{5F9D3CA3-8F8D-4A9D-8FD5-3B2AB3FB7775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Vision contradictoire des actionnaires</a:t>
          </a:r>
        </a:p>
      </dgm:t>
    </dgm:pt>
    <dgm:pt modelId="{96DA3BBE-2B93-42D8-91C3-820924BB45C9}" type="parTrans" cxnId="{6F464486-A7C6-439A-8212-80A8A3E7034E}">
      <dgm:prSet/>
      <dgm:spPr/>
    </dgm:pt>
    <dgm:pt modelId="{AC3E507D-7403-4E06-BCD3-768E710017E5}" type="sibTrans" cxnId="{6F464486-A7C6-439A-8212-80A8A3E7034E}">
      <dgm:prSet/>
      <dgm:spPr/>
    </dgm:pt>
    <dgm:pt modelId="{94672754-D671-49A3-ADD6-6773AB8F21FB}">
      <dgm:prSet phldr="0"/>
      <dgm:spPr/>
      <dgm:t>
        <a:bodyPr/>
        <a:lstStyle/>
        <a:p>
          <a:pPr rtl="0"/>
          <a:r>
            <a:rPr lang="fr-CA">
              <a:latin typeface="Calibri Light" panose="020F0302020204030204"/>
            </a:rPr>
            <a:t>Expérience </a:t>
          </a:r>
          <a:r>
            <a:rPr lang="fr-CA" err="1">
              <a:latin typeface="Calibri Light" panose="020F0302020204030204"/>
            </a:rPr>
            <a:t>kingsley</a:t>
          </a:r>
          <a:r>
            <a:rPr lang="fr-CA">
              <a:latin typeface="Calibri Light" panose="020F0302020204030204"/>
            </a:rPr>
            <a:t> en redressement</a:t>
          </a:r>
        </a:p>
      </dgm:t>
    </dgm:pt>
    <dgm:pt modelId="{40285003-663D-462E-83E5-C4D558181002}" type="parTrans" cxnId="{3600FC37-93E5-4714-A684-DF7CBCE657CF}">
      <dgm:prSet/>
      <dgm:spPr/>
    </dgm:pt>
    <dgm:pt modelId="{F9DC45F6-1D2B-481E-9632-D3285E11C38F}" type="sibTrans" cxnId="{3600FC37-93E5-4714-A684-DF7CBCE657CF}">
      <dgm:prSet/>
      <dgm:spPr/>
    </dgm:pt>
    <dgm:pt modelId="{2443BD4A-4ADB-443A-8939-9ADD6FB31A13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CA efficace </a:t>
          </a:r>
        </a:p>
      </dgm:t>
    </dgm:pt>
    <dgm:pt modelId="{58058390-2851-4D66-B856-6A16537CAF40}" type="parTrans" cxnId="{02873254-006E-4B39-9AFC-7422B5A0F5EA}">
      <dgm:prSet/>
      <dgm:spPr/>
    </dgm:pt>
    <dgm:pt modelId="{3F2943E4-EB24-4687-8FFD-F148A46C4DF5}" type="sibTrans" cxnId="{02873254-006E-4B39-9AFC-7422B5A0F5EA}">
      <dgm:prSet/>
      <dgm:spPr/>
    </dgm:pt>
    <dgm:pt modelId="{059BE359-7B64-4C53-807B-9A0E740F9009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Difficulté à acquérir de nouveaux clients - Perte d'appel d'offre</a:t>
          </a:r>
        </a:p>
      </dgm:t>
    </dgm:pt>
    <dgm:pt modelId="{638E290B-2161-4104-8309-B6C1BAFAF253}" type="parTrans" cxnId="{50C87B4C-F692-4F41-BFDD-655556647DA2}">
      <dgm:prSet/>
      <dgm:spPr/>
    </dgm:pt>
    <dgm:pt modelId="{097EB157-4F92-4A70-8CA5-6F0EF9577A6F}" type="sibTrans" cxnId="{50C87B4C-F692-4F41-BFDD-655556647DA2}">
      <dgm:prSet/>
      <dgm:spPr/>
    </dgm:pt>
    <dgm:pt modelId="{8E7827D0-F6CB-4BAE-99B7-3CBE201AA7A9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Logiciel d'optimisation des parcours</a:t>
          </a:r>
        </a:p>
      </dgm:t>
    </dgm:pt>
    <dgm:pt modelId="{2D449F2C-7B0E-47E7-9B3B-100565D73393}" type="parTrans" cxnId="{89F73D59-309A-4148-B7EC-FAFFF9AB8897}">
      <dgm:prSet/>
      <dgm:spPr/>
    </dgm:pt>
    <dgm:pt modelId="{E0BB07BE-A4F5-4A01-86DE-8CA9931E4223}" type="sibTrans" cxnId="{89F73D59-309A-4148-B7EC-FAFFF9AB8897}">
      <dgm:prSet/>
      <dgm:spPr/>
    </dgm:pt>
    <dgm:pt modelId="{435AD814-62BF-4AE8-A138-CF5E0659C108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GES plus élevés que l'industrie</a:t>
          </a:r>
        </a:p>
      </dgm:t>
    </dgm:pt>
    <dgm:pt modelId="{ED83E166-3A1D-4553-8252-9B685BAA0A32}" type="parTrans" cxnId="{9F213561-3E29-4825-8DD3-E92EE0A56B59}">
      <dgm:prSet/>
      <dgm:spPr/>
    </dgm:pt>
    <dgm:pt modelId="{5A8CD0F9-86D7-44C5-AD3A-87DAA5F1BFDB}" type="sibTrans" cxnId="{9F213561-3E29-4825-8DD3-E92EE0A56B59}">
      <dgm:prSet/>
      <dgm:spPr/>
    </dgm:pt>
    <dgm:pt modelId="{A6511CE6-DE81-47EA-B2D4-168FC9D39BA4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Petite taille donc moins d'économies d'échelles</a:t>
          </a:r>
        </a:p>
      </dgm:t>
    </dgm:pt>
    <dgm:pt modelId="{A5503912-A805-4602-A954-D6D4D08525BE}" type="parTrans" cxnId="{2258EBBB-ED28-4386-980B-DA010AA6EF1B}">
      <dgm:prSet/>
      <dgm:spPr/>
    </dgm:pt>
    <dgm:pt modelId="{FC49BEAA-B9CE-4CB0-B9C0-66E2FC77A1DC}" type="sibTrans" cxnId="{2258EBBB-ED28-4386-980B-DA010AA6EF1B}">
      <dgm:prSet/>
      <dgm:spPr/>
    </dgm:pt>
    <dgm:pt modelId="{8785DB14-AAC4-44F5-9DA1-30E40CB2BD3C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Demande en service conseil</a:t>
          </a:r>
        </a:p>
      </dgm:t>
    </dgm:pt>
    <dgm:pt modelId="{E48F3511-5ADD-47DA-AADB-E78B35CE4825}" type="parTrans" cxnId="{6E8A40D1-895D-4BA3-AE29-8427D78CAE82}">
      <dgm:prSet/>
      <dgm:spPr/>
    </dgm:pt>
    <dgm:pt modelId="{0BEAD54D-9B21-48D8-B50A-E5AA9686253E}" type="sibTrans" cxnId="{6E8A40D1-895D-4BA3-AE29-8427D78CAE82}">
      <dgm:prSet/>
      <dgm:spPr/>
    </dgm:pt>
    <dgm:pt modelId="{8395A675-C31D-4842-B8F2-372F558C45C4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Capter les biogaz</a:t>
          </a:r>
        </a:p>
      </dgm:t>
    </dgm:pt>
    <dgm:pt modelId="{DFAA2B8D-E5AE-4D2D-9E5E-5F0108DC9E74}" type="parTrans" cxnId="{E462BBCB-1840-44F1-AE8B-17B5869410FE}">
      <dgm:prSet/>
      <dgm:spPr/>
    </dgm:pt>
    <dgm:pt modelId="{B4FDF671-1B4F-4224-A6B7-6646CD012E60}" type="sibTrans" cxnId="{E462BBCB-1840-44F1-AE8B-17B5869410FE}">
      <dgm:prSet/>
      <dgm:spPr/>
    </dgm:pt>
    <dgm:pt modelId="{8DF66AE3-D022-4EDA-9BB1-DB9279D7EE55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5% des camions utilisent le biogaz </a:t>
          </a:r>
        </a:p>
      </dgm:t>
    </dgm:pt>
    <dgm:pt modelId="{E1599098-17DB-47EB-A194-E920AA3718A9}" type="parTrans" cxnId="{92DF2973-9EC8-497C-80E9-03BF03C4CAB3}">
      <dgm:prSet/>
      <dgm:spPr/>
    </dgm:pt>
    <dgm:pt modelId="{C6CC51A2-95F3-4BC7-B5DC-240BC74F94C8}" type="sibTrans" cxnId="{92DF2973-9EC8-497C-80E9-03BF03C4CAB3}">
      <dgm:prSet/>
      <dgm:spPr/>
    </dgm:pt>
    <dgm:pt modelId="{53410708-2F64-475E-AB61-BFAD0D5A3182}">
      <dgm:prSet phldr="0"/>
      <dgm:spPr/>
      <dgm:t>
        <a:bodyPr/>
        <a:lstStyle/>
        <a:p>
          <a:pPr rtl="0"/>
          <a:endParaRPr lang="fr-CA" dirty="0">
            <a:latin typeface="Calibri Light" panose="020F0302020204030204"/>
          </a:endParaRPr>
        </a:p>
      </dgm:t>
    </dgm:pt>
    <dgm:pt modelId="{DADD3449-5395-44C2-B5B0-CD5283D43C01}" type="parTrans" cxnId="{8372E728-9AA7-4AE0-8566-7FE4D58F7663}">
      <dgm:prSet/>
      <dgm:spPr/>
    </dgm:pt>
    <dgm:pt modelId="{F2CA134A-5A09-4D0C-A6AC-54BC66F80BA7}" type="sibTrans" cxnId="{8372E728-9AA7-4AE0-8566-7FE4D58F7663}">
      <dgm:prSet/>
      <dgm:spPr/>
    </dgm:pt>
    <dgm:pt modelId="{CD5F0DB7-9829-489B-AA9A-A776AE0B5E6C}">
      <dgm:prSet phldr="0"/>
      <dgm:spPr/>
      <dgm:t>
        <a:bodyPr/>
        <a:lstStyle/>
        <a:p>
          <a:pPr rtl="0"/>
          <a:r>
            <a:rPr lang="fr-CA" dirty="0">
              <a:latin typeface="Calibri Light" panose="020F0302020204030204"/>
            </a:rPr>
            <a:t>Diminution des prix des matières recyclées à affecté la rentabilité de la division recyclage</a:t>
          </a:r>
        </a:p>
      </dgm:t>
    </dgm:pt>
    <dgm:pt modelId="{66BA2A37-4C27-497E-ABE3-CA3FD61C2050}" type="parTrans" cxnId="{2CB694F8-0AE0-498D-AC74-E36997F0AAD2}">
      <dgm:prSet/>
      <dgm:spPr/>
    </dgm:pt>
    <dgm:pt modelId="{AA7A1E4B-1BFA-4015-B2B7-FFB73524DDA0}" type="sibTrans" cxnId="{2CB694F8-0AE0-498D-AC74-E36997F0AAD2}">
      <dgm:prSet/>
      <dgm:spPr/>
    </dgm:pt>
    <dgm:pt modelId="{5FFEC796-13CE-4ACB-A741-AD85473A8542}" type="pres">
      <dgm:prSet presAssocID="{354F8A57-5355-4A9B-8576-CA5F24E2D18E}" presName="Name0" presStyleCnt="0">
        <dgm:presLayoutVars>
          <dgm:dir/>
          <dgm:animLvl val="lvl"/>
          <dgm:resizeHandles val="exact"/>
        </dgm:presLayoutVars>
      </dgm:prSet>
      <dgm:spPr/>
    </dgm:pt>
    <dgm:pt modelId="{52E0BB29-3D2C-4303-B80B-1A1A30DCB1F0}" type="pres">
      <dgm:prSet presAssocID="{87A0DCF4-78FD-4CB3-8DCD-DD37F06433A0}" presName="composite" presStyleCnt="0"/>
      <dgm:spPr/>
    </dgm:pt>
    <dgm:pt modelId="{43401221-C7ED-4F13-B4C2-4C8BA67A2428}" type="pres">
      <dgm:prSet presAssocID="{87A0DCF4-78FD-4CB3-8DCD-DD37F06433A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B511FAA-20CA-43E2-968D-041AFE536C50}" type="pres">
      <dgm:prSet presAssocID="{87A0DCF4-78FD-4CB3-8DCD-DD37F06433A0}" presName="desTx" presStyleLbl="alignAccFollowNode1" presStyleIdx="0" presStyleCnt="4">
        <dgm:presLayoutVars>
          <dgm:bulletEnabled val="1"/>
        </dgm:presLayoutVars>
      </dgm:prSet>
      <dgm:spPr/>
    </dgm:pt>
    <dgm:pt modelId="{9F979071-5CEA-4700-B54D-B16E2978FD6C}" type="pres">
      <dgm:prSet presAssocID="{F093837E-69BF-47AC-9ACB-AF5A010E36F1}" presName="space" presStyleCnt="0"/>
      <dgm:spPr/>
    </dgm:pt>
    <dgm:pt modelId="{3FF54CC1-AE69-4176-B803-3263268532C8}" type="pres">
      <dgm:prSet presAssocID="{838DE2D7-18B8-46E7-BD0B-9873BF081931}" presName="composite" presStyleCnt="0"/>
      <dgm:spPr/>
    </dgm:pt>
    <dgm:pt modelId="{84ABBECC-969B-46D7-BE61-79F7864D8872}" type="pres">
      <dgm:prSet presAssocID="{838DE2D7-18B8-46E7-BD0B-9873BF081931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5F3764A-095E-4C13-B450-BE503EFA60B0}" type="pres">
      <dgm:prSet presAssocID="{838DE2D7-18B8-46E7-BD0B-9873BF081931}" presName="desTx" presStyleLbl="alignAccFollowNode1" presStyleIdx="1" presStyleCnt="4">
        <dgm:presLayoutVars>
          <dgm:bulletEnabled val="1"/>
        </dgm:presLayoutVars>
      </dgm:prSet>
      <dgm:spPr/>
    </dgm:pt>
    <dgm:pt modelId="{50E19EB8-C7BC-4EBD-ADAB-E51B70899756}" type="pres">
      <dgm:prSet presAssocID="{550D4D23-7695-4374-90D8-092F1A8F9625}" presName="space" presStyleCnt="0"/>
      <dgm:spPr/>
    </dgm:pt>
    <dgm:pt modelId="{B9FBB25E-3B7E-479E-96CF-789F1F5FEA89}" type="pres">
      <dgm:prSet presAssocID="{AD389144-9A3C-4A9C-8BD3-839F7E1FCE02}" presName="composite" presStyleCnt="0"/>
      <dgm:spPr/>
    </dgm:pt>
    <dgm:pt modelId="{4F7C8D35-180B-42AB-86F0-303B8D5CAE76}" type="pres">
      <dgm:prSet presAssocID="{AD389144-9A3C-4A9C-8BD3-839F7E1FCE02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A27430E6-A01C-4A8D-A1ED-9320A1C5D3EF}" type="pres">
      <dgm:prSet presAssocID="{AD389144-9A3C-4A9C-8BD3-839F7E1FCE02}" presName="desTx" presStyleLbl="alignAccFollowNode1" presStyleIdx="2" presStyleCnt="4">
        <dgm:presLayoutVars>
          <dgm:bulletEnabled val="1"/>
        </dgm:presLayoutVars>
      </dgm:prSet>
      <dgm:spPr/>
    </dgm:pt>
    <dgm:pt modelId="{7F4DCF37-32CF-4CDE-945A-2A92170BE860}" type="pres">
      <dgm:prSet presAssocID="{C5C04408-6902-4FA9-8EF2-E1DADF9921D4}" presName="space" presStyleCnt="0"/>
      <dgm:spPr/>
    </dgm:pt>
    <dgm:pt modelId="{DA1DEC60-9FF6-4106-B8BB-724A5C07D4E2}" type="pres">
      <dgm:prSet presAssocID="{E71B7F53-DAE4-4D0F-8F78-F6DA0D3B231D}" presName="composite" presStyleCnt="0"/>
      <dgm:spPr/>
    </dgm:pt>
    <dgm:pt modelId="{DDBB2ABB-A7AA-4333-9E2C-B5D92D46AE01}" type="pres">
      <dgm:prSet presAssocID="{E71B7F53-DAE4-4D0F-8F78-F6DA0D3B231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038E0A8F-B76E-4E5D-813D-64DE6C5347C6}" type="pres">
      <dgm:prSet presAssocID="{E71B7F53-DAE4-4D0F-8F78-F6DA0D3B231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7AD1405-234A-4F65-9343-D95940F23EBF}" type="presOf" srcId="{EB1E17A4-6C9D-46D6-BE8F-443C15C80E13}" destId="{FB511FAA-20CA-43E2-968D-041AFE536C50}" srcOrd="0" destOrd="3" presId="urn:microsoft.com/office/officeart/2005/8/layout/hList1"/>
    <dgm:cxn modelId="{0AF89505-0B74-46A9-87DA-53FD94756752}" type="presOf" srcId="{8E7827D0-F6CB-4BAE-99B7-3CBE201AA7A9}" destId="{FB511FAA-20CA-43E2-968D-041AFE536C50}" srcOrd="0" destOrd="9" presId="urn:microsoft.com/office/officeart/2005/8/layout/hList1"/>
    <dgm:cxn modelId="{D385F108-82F6-412F-8247-2F4248AAB451}" type="presOf" srcId="{D4CDE403-BCAD-4F02-8815-CFC329105D5F}" destId="{A27430E6-A01C-4A8D-A1ED-9320A1C5D3EF}" srcOrd="0" destOrd="0" presId="urn:microsoft.com/office/officeart/2005/8/layout/hList1"/>
    <dgm:cxn modelId="{7F9DA809-1C03-4B09-8F40-FBCA8ED8E1C5}" type="presOf" srcId="{4B67DEF5-18B5-495C-B054-28173E155B2E}" destId="{038E0A8F-B76E-4E5D-813D-64DE6C5347C6}" srcOrd="0" destOrd="4" presId="urn:microsoft.com/office/officeart/2005/8/layout/hList1"/>
    <dgm:cxn modelId="{4E1FB00B-C236-446B-A24E-1D90E520A18A}" srcId="{838DE2D7-18B8-46E7-BD0B-9873BF081931}" destId="{77EA7D5C-3405-484E-B891-29C2A82DDBB8}" srcOrd="2" destOrd="0" parTransId="{CA2F5929-071A-44CB-883A-0567ED6F9095}" sibTransId="{3D789E82-E988-4174-8AB5-B4CAA1D67EA7}"/>
    <dgm:cxn modelId="{00570E0D-76A3-462A-8A16-8536738FAC63}" srcId="{87A0DCF4-78FD-4CB3-8DCD-DD37F06433A0}" destId="{C1DD91C2-B676-4FA9-B104-0D0DFBF142AC}" srcOrd="0" destOrd="0" parTransId="{0018C1B7-C13A-4F88-9666-E7C980288E6E}" sibTransId="{D3B0860B-76FC-4544-A126-2AE2BD0BAEE3}"/>
    <dgm:cxn modelId="{8579380E-6996-493B-817E-C33ADC9628E7}" type="presOf" srcId="{94672754-D671-49A3-ADD6-6773AB8F21FB}" destId="{FB511FAA-20CA-43E2-968D-041AFE536C50}" srcOrd="0" destOrd="7" presId="urn:microsoft.com/office/officeart/2005/8/layout/hList1"/>
    <dgm:cxn modelId="{0A3CAD19-6D9F-42F6-8C14-B5C2B2D8BE8D}" srcId="{AD389144-9A3C-4A9C-8BD3-839F7E1FCE02}" destId="{86045C24-BB9D-4A7A-8CD9-803350D8864C}" srcOrd="3" destOrd="0" parTransId="{A3938710-1C6A-45F2-B286-742F94F382FA}" sibTransId="{8B2EDCEE-BCA0-4072-8818-5B75F5801B66}"/>
    <dgm:cxn modelId="{E5C65C22-D19D-465E-88A8-95E9102C140F}" srcId="{AD389144-9A3C-4A9C-8BD3-839F7E1FCE02}" destId="{138C972B-3268-469A-BB33-847D977F724A}" srcOrd="2" destOrd="0" parTransId="{DC2BD45A-8011-490D-A227-D2878B97396C}" sibTransId="{20094D29-A2B9-4E43-AFF1-5079F2A31AC0}"/>
    <dgm:cxn modelId="{FBCB2924-5E66-46F9-9533-A80EA9EE5632}" srcId="{354F8A57-5355-4A9B-8576-CA5F24E2D18E}" destId="{AD389144-9A3C-4A9C-8BD3-839F7E1FCE02}" srcOrd="2" destOrd="0" parTransId="{F4AA2955-51F7-49A4-98E6-2E571EBF5DCF}" sibTransId="{C5C04408-6902-4FA9-8EF2-E1DADF9921D4}"/>
    <dgm:cxn modelId="{B3DBF826-CC6C-457E-B094-42EDB4D6AEF0}" srcId="{E71B7F53-DAE4-4D0F-8F78-F6DA0D3B231D}" destId="{9CA03A74-92A2-4893-909E-349F70AE3CC5}" srcOrd="1" destOrd="0" parTransId="{D85E9E22-553F-48C1-9B8C-AA4313D797D9}" sibTransId="{A32B81D0-8D14-4518-8303-EBA2F5F10C1A}"/>
    <dgm:cxn modelId="{DF6C4B28-E6CD-4DC4-8F7D-7D57522FC51E}" type="presOf" srcId="{435AD814-62BF-4AE8-A138-CF5E0659C108}" destId="{F5F3764A-095E-4C13-B450-BE503EFA60B0}" srcOrd="0" destOrd="6" presId="urn:microsoft.com/office/officeart/2005/8/layout/hList1"/>
    <dgm:cxn modelId="{8372E728-9AA7-4AE0-8566-7FE4D58F7663}" srcId="{838DE2D7-18B8-46E7-BD0B-9873BF081931}" destId="{53410708-2F64-475E-AB61-BFAD0D5A3182}" srcOrd="10" destOrd="0" parTransId="{DADD3449-5395-44C2-B5B0-CD5283D43C01}" sibTransId="{F2CA134A-5A09-4D0C-A6AC-54BC66F80BA7}"/>
    <dgm:cxn modelId="{D72BB82B-7E84-4250-8FEA-632A224A152A}" type="presOf" srcId="{AD389144-9A3C-4A9C-8BD3-839F7E1FCE02}" destId="{4F7C8D35-180B-42AB-86F0-303B8D5CAE76}" srcOrd="0" destOrd="0" presId="urn:microsoft.com/office/officeart/2005/8/layout/hList1"/>
    <dgm:cxn modelId="{EECB952D-91BA-487F-93CD-E355BCA20605}" type="presOf" srcId="{975EA4F0-EE41-4427-ABA1-797DCC6252DC}" destId="{A27430E6-A01C-4A8D-A1ED-9320A1C5D3EF}" srcOrd="0" destOrd="1" presId="urn:microsoft.com/office/officeart/2005/8/layout/hList1"/>
    <dgm:cxn modelId="{3025762E-4E5B-4781-A9AB-F4C299AD87F8}" srcId="{354F8A57-5355-4A9B-8576-CA5F24E2D18E}" destId="{838DE2D7-18B8-46E7-BD0B-9873BF081931}" srcOrd="1" destOrd="0" parTransId="{E9233258-554B-49F7-B57A-005DBA50A972}" sibTransId="{550D4D23-7695-4374-90D8-092F1A8F9625}"/>
    <dgm:cxn modelId="{96070234-A387-47F4-9142-A518F0745F8F}" type="presOf" srcId="{8395A675-C31D-4842-B8F2-372F558C45C4}" destId="{A27430E6-A01C-4A8D-A1ED-9320A1C5D3EF}" srcOrd="0" destOrd="5" presId="urn:microsoft.com/office/officeart/2005/8/layout/hList1"/>
    <dgm:cxn modelId="{A20CDA37-9A38-4D43-A090-68D60349D5CE}" type="presOf" srcId="{BED2288B-ACB0-4B2A-92C2-CE022310FC9D}" destId="{FB511FAA-20CA-43E2-968D-041AFE536C50}" srcOrd="0" destOrd="1" presId="urn:microsoft.com/office/officeart/2005/8/layout/hList1"/>
    <dgm:cxn modelId="{3600FC37-93E5-4714-A684-DF7CBCE657CF}" srcId="{87A0DCF4-78FD-4CB3-8DCD-DD37F06433A0}" destId="{94672754-D671-49A3-ADD6-6773AB8F21FB}" srcOrd="7" destOrd="0" parTransId="{40285003-663D-462E-83E5-C4D558181002}" sibTransId="{F9DC45F6-1D2B-481E-9632-D3285E11C38F}"/>
    <dgm:cxn modelId="{34395B3B-8517-44AA-8389-A035DA23B3C8}" srcId="{354F8A57-5355-4A9B-8576-CA5F24E2D18E}" destId="{E71B7F53-DAE4-4D0F-8F78-F6DA0D3B231D}" srcOrd="3" destOrd="0" parTransId="{B22D3C8A-9A3E-42CF-9A54-9E129A6764B2}" sibTransId="{E7B147C3-D3BD-47B1-A6CF-35FBD8CB4A61}"/>
    <dgm:cxn modelId="{F0995E3E-15FA-4B22-99DC-D1E93DFB7E47}" type="presOf" srcId="{354F8A57-5355-4A9B-8576-CA5F24E2D18E}" destId="{5FFEC796-13CE-4ACB-A741-AD85473A8542}" srcOrd="0" destOrd="0" presId="urn:microsoft.com/office/officeart/2005/8/layout/hList1"/>
    <dgm:cxn modelId="{889D4040-1D5E-429E-B2E4-25D35422081F}" srcId="{838DE2D7-18B8-46E7-BD0B-9873BF081931}" destId="{0A3FA94C-8569-423B-BC5B-2047BA053D0F}" srcOrd="0" destOrd="0" parTransId="{FE187A8E-4CA1-4630-BCAB-CFF7C67A0DFF}" sibTransId="{F92459C8-ED0B-4B33-A81B-37D426DCDB40}"/>
    <dgm:cxn modelId="{B277A05B-BD76-4361-9D10-453C23C99382}" type="presOf" srcId="{BBDB3790-02CF-4670-85D4-A350CD09AB26}" destId="{F5F3764A-095E-4C13-B450-BE503EFA60B0}" srcOrd="0" destOrd="1" presId="urn:microsoft.com/office/officeart/2005/8/layout/hList1"/>
    <dgm:cxn modelId="{9F213561-3E29-4825-8DD3-E92EE0A56B59}" srcId="{838DE2D7-18B8-46E7-BD0B-9873BF081931}" destId="{435AD814-62BF-4AE8-A138-CF5E0659C108}" srcOrd="6" destOrd="0" parTransId="{ED83E166-3A1D-4553-8252-9B685BAA0A32}" sibTransId="{5A8CD0F9-86D7-44C5-AD3A-87DAA5F1BFDB}"/>
    <dgm:cxn modelId="{C108B761-C7A4-4C50-B707-32B13E0376B0}" type="presOf" srcId="{1EE3D672-66B8-420E-86A3-88D687DB1436}" destId="{038E0A8F-B76E-4E5D-813D-64DE6C5347C6}" srcOrd="0" destOrd="3" presId="urn:microsoft.com/office/officeart/2005/8/layout/hList1"/>
    <dgm:cxn modelId="{1A516C42-8D60-4437-B18F-2532A71F5D2A}" srcId="{87A0DCF4-78FD-4CB3-8DCD-DD37F06433A0}" destId="{09301777-8DE1-47FF-B924-AF8423B30211}" srcOrd="4" destOrd="0" parTransId="{987FF564-3339-4389-A206-918F8D217FC4}" sibTransId="{537B8EFE-55A6-4467-BE21-AC25E844A57D}"/>
    <dgm:cxn modelId="{EA5C0243-E071-42D6-93A6-79BDD9BA6205}" srcId="{87A0DCF4-78FD-4CB3-8DCD-DD37F06433A0}" destId="{8DC2A74B-7DBC-44D5-B3A4-33B1E554C175}" srcOrd="6" destOrd="0" parTransId="{8E25B0CB-CD22-4CBD-8769-B4DB48E070A5}" sibTransId="{71248ABD-5600-4346-9902-58DA35C67625}"/>
    <dgm:cxn modelId="{1134EF44-C9B1-4D98-ACDB-D1892BB9D142}" srcId="{87A0DCF4-78FD-4CB3-8DCD-DD37F06433A0}" destId="{59245225-3186-4842-90E4-99C053F2771E}" srcOrd="5" destOrd="0" parTransId="{8392F58D-284B-4492-B6BF-06C46C12B213}" sibTransId="{66522D4C-D493-4D88-9E21-95047177F7F7}"/>
    <dgm:cxn modelId="{8C884546-1CC5-4CE0-AF9E-EAE9728565A3}" type="presOf" srcId="{8DC2A74B-7DBC-44D5-B3A4-33B1E554C175}" destId="{FB511FAA-20CA-43E2-968D-041AFE536C50}" srcOrd="0" destOrd="6" presId="urn:microsoft.com/office/officeart/2005/8/layout/hList1"/>
    <dgm:cxn modelId="{39BFB868-20A1-411E-93C1-CD5175E538EA}" srcId="{E71B7F53-DAE4-4D0F-8F78-F6DA0D3B231D}" destId="{1EE3D672-66B8-420E-86A3-88D687DB1436}" srcOrd="3" destOrd="0" parTransId="{88132883-D44E-4ACC-9AF6-CE65AB74CAFB}" sibTransId="{EE85E95A-18CF-49FA-8797-7EE78FD8DCC2}"/>
    <dgm:cxn modelId="{50C87B4C-F692-4F41-BFDD-655556647DA2}" srcId="{838DE2D7-18B8-46E7-BD0B-9873BF081931}" destId="{059BE359-7B64-4C53-807B-9A0E740F9009}" srcOrd="5" destOrd="0" parTransId="{638E290B-2161-4104-8309-B6C1BAFAF253}" sibTransId="{097EB157-4F92-4A70-8CA5-6F0EF9577A6F}"/>
    <dgm:cxn modelId="{16FC006D-6A89-4316-BA00-40197709FDD5}" type="presOf" srcId="{87A0DCF4-78FD-4CB3-8DCD-DD37F06433A0}" destId="{43401221-C7ED-4F13-B4C2-4C8BA67A2428}" srcOrd="0" destOrd="0" presId="urn:microsoft.com/office/officeart/2005/8/layout/hList1"/>
    <dgm:cxn modelId="{F7D47B4D-9C88-4988-A721-4A6A719175E9}" type="presOf" srcId="{E0F61DE0-3893-458A-A5B2-D896581F2624}" destId="{038E0A8F-B76E-4E5D-813D-64DE6C5347C6}" srcOrd="0" destOrd="5" presId="urn:microsoft.com/office/officeart/2005/8/layout/hList1"/>
    <dgm:cxn modelId="{F84C986D-0D78-4F56-AA59-8B6B29DA7ED6}" type="presOf" srcId="{CD5F0DB7-9829-489B-AA9A-A776AE0B5E6C}" destId="{F5F3764A-095E-4C13-B450-BE503EFA60B0}" srcOrd="0" destOrd="9" presId="urn:microsoft.com/office/officeart/2005/8/layout/hList1"/>
    <dgm:cxn modelId="{E7678270-CEE1-4019-BB73-20083F857167}" type="presOf" srcId="{059BE359-7B64-4C53-807B-9A0E740F9009}" destId="{F5F3764A-095E-4C13-B450-BE503EFA60B0}" srcOrd="0" destOrd="5" presId="urn:microsoft.com/office/officeart/2005/8/layout/hList1"/>
    <dgm:cxn modelId="{1C984B71-1A56-46DF-BBA9-9B25136A3186}" srcId="{87A0DCF4-78FD-4CB3-8DCD-DD37F06433A0}" destId="{BED2288B-ACB0-4B2A-92C2-CE022310FC9D}" srcOrd="1" destOrd="0" parTransId="{8489FE99-9C9B-4049-8649-957B3C6584BB}" sibTransId="{03C28E17-CC47-4D22-AAE4-8D6EA12598DF}"/>
    <dgm:cxn modelId="{9BCA4152-4D65-4C9E-BBFF-6DD9CAB62401}" type="presOf" srcId="{A6511CE6-DE81-47EA-B2D4-168FC9D39BA4}" destId="{F5F3764A-095E-4C13-B450-BE503EFA60B0}" srcOrd="0" destOrd="7" presId="urn:microsoft.com/office/officeart/2005/8/layout/hList1"/>
    <dgm:cxn modelId="{92DF2973-9EC8-497C-80E9-03BF03C4CAB3}" srcId="{838DE2D7-18B8-46E7-BD0B-9873BF081931}" destId="{8DF66AE3-D022-4EDA-9BB1-DB9279D7EE55}" srcOrd="8" destOrd="0" parTransId="{E1599098-17DB-47EB-A194-E920AA3718A9}" sibTransId="{C6CC51A2-95F3-4BC7-B5DC-240BC74F94C8}"/>
    <dgm:cxn modelId="{9A096453-9698-43B6-AC5D-6F87F7A359EE}" type="presOf" srcId="{53410708-2F64-475E-AB61-BFAD0D5A3182}" destId="{F5F3764A-095E-4C13-B450-BE503EFA60B0}" srcOrd="0" destOrd="10" presId="urn:microsoft.com/office/officeart/2005/8/layout/hList1"/>
    <dgm:cxn modelId="{02873254-006E-4B39-9AFC-7422B5A0F5EA}" srcId="{87A0DCF4-78FD-4CB3-8DCD-DD37F06433A0}" destId="{2443BD4A-4ADB-443A-8939-9ADD6FB31A13}" srcOrd="8" destOrd="0" parTransId="{58058390-2851-4D66-B856-6A16537CAF40}" sibTransId="{3F2943E4-EB24-4687-8FFD-F148A46C4DF5}"/>
    <dgm:cxn modelId="{4DD7E974-B624-4D61-B9B8-184DABCF8B7C}" type="presOf" srcId="{09301777-8DE1-47FF-B924-AF8423B30211}" destId="{FB511FAA-20CA-43E2-968D-041AFE536C50}" srcOrd="0" destOrd="4" presId="urn:microsoft.com/office/officeart/2005/8/layout/hList1"/>
    <dgm:cxn modelId="{553A0579-F368-40A8-86E5-2EF1FB418BAC}" type="presOf" srcId="{2443BD4A-4ADB-443A-8939-9ADD6FB31A13}" destId="{FB511FAA-20CA-43E2-968D-041AFE536C50}" srcOrd="0" destOrd="8" presId="urn:microsoft.com/office/officeart/2005/8/layout/hList1"/>
    <dgm:cxn modelId="{89F73D59-309A-4148-B7EC-FAFFF9AB8897}" srcId="{87A0DCF4-78FD-4CB3-8DCD-DD37F06433A0}" destId="{8E7827D0-F6CB-4BAE-99B7-3CBE201AA7A9}" srcOrd="9" destOrd="0" parTransId="{2D449F2C-7B0E-47E7-9B3B-100565D73393}" sibTransId="{E0BB07BE-A4F5-4A01-86DE-8CA9931E4223}"/>
    <dgm:cxn modelId="{1B768680-0826-48F1-9F65-1A373E0872FD}" srcId="{87A0DCF4-78FD-4CB3-8DCD-DD37F06433A0}" destId="{EB1E17A4-6C9D-46D6-BE8F-443C15C80E13}" srcOrd="3" destOrd="0" parTransId="{207C824A-76A4-411D-B6AE-1632AA76DE73}" sibTransId="{1E05869F-FB22-40A6-88E8-31386AC0AE52}"/>
    <dgm:cxn modelId="{C18A5D81-441F-4CE9-BA0C-54003DC5D16B}" srcId="{E71B7F53-DAE4-4D0F-8F78-F6DA0D3B231D}" destId="{56B5AAD9-F8CE-4EB7-BF73-0086E97A12D8}" srcOrd="2" destOrd="0" parTransId="{8010D989-0305-41D1-B8BE-4B2222D3240E}" sibTransId="{08A9D46D-B2A6-4728-AB6E-CC85BCBD8A1D}"/>
    <dgm:cxn modelId="{6F464486-A7C6-439A-8212-80A8A3E7034E}" srcId="{838DE2D7-18B8-46E7-BD0B-9873BF081931}" destId="{5F9D3CA3-8F8D-4A9D-8FD5-3B2AB3FB7775}" srcOrd="4" destOrd="0" parTransId="{96DA3BBE-2B93-42D8-91C3-820924BB45C9}" sibTransId="{AC3E507D-7403-4E06-BCD3-768E710017E5}"/>
    <dgm:cxn modelId="{287C0C89-16B4-49BC-806A-8CF71EC7E6C6}" type="presOf" srcId="{0A3FA94C-8569-423B-BC5B-2047BA053D0F}" destId="{F5F3764A-095E-4C13-B450-BE503EFA60B0}" srcOrd="0" destOrd="0" presId="urn:microsoft.com/office/officeart/2005/8/layout/hList1"/>
    <dgm:cxn modelId="{59923F8B-BEA0-462F-B4C5-55F7221B6156}" type="presOf" srcId="{9CA03A74-92A2-4893-909E-349F70AE3CC5}" destId="{038E0A8F-B76E-4E5D-813D-64DE6C5347C6}" srcOrd="0" destOrd="1" presId="urn:microsoft.com/office/officeart/2005/8/layout/hList1"/>
    <dgm:cxn modelId="{C1A8458C-16F6-4C1D-9B11-3E0BAEF8DA8C}" type="presOf" srcId="{8785DB14-AAC4-44F5-9DA1-30E40CB2BD3C}" destId="{A27430E6-A01C-4A8D-A1ED-9320A1C5D3EF}" srcOrd="0" destOrd="4" presId="urn:microsoft.com/office/officeart/2005/8/layout/hList1"/>
    <dgm:cxn modelId="{BFB52C9E-BFB5-4868-933D-907606DBFD51}" type="presOf" srcId="{56B5AAD9-F8CE-4EB7-BF73-0086E97A12D8}" destId="{038E0A8F-B76E-4E5D-813D-64DE6C5347C6}" srcOrd="0" destOrd="2" presId="urn:microsoft.com/office/officeart/2005/8/layout/hList1"/>
    <dgm:cxn modelId="{B3BF49A0-E852-45BC-91D6-8BF31BE50EF2}" type="presOf" srcId="{77EA7D5C-3405-484E-B891-29C2A82DDBB8}" destId="{F5F3764A-095E-4C13-B450-BE503EFA60B0}" srcOrd="0" destOrd="2" presId="urn:microsoft.com/office/officeart/2005/8/layout/hList1"/>
    <dgm:cxn modelId="{04B0E9A1-A899-4220-B196-E36182C3E2E4}" type="presOf" srcId="{3AC07F33-4E78-4984-AAC6-9790064D8041}" destId="{F5F3764A-095E-4C13-B450-BE503EFA60B0}" srcOrd="0" destOrd="3" presId="urn:microsoft.com/office/officeart/2005/8/layout/hList1"/>
    <dgm:cxn modelId="{7B1140A6-5257-4B49-872B-70968354E030}" type="presOf" srcId="{E71B7F53-DAE4-4D0F-8F78-F6DA0D3B231D}" destId="{DDBB2ABB-A7AA-4333-9E2C-B5D92D46AE01}" srcOrd="0" destOrd="0" presId="urn:microsoft.com/office/officeart/2005/8/layout/hList1"/>
    <dgm:cxn modelId="{56279DB4-5355-479E-B038-947553D5567D}" type="presOf" srcId="{CEC3FC0F-077D-4AEE-9CE5-5EC600A9ADFC}" destId="{038E0A8F-B76E-4E5D-813D-64DE6C5347C6}" srcOrd="0" destOrd="0" presId="urn:microsoft.com/office/officeart/2005/8/layout/hList1"/>
    <dgm:cxn modelId="{472C46B9-3C2D-4027-B3A0-AF1E5CB21C7C}" type="presOf" srcId="{838DE2D7-18B8-46E7-BD0B-9873BF081931}" destId="{84ABBECC-969B-46D7-BE61-79F7864D8872}" srcOrd="0" destOrd="0" presId="urn:microsoft.com/office/officeart/2005/8/layout/hList1"/>
    <dgm:cxn modelId="{2258EBBB-ED28-4386-980B-DA010AA6EF1B}" srcId="{838DE2D7-18B8-46E7-BD0B-9873BF081931}" destId="{A6511CE6-DE81-47EA-B2D4-168FC9D39BA4}" srcOrd="7" destOrd="0" parTransId="{A5503912-A805-4602-A954-D6D4D08525BE}" sibTransId="{FC49BEAA-B9CE-4CB0-B9C0-66E2FC77A1DC}"/>
    <dgm:cxn modelId="{48BAA5BE-00CC-4122-A956-8E6D8160F881}" srcId="{354F8A57-5355-4A9B-8576-CA5F24E2D18E}" destId="{87A0DCF4-78FD-4CB3-8DCD-DD37F06433A0}" srcOrd="0" destOrd="0" parTransId="{CF401412-D407-46A3-9EC1-48E040A73F9B}" sibTransId="{F093837E-69BF-47AC-9ACB-AF5A010E36F1}"/>
    <dgm:cxn modelId="{F0FCEABE-139B-4ECB-BCFC-BD8A70A562D0}" type="presOf" srcId="{C1DD91C2-B676-4FA9-B104-0D0DFBF142AC}" destId="{FB511FAA-20CA-43E2-968D-041AFE536C50}" srcOrd="0" destOrd="0" presId="urn:microsoft.com/office/officeart/2005/8/layout/hList1"/>
    <dgm:cxn modelId="{0CBE81C6-1536-4806-BFE3-6FB4201F6DD4}" type="presOf" srcId="{5F9D3CA3-8F8D-4A9D-8FD5-3B2AB3FB7775}" destId="{F5F3764A-095E-4C13-B450-BE503EFA60B0}" srcOrd="0" destOrd="4" presId="urn:microsoft.com/office/officeart/2005/8/layout/hList1"/>
    <dgm:cxn modelId="{2B1502C8-3C78-49FB-B155-0D82D3FA092C}" srcId="{E71B7F53-DAE4-4D0F-8F78-F6DA0D3B231D}" destId="{4B67DEF5-18B5-495C-B054-28173E155B2E}" srcOrd="4" destOrd="0" parTransId="{BE4596FC-309F-49AE-B926-FE777B9FE7BE}" sibTransId="{99D02F14-7407-4D2E-9125-A4BA14B9A40C}"/>
    <dgm:cxn modelId="{FAD423C8-3C21-4742-BA9C-2DDE41E8143B}" srcId="{E71B7F53-DAE4-4D0F-8F78-F6DA0D3B231D}" destId="{CEC3FC0F-077D-4AEE-9CE5-5EC600A9ADFC}" srcOrd="0" destOrd="0" parTransId="{FC554EFA-A7EB-4598-8607-98BD497FCD83}" sibTransId="{4EC7E6FE-47D9-450D-9AEA-5A979C812C59}"/>
    <dgm:cxn modelId="{E462BBCB-1840-44F1-AE8B-17B5869410FE}" srcId="{AD389144-9A3C-4A9C-8BD3-839F7E1FCE02}" destId="{8395A675-C31D-4842-B8F2-372F558C45C4}" srcOrd="5" destOrd="0" parTransId="{DFAA2B8D-E5AE-4D2D-9E5E-5F0108DC9E74}" sibTransId="{B4FDF671-1B4F-4224-A6B7-6646CD012E60}"/>
    <dgm:cxn modelId="{6E8A40D1-895D-4BA3-AE29-8427D78CAE82}" srcId="{AD389144-9A3C-4A9C-8BD3-839F7E1FCE02}" destId="{8785DB14-AAC4-44F5-9DA1-30E40CB2BD3C}" srcOrd="4" destOrd="0" parTransId="{E48F3511-5ADD-47DA-AADB-E78B35CE4825}" sibTransId="{0BEAD54D-9B21-48D8-B50A-E5AA9686253E}"/>
    <dgm:cxn modelId="{ADF3A3E0-262C-4A38-977E-287019A91ED5}" srcId="{838DE2D7-18B8-46E7-BD0B-9873BF081931}" destId="{3AC07F33-4E78-4984-AAC6-9790064D8041}" srcOrd="3" destOrd="0" parTransId="{9EAC65E4-930D-4AF5-80FD-78BF8A00DF4F}" sibTransId="{B92023A6-3A90-40DA-B81B-0895B39E30C2}"/>
    <dgm:cxn modelId="{D4F24EE1-7BDD-4A34-A84E-A684A2740BA2}" type="presOf" srcId="{86045C24-BB9D-4A7A-8CD9-803350D8864C}" destId="{A27430E6-A01C-4A8D-A1ED-9320A1C5D3EF}" srcOrd="0" destOrd="3" presId="urn:microsoft.com/office/officeart/2005/8/layout/hList1"/>
    <dgm:cxn modelId="{4E0204E3-6049-4A6D-BEFE-C5E0107E945A}" srcId="{AD389144-9A3C-4A9C-8BD3-839F7E1FCE02}" destId="{D4CDE403-BCAD-4F02-8815-CFC329105D5F}" srcOrd="0" destOrd="0" parTransId="{8A2646FF-99A0-45AF-BD2B-5898228C50D6}" sibTransId="{A067B434-D8C4-43C8-B0AE-89BF74C5CF95}"/>
    <dgm:cxn modelId="{2D63D7E7-2140-4E79-A0B3-16826C7E1670}" srcId="{E71B7F53-DAE4-4D0F-8F78-F6DA0D3B231D}" destId="{E0F61DE0-3893-458A-A5B2-D896581F2624}" srcOrd="5" destOrd="0" parTransId="{B4BE13A7-BF0B-4ABD-ABFD-FFF3CBD1171B}" sibTransId="{7427B0C3-E7E5-4018-B9DF-61200E673206}"/>
    <dgm:cxn modelId="{12647FEA-7093-4B39-842F-2662CB2F9A30}" srcId="{87A0DCF4-78FD-4CB3-8DCD-DD37F06433A0}" destId="{98C12C0A-7672-4E0C-8F27-B015D1915B7F}" srcOrd="2" destOrd="0" parTransId="{24CFE781-F504-4FA9-9D60-B9385DAFFF2E}" sibTransId="{2F3F3BAB-54A3-4F54-9457-82DA364C7757}"/>
    <dgm:cxn modelId="{979867EB-F123-4C96-9632-42DD3962BF5F}" type="presOf" srcId="{98C12C0A-7672-4E0C-8F27-B015D1915B7F}" destId="{FB511FAA-20CA-43E2-968D-041AFE536C50}" srcOrd="0" destOrd="2" presId="urn:microsoft.com/office/officeart/2005/8/layout/hList1"/>
    <dgm:cxn modelId="{36E845EE-6A9C-4B82-B887-3F2905CFB92E}" srcId="{AD389144-9A3C-4A9C-8BD3-839F7E1FCE02}" destId="{975EA4F0-EE41-4427-ABA1-797DCC6252DC}" srcOrd="1" destOrd="0" parTransId="{B29A8F3F-FAA8-4C10-A5E8-6B270DCF64BE}" sibTransId="{35DF92F2-4F5B-4734-AE10-2EAA8B698A8A}"/>
    <dgm:cxn modelId="{BC5C7DF5-183D-4717-A25D-BB98C9BCEDD2}" type="presOf" srcId="{8DF66AE3-D022-4EDA-9BB1-DB9279D7EE55}" destId="{F5F3764A-095E-4C13-B450-BE503EFA60B0}" srcOrd="0" destOrd="8" presId="urn:microsoft.com/office/officeart/2005/8/layout/hList1"/>
    <dgm:cxn modelId="{E571A2F7-5B57-46C3-9ED1-7560D75BCE9C}" type="presOf" srcId="{59245225-3186-4842-90E4-99C053F2771E}" destId="{FB511FAA-20CA-43E2-968D-041AFE536C50}" srcOrd="0" destOrd="5" presId="urn:microsoft.com/office/officeart/2005/8/layout/hList1"/>
    <dgm:cxn modelId="{2CB694F8-0AE0-498D-AC74-E36997F0AAD2}" srcId="{838DE2D7-18B8-46E7-BD0B-9873BF081931}" destId="{CD5F0DB7-9829-489B-AA9A-A776AE0B5E6C}" srcOrd="9" destOrd="0" parTransId="{66BA2A37-4C27-497E-ABE3-CA3FD61C2050}" sibTransId="{AA7A1E4B-1BFA-4015-B2B7-FFB73524DDA0}"/>
    <dgm:cxn modelId="{F994FBFA-BF10-43C5-A723-0F05D397D86D}" type="presOf" srcId="{138C972B-3268-469A-BB33-847D977F724A}" destId="{A27430E6-A01C-4A8D-A1ED-9320A1C5D3EF}" srcOrd="0" destOrd="2" presId="urn:microsoft.com/office/officeart/2005/8/layout/hList1"/>
    <dgm:cxn modelId="{16C507FC-2989-4C23-A0F9-64C779B47004}" srcId="{838DE2D7-18B8-46E7-BD0B-9873BF081931}" destId="{BBDB3790-02CF-4670-85D4-A350CD09AB26}" srcOrd="1" destOrd="0" parTransId="{A819EDA3-7C00-4669-8858-250FEAF6ED63}" sibTransId="{8AFB2C16-C59D-45D8-8960-C849005F3158}"/>
    <dgm:cxn modelId="{1EF868EB-CD70-4E0F-ACB7-29AD010E490F}" type="presParOf" srcId="{5FFEC796-13CE-4ACB-A741-AD85473A8542}" destId="{52E0BB29-3D2C-4303-B80B-1A1A30DCB1F0}" srcOrd="0" destOrd="0" presId="urn:microsoft.com/office/officeart/2005/8/layout/hList1"/>
    <dgm:cxn modelId="{07048283-BD85-4019-ACC6-C808DE0CADAB}" type="presParOf" srcId="{52E0BB29-3D2C-4303-B80B-1A1A30DCB1F0}" destId="{43401221-C7ED-4F13-B4C2-4C8BA67A2428}" srcOrd="0" destOrd="0" presId="urn:microsoft.com/office/officeart/2005/8/layout/hList1"/>
    <dgm:cxn modelId="{882B6C33-7E0F-4769-83F7-8B3E0AAF3158}" type="presParOf" srcId="{52E0BB29-3D2C-4303-B80B-1A1A30DCB1F0}" destId="{FB511FAA-20CA-43E2-968D-041AFE536C50}" srcOrd="1" destOrd="0" presId="urn:microsoft.com/office/officeart/2005/8/layout/hList1"/>
    <dgm:cxn modelId="{E0ECA280-705A-4F2B-BD3D-E6C667808EBD}" type="presParOf" srcId="{5FFEC796-13CE-4ACB-A741-AD85473A8542}" destId="{9F979071-5CEA-4700-B54D-B16E2978FD6C}" srcOrd="1" destOrd="0" presId="urn:microsoft.com/office/officeart/2005/8/layout/hList1"/>
    <dgm:cxn modelId="{945B0DF5-B61B-4105-A440-8BACC437A9A0}" type="presParOf" srcId="{5FFEC796-13CE-4ACB-A741-AD85473A8542}" destId="{3FF54CC1-AE69-4176-B803-3263268532C8}" srcOrd="2" destOrd="0" presId="urn:microsoft.com/office/officeart/2005/8/layout/hList1"/>
    <dgm:cxn modelId="{89B88CD4-8A62-479A-9AEC-070EFE53393A}" type="presParOf" srcId="{3FF54CC1-AE69-4176-B803-3263268532C8}" destId="{84ABBECC-969B-46D7-BE61-79F7864D8872}" srcOrd="0" destOrd="0" presId="urn:microsoft.com/office/officeart/2005/8/layout/hList1"/>
    <dgm:cxn modelId="{AB400B95-3C83-4E0D-9FE9-78E3EE1A16B7}" type="presParOf" srcId="{3FF54CC1-AE69-4176-B803-3263268532C8}" destId="{F5F3764A-095E-4C13-B450-BE503EFA60B0}" srcOrd="1" destOrd="0" presId="urn:microsoft.com/office/officeart/2005/8/layout/hList1"/>
    <dgm:cxn modelId="{DEF29B93-39F0-4BE3-AC33-E5574179F844}" type="presParOf" srcId="{5FFEC796-13CE-4ACB-A741-AD85473A8542}" destId="{50E19EB8-C7BC-4EBD-ADAB-E51B70899756}" srcOrd="3" destOrd="0" presId="urn:microsoft.com/office/officeart/2005/8/layout/hList1"/>
    <dgm:cxn modelId="{BBCE1875-B7EB-4258-B2C9-25A4BFDC29A8}" type="presParOf" srcId="{5FFEC796-13CE-4ACB-A741-AD85473A8542}" destId="{B9FBB25E-3B7E-479E-96CF-789F1F5FEA89}" srcOrd="4" destOrd="0" presId="urn:microsoft.com/office/officeart/2005/8/layout/hList1"/>
    <dgm:cxn modelId="{6E611021-DD8B-47E7-911A-184F15DB5886}" type="presParOf" srcId="{B9FBB25E-3B7E-479E-96CF-789F1F5FEA89}" destId="{4F7C8D35-180B-42AB-86F0-303B8D5CAE76}" srcOrd="0" destOrd="0" presId="urn:microsoft.com/office/officeart/2005/8/layout/hList1"/>
    <dgm:cxn modelId="{ADEFAE32-3C1C-4067-85D5-BF1E2597CDEC}" type="presParOf" srcId="{B9FBB25E-3B7E-479E-96CF-789F1F5FEA89}" destId="{A27430E6-A01C-4A8D-A1ED-9320A1C5D3EF}" srcOrd="1" destOrd="0" presId="urn:microsoft.com/office/officeart/2005/8/layout/hList1"/>
    <dgm:cxn modelId="{C84F6A15-D35D-4DC8-BA14-B57ABD72EDDD}" type="presParOf" srcId="{5FFEC796-13CE-4ACB-A741-AD85473A8542}" destId="{7F4DCF37-32CF-4CDE-945A-2A92170BE860}" srcOrd="5" destOrd="0" presId="urn:microsoft.com/office/officeart/2005/8/layout/hList1"/>
    <dgm:cxn modelId="{AD3F2F01-8C8D-4F11-BA78-2F36F3D47323}" type="presParOf" srcId="{5FFEC796-13CE-4ACB-A741-AD85473A8542}" destId="{DA1DEC60-9FF6-4106-B8BB-724A5C07D4E2}" srcOrd="6" destOrd="0" presId="urn:microsoft.com/office/officeart/2005/8/layout/hList1"/>
    <dgm:cxn modelId="{55C25A00-048C-4C8D-A328-4DB1F3CD7307}" type="presParOf" srcId="{DA1DEC60-9FF6-4106-B8BB-724A5C07D4E2}" destId="{DDBB2ABB-A7AA-4333-9E2C-B5D92D46AE01}" srcOrd="0" destOrd="0" presId="urn:microsoft.com/office/officeart/2005/8/layout/hList1"/>
    <dgm:cxn modelId="{AA7B2C97-6281-4978-AE18-ADD783F3F9BE}" type="presParOf" srcId="{DA1DEC60-9FF6-4106-B8BB-724A5C07D4E2}" destId="{038E0A8F-B76E-4E5D-813D-64DE6C5347C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01221-C7ED-4F13-B4C2-4C8BA67A2428}">
      <dsp:nvSpPr>
        <dsp:cNvPr id="0" name=""/>
        <dsp:cNvSpPr/>
      </dsp:nvSpPr>
      <dsp:spPr>
        <a:xfrm>
          <a:off x="3953" y="316752"/>
          <a:ext cx="2377306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>
              <a:latin typeface="Calibri Light" panose="020F0302020204030204"/>
            </a:rPr>
            <a:t>Forces</a:t>
          </a:r>
          <a:endParaRPr lang="fr-CA" sz="1200" kern="1200"/>
        </a:p>
      </dsp:txBody>
      <dsp:txXfrm>
        <a:off x="3953" y="316752"/>
        <a:ext cx="2377306" cy="345600"/>
      </dsp:txXfrm>
    </dsp:sp>
    <dsp:sp modelId="{FB511FAA-20CA-43E2-968D-041AFE536C50}">
      <dsp:nvSpPr>
        <dsp:cNvPr id="0" name=""/>
        <dsp:cNvSpPr/>
      </dsp:nvSpPr>
      <dsp:spPr>
        <a:xfrm>
          <a:off x="3953" y="662352"/>
          <a:ext cx="2377306" cy="33722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Installations à proximités</a:t>
          </a:r>
          <a:endParaRPr lang="fr-CA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Intégration verticale</a:t>
          </a:r>
          <a:endParaRPr lang="fr-CA" sz="1200" kern="120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Contrats long terme/relation client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Stabilité et qualité de la MOD (salaires +)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Propriétaire de tous ses actifs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Bonne réputation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Clientèle cible en croissance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Expérience </a:t>
          </a:r>
          <a:r>
            <a:rPr lang="fr-CA" sz="1200" kern="1200" err="1">
              <a:latin typeface="Calibri Light" panose="020F0302020204030204"/>
            </a:rPr>
            <a:t>kingsley</a:t>
          </a:r>
          <a:r>
            <a:rPr lang="fr-CA" sz="1200" kern="1200">
              <a:latin typeface="Calibri Light" panose="020F0302020204030204"/>
            </a:rPr>
            <a:t> en redressement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CA efficace 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Logiciel d'optimisation des parcours</a:t>
          </a:r>
        </a:p>
      </dsp:txBody>
      <dsp:txXfrm>
        <a:off x="3953" y="662352"/>
        <a:ext cx="2377306" cy="3372232"/>
      </dsp:txXfrm>
    </dsp:sp>
    <dsp:sp modelId="{84ABBECC-969B-46D7-BE61-79F7864D8872}">
      <dsp:nvSpPr>
        <dsp:cNvPr id="0" name=""/>
        <dsp:cNvSpPr/>
      </dsp:nvSpPr>
      <dsp:spPr>
        <a:xfrm>
          <a:off x="2714082" y="316752"/>
          <a:ext cx="2377306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>
              <a:latin typeface="Calibri Light" panose="020F0302020204030204"/>
            </a:rPr>
            <a:t>Faiblesses</a:t>
          </a:r>
          <a:endParaRPr lang="fr-CA" sz="1200" kern="1200"/>
        </a:p>
      </dsp:txBody>
      <dsp:txXfrm>
        <a:off x="2714082" y="316752"/>
        <a:ext cx="2377306" cy="345600"/>
      </dsp:txXfrm>
    </dsp:sp>
    <dsp:sp modelId="{F5F3764A-095E-4C13-B450-BE503EFA60B0}">
      <dsp:nvSpPr>
        <dsp:cNvPr id="0" name=""/>
        <dsp:cNvSpPr/>
      </dsp:nvSpPr>
      <dsp:spPr>
        <a:xfrm>
          <a:off x="2714082" y="662352"/>
          <a:ext cx="2377306" cy="33722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Retard techno</a:t>
          </a:r>
          <a:endParaRPr lang="fr-CA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Retard développement durable</a:t>
          </a:r>
          <a:endParaRPr lang="fr-CA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Offre de service limitée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Site web non mis à jour et non informatif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Vision contradictoire des actionnaires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Difficulté à acquérir de nouveaux clients - Perte d'appel d'offre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GES plus élevés que l'industrie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Petite taille donc moins d'économies d'échelles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5% des camions utilisent le biogaz 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Diminution des prix des matières recyclées à affecté la rentabilité de la division recyclage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CA" sz="1200" kern="1200" dirty="0">
            <a:latin typeface="Calibri Light" panose="020F0302020204030204"/>
          </a:endParaRPr>
        </a:p>
      </dsp:txBody>
      <dsp:txXfrm>
        <a:off x="2714082" y="662352"/>
        <a:ext cx="2377306" cy="3372232"/>
      </dsp:txXfrm>
    </dsp:sp>
    <dsp:sp modelId="{4F7C8D35-180B-42AB-86F0-303B8D5CAE76}">
      <dsp:nvSpPr>
        <dsp:cNvPr id="0" name=""/>
        <dsp:cNvSpPr/>
      </dsp:nvSpPr>
      <dsp:spPr>
        <a:xfrm>
          <a:off x="5424211" y="316752"/>
          <a:ext cx="2377306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>
              <a:latin typeface="Calibri Light" panose="020F0302020204030204"/>
            </a:rPr>
            <a:t>Possibilités</a:t>
          </a:r>
          <a:endParaRPr lang="fr-CA" sz="1200" kern="1200"/>
        </a:p>
      </dsp:txBody>
      <dsp:txXfrm>
        <a:off x="5424211" y="316752"/>
        <a:ext cx="2377306" cy="345600"/>
      </dsp:txXfrm>
    </dsp:sp>
    <dsp:sp modelId="{A27430E6-A01C-4A8D-A1ED-9320A1C5D3EF}">
      <dsp:nvSpPr>
        <dsp:cNvPr id="0" name=""/>
        <dsp:cNvSpPr/>
      </dsp:nvSpPr>
      <dsp:spPr>
        <a:xfrm>
          <a:off x="5424211" y="662352"/>
          <a:ext cx="2377306" cy="33722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Augmentation de la demande des municipalités</a:t>
          </a:r>
          <a:endParaRPr lang="fr-CA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Technologies d'automatisation</a:t>
          </a:r>
          <a:endParaRPr lang="fr-CA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Augmentation de la demande déchets dangereux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Augmentation demande déchets organiques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Demande en service conseil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Capter les biogaz</a:t>
          </a:r>
        </a:p>
      </dsp:txBody>
      <dsp:txXfrm>
        <a:off x="5424211" y="662352"/>
        <a:ext cx="2377306" cy="3372232"/>
      </dsp:txXfrm>
    </dsp:sp>
    <dsp:sp modelId="{DDBB2ABB-A7AA-4333-9E2C-B5D92D46AE01}">
      <dsp:nvSpPr>
        <dsp:cNvPr id="0" name=""/>
        <dsp:cNvSpPr/>
      </dsp:nvSpPr>
      <dsp:spPr>
        <a:xfrm>
          <a:off x="8134340" y="316752"/>
          <a:ext cx="2377306" cy="34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kern="1200">
              <a:latin typeface="Calibri Light" panose="020F0302020204030204"/>
            </a:rPr>
            <a:t>Menaces</a:t>
          </a:r>
        </a:p>
      </dsp:txBody>
      <dsp:txXfrm>
        <a:off x="8134340" y="316752"/>
        <a:ext cx="2377306" cy="345600"/>
      </dsp:txXfrm>
    </dsp:sp>
    <dsp:sp modelId="{038E0A8F-B76E-4E5D-813D-64DE6C5347C6}">
      <dsp:nvSpPr>
        <dsp:cNvPr id="0" name=""/>
        <dsp:cNvSpPr/>
      </dsp:nvSpPr>
      <dsp:spPr>
        <a:xfrm>
          <a:off x="8134340" y="662352"/>
          <a:ext cx="2377306" cy="337223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Difficultés d'embauche MOD</a:t>
          </a:r>
          <a:endParaRPr lang="fr-CA" sz="1200" kern="1200" dirty="0">
            <a:latin typeface="Calibri Light" panose="020F0302020204030204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Augmentation des coûts de carburant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Baisse demande et prix des matières recyclées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 dirty="0">
              <a:latin typeface="Calibri Light" panose="020F0302020204030204"/>
            </a:rPr>
            <a:t>Baisse redevance enfouissement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Loir et réglements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200" kern="1200">
              <a:latin typeface="Calibri Light" panose="020F0302020204030204"/>
            </a:rPr>
            <a:t>Mode zéro déchet</a:t>
          </a:r>
        </a:p>
      </dsp:txBody>
      <dsp:txXfrm>
        <a:off x="8134340" y="662352"/>
        <a:ext cx="2377306" cy="3372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86536-70DB-482B-8632-62003C45F5B7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541B2-B76B-45D7-B903-4B852509AF0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1924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541B2-B76B-45D7-B903-4B852509AF0E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175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4A8DC-C4AF-4652-AC32-ADFAD1738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47FE07-1509-4618-BFDD-2F2A07A1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83199F-26E1-4DB1-9CA8-7E8CED47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8972CB-BD9A-4995-92F2-5CC190BF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0CFE87-B16B-4990-9241-968139C6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2436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E0A43-A785-43F0-8AA7-AC17391A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85E074-1D09-47C4-A46B-064D1B3C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640D95-E024-4ACF-95D4-78E3288C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43D00-AD54-43BB-8A14-13A12C3F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467E55-6C86-4043-BBFB-E556A28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331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3D82C-E584-4782-931A-D51D73EA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127DEC-569E-438D-9D27-57F5BA6D4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A6EAB-7978-428A-BCCC-2035D003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8126A-EF0E-41E0-8629-D6C6B7CB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CCED88-001B-4D14-BB72-1D848781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006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8DA14-A54C-4B6C-8BFD-6480D448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EBBF4F-1C1D-4B75-BCF6-827B12EB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3D5836-D4AE-4771-B4E8-FA427937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A8E883-F68A-46FF-A17F-BE871585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A726C6-D85A-4303-B69F-95C43747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20E401-FF19-4C9C-938F-23874992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61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CED65-165B-4F21-9346-DEEA150F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C55C23-F218-4028-82D4-26506EB7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AA1FE5-6935-46E4-BAB5-F2102BA9D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925E6B-CC53-42AE-ABD6-24F6728EC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9E9DA-B1D6-4260-82D4-5DD519120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4EF37AF-B11E-4861-8F3F-E7167F1D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1A84F1-A5F7-4393-BD31-E7FFCC74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911845-779A-4E9B-AA29-E6688FDC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976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417A0-29EC-4C25-ACD7-F57E45BF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452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789C7BD-AC20-46EB-8178-4A794AE1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8B409C-04DE-40E9-8ED8-0A88D3CF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7B2809-9912-4EE7-B2BA-A1B8F25E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15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3CFBE-0450-4DCB-A2A4-33530269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B87E0F-6A58-4F4B-8701-85A38AF3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D191F1-2C4A-4163-9CFC-9E355CBB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D4F01F-3C8D-4081-A8D6-1080982C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8FC714-3204-4BCF-BE19-1C5F41D3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748F61-7DCD-44C1-B55E-46842A45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162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A1516-2FDA-4214-AD7B-304867BC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AB3FAF-630F-42F3-ACC3-86572AF5E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350950-C105-41DC-AE5B-8FD1234C5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119FC2-C928-42DD-8C06-688C404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5B4E9-BA30-4571-AB97-93CF700A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EA017F-EFBE-433E-A23D-28DB8298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321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405F9-9DFF-4742-9857-F192A455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7E0B7C-2D83-463E-8FBF-B5C189680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8AF828-D8A2-445A-9F05-B6C6E20E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E58E7C-83BF-4AD8-9C5D-C6119982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E92182-C482-4E0F-B08D-1366FDD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180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BE969EE-D58A-4102-801C-5E0126DD9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D73470-3533-4D82-9B78-D347A794D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558D78-E782-4B90-BA62-E390635F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380A4C-292A-49BF-8242-23B985F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B678AC-A9FC-4025-A2BA-C102B4D1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7445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239FE0-7C23-49D6-9493-47D4D11F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032DBC-96EA-4E25-A233-66395E3D7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442B95-01A5-48D3-BC5F-4DF713F26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2025-01-20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89C65C-841D-41BE-BA1A-DCEA6F77C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D1C6A3-3E42-4155-8258-05F0292F3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705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ECDF2D-3639-4EE9-A4F1-0D9F3235A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95294D7-A045-4C14-9634-F249C2A7B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5408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990609-0D2E-E570-A724-D4515818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>
                <a:cs typeface="Calibri Light"/>
              </a:rPr>
              <a:t>Objectifs et contraintes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B118AC-1760-750A-C0FB-4DEFB90F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just"/>
            <a:r>
              <a:rPr lang="fr-CA" b="1">
                <a:ea typeface="+mn-lt"/>
                <a:cs typeface="+mn-lt"/>
              </a:rPr>
              <a:t>Objectifs stratégiques</a:t>
            </a:r>
            <a:endParaRPr lang="fr-CA">
              <a:cs typeface="Calibri" panose="020F0502020204030204"/>
            </a:endParaRPr>
          </a:p>
          <a:p>
            <a:pPr lvl="1"/>
            <a:r>
              <a:rPr lang="fr-CA" b="1">
                <a:ea typeface="+mn-lt"/>
                <a:cs typeface="+mn-lt"/>
              </a:rPr>
              <a:t>Améliorer la marge totale du bénéfice d’exploitation à </a:t>
            </a:r>
            <a:r>
              <a:rPr lang="fr-CA">
                <a:ea typeface="+mn-lt"/>
                <a:cs typeface="+mn-lt"/>
              </a:rPr>
              <a:t> </a:t>
            </a:r>
            <a:r>
              <a:rPr lang="fr-CA" b="1">
                <a:ea typeface="+mn-lt"/>
                <a:cs typeface="+mn-lt"/>
              </a:rPr>
              <a:t> 9 % </a:t>
            </a:r>
            <a:endParaRPr lang="fr-CA"/>
          </a:p>
          <a:p>
            <a:pPr lvl="1"/>
            <a:r>
              <a:rPr lang="fr-CA" b="1">
                <a:ea typeface="+mn-lt"/>
                <a:cs typeface="+mn-lt"/>
              </a:rPr>
              <a:t>Améliorer la marge du bénéfice d’exploitation de la division du recyclage</a:t>
            </a:r>
            <a:r>
              <a:rPr lang="fr-CA">
                <a:ea typeface="+mn-lt"/>
                <a:cs typeface="+mn-lt"/>
              </a:rPr>
              <a:t> à </a:t>
            </a:r>
            <a:r>
              <a:rPr lang="fr-CA" b="1">
                <a:ea typeface="+mn-lt"/>
                <a:cs typeface="+mn-lt"/>
              </a:rPr>
              <a:t>au moins 5 %,</a:t>
            </a:r>
          </a:p>
          <a:p>
            <a:pPr lvl="1"/>
            <a:r>
              <a:rPr lang="fr-CA" b="1">
                <a:ea typeface="+mn-lt"/>
                <a:cs typeface="+mn-lt"/>
              </a:rPr>
              <a:t>Accroître les flux de trésorerie disponibles annuels d’au moins 1 700 000 $</a:t>
            </a:r>
            <a:r>
              <a:rPr lang="fr-CA">
                <a:ea typeface="+mn-lt"/>
                <a:cs typeface="+mn-lt"/>
              </a:rPr>
              <a:t> </a:t>
            </a:r>
          </a:p>
          <a:p>
            <a:pPr lvl="1"/>
            <a:r>
              <a:rPr lang="fr-CA" b="1">
                <a:ea typeface="+mn-lt"/>
                <a:cs typeface="+mn-lt"/>
              </a:rPr>
              <a:t>Diminuer les émissions de GES de 10 %</a:t>
            </a:r>
            <a:endParaRPr lang="fr-CA">
              <a:cs typeface="Calibri"/>
            </a:endParaRPr>
          </a:p>
          <a:p>
            <a:pPr lvl="1" algn="just"/>
            <a:endParaRPr lang="fr-CA"/>
          </a:p>
          <a:p>
            <a:pPr algn="just"/>
            <a:r>
              <a:rPr lang="fr-CA" b="1">
                <a:ea typeface="+mn-lt"/>
                <a:cs typeface="+mn-lt"/>
              </a:rPr>
              <a:t>Contraintes et limites</a:t>
            </a:r>
            <a:endParaRPr lang="fr-CA">
              <a:cs typeface="Calibri"/>
            </a:endParaRPr>
          </a:p>
          <a:p>
            <a:pPr lvl="1"/>
            <a:r>
              <a:rPr lang="fr-CA" b="1">
                <a:ea typeface="+mn-lt"/>
                <a:cs typeface="+mn-lt"/>
              </a:rPr>
              <a:t>Le ratio du bénéfice avant intérêts et impôts (BAII) sur les intérêts ne peut être inférieur à 1,8</a:t>
            </a:r>
            <a:r>
              <a:rPr lang="fr-CA">
                <a:ea typeface="+mn-lt"/>
                <a:cs typeface="+mn-lt"/>
              </a:rPr>
              <a:t>.</a:t>
            </a:r>
            <a:endParaRPr lang="fr-CA">
              <a:cs typeface="Calibri"/>
            </a:endParaRPr>
          </a:p>
          <a:p>
            <a:pPr lvl="1"/>
            <a:r>
              <a:rPr lang="fr-CA" b="1">
                <a:ea typeface="+mn-lt"/>
                <a:cs typeface="+mn-lt"/>
              </a:rPr>
              <a:t>ratio total emprunts/capitaux propres n’excède pas 3,5.</a:t>
            </a:r>
            <a:endParaRPr lang="fr-CA">
              <a:cs typeface="Calibri"/>
            </a:endParaRPr>
          </a:p>
          <a:p>
            <a:endParaRPr lang="fr-CA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812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28B5C8-0480-11B0-AC1B-8D8AACFD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>
                <a:cs typeface="Calibri Light"/>
              </a:rPr>
              <a:t>FCS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E7FD2E-DDB8-FF73-89BC-442159A2C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CA" dirty="0">
                <a:cs typeface="Calibri"/>
              </a:rPr>
              <a:t>Coûts du carburant</a:t>
            </a:r>
          </a:p>
          <a:p>
            <a:r>
              <a:rPr lang="fr-CA" dirty="0">
                <a:cs typeface="Calibri"/>
              </a:rPr>
              <a:t>Relations clients</a:t>
            </a:r>
          </a:p>
          <a:p>
            <a:r>
              <a:rPr lang="fr-CA" dirty="0" err="1">
                <a:cs typeface="Calibri"/>
              </a:rPr>
              <a:t>Reglementation</a:t>
            </a:r>
            <a:endParaRPr lang="fr-CA" dirty="0">
              <a:cs typeface="Calibri"/>
            </a:endParaRPr>
          </a:p>
          <a:p>
            <a:r>
              <a:rPr lang="fr-CA" dirty="0">
                <a:cs typeface="Calibri"/>
              </a:rPr>
              <a:t>Localisation des stations de transfert</a:t>
            </a:r>
          </a:p>
          <a:p>
            <a:r>
              <a:rPr lang="fr-CA" dirty="0">
                <a:cs typeface="Calibri"/>
              </a:rPr>
              <a:t>Parcours de collecte</a:t>
            </a:r>
          </a:p>
          <a:p>
            <a:r>
              <a:rPr lang="fr-CA" dirty="0">
                <a:cs typeface="Calibri"/>
              </a:rPr>
              <a:t>Intégration verticale</a:t>
            </a:r>
          </a:p>
          <a:p>
            <a:r>
              <a:rPr lang="fr-CA" dirty="0">
                <a:cs typeface="Calibri"/>
              </a:rPr>
              <a:t>Appui gouvernemental</a:t>
            </a:r>
          </a:p>
          <a:p>
            <a:r>
              <a:rPr lang="fr-CA" dirty="0">
                <a:cs typeface="Calibri"/>
              </a:rPr>
              <a:t>Reduction des GES</a:t>
            </a:r>
          </a:p>
          <a:p>
            <a:r>
              <a:rPr lang="fr-CA" dirty="0">
                <a:cs typeface="Calibri"/>
              </a:rPr>
              <a:t>Technologie de pointe</a:t>
            </a:r>
          </a:p>
        </p:txBody>
      </p:sp>
    </p:spTree>
    <p:extLst>
      <p:ext uri="{BB962C8B-B14F-4D97-AF65-F5344CB8AC3E}">
        <p14:creationId xmlns:p14="http://schemas.microsoft.com/office/powerpoint/2010/main" val="385662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2A90D3-8D05-E882-36F0-7447107A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>
                <a:ea typeface="Calibri Light"/>
                <a:cs typeface="Calibri Light"/>
              </a:rPr>
              <a:t>Résumé FFPM</a:t>
            </a:r>
            <a:endParaRPr lang="fr-CA"/>
          </a:p>
        </p:txBody>
      </p:sp>
      <p:graphicFrame>
        <p:nvGraphicFramePr>
          <p:cNvPr id="4" name="Diagramme 4">
            <a:extLst>
              <a:ext uri="{FF2B5EF4-FFF2-40B4-BE49-F238E27FC236}">
                <a16:creationId xmlns:a16="http://schemas.microsoft.com/office/drawing/2014/main" id="{F1B9C692-678F-56BB-FD58-7D550F943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876821"/>
              </p:ext>
            </p:extLst>
          </p:nvPr>
        </p:nvGraphicFramePr>
        <p:xfrm>
          <a:off x="640556" y="170973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43991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4B283919F7A04E9CDC443BFD166F77" ma:contentTypeVersion="4" ma:contentTypeDescription="Crée un document." ma:contentTypeScope="" ma:versionID="a43088f3ee8cd81ad227f3346af4d87b">
  <xsd:schema xmlns:xsd="http://www.w3.org/2001/XMLSchema" xmlns:xs="http://www.w3.org/2001/XMLSchema" xmlns:p="http://schemas.microsoft.com/office/2006/metadata/properties" xmlns:ns2="5674f0a4-3645-4119-81c3-d28b34f876e3" targetNamespace="http://schemas.microsoft.com/office/2006/metadata/properties" ma:root="true" ma:fieldsID="01bd94f172d1c41123b02406fd297b1c" ns2:_="">
    <xsd:import namespace="5674f0a4-3645-4119-81c3-d28b34f87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4f0a4-3645-4119-81c3-d28b34f876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5CB75C-AF5E-4320-84B4-58265EC62097}">
  <ds:schemaRefs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f747f27-bc16-47db-9bb8-105a2ab67da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A612EE7-4EF4-43E2-A29A-7C9015E9607C}"/>
</file>

<file path=customXml/itemProps3.xml><?xml version="1.0" encoding="utf-8"?>
<ds:datastoreItem xmlns:ds="http://schemas.openxmlformats.org/officeDocument/2006/customXml" ds:itemID="{1ED552F6-57D6-44D0-B182-5C9D2C560B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272</Words>
  <Application>Microsoft Office PowerPoint</Application>
  <PresentationFormat>Grand écran</PresentationFormat>
  <Paragraphs>58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Thème Office</vt:lpstr>
      <vt:lpstr>Présentation PowerPoint</vt:lpstr>
      <vt:lpstr>Objectifs et contraintes</vt:lpstr>
      <vt:lpstr>FCS</vt:lpstr>
      <vt:lpstr>Résumé FFPM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Marie-Ève Quenneville</cp:lastModifiedBy>
  <cp:revision>2</cp:revision>
  <dcterms:created xsi:type="dcterms:W3CDTF">2023-01-17T20:31:14Z</dcterms:created>
  <dcterms:modified xsi:type="dcterms:W3CDTF">2025-01-20T22:18:28Z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0x010100DF4B283919F7A04E9CDC443BFD166F77</vt:lpwstr>
  </property>
</Properties>
</file>