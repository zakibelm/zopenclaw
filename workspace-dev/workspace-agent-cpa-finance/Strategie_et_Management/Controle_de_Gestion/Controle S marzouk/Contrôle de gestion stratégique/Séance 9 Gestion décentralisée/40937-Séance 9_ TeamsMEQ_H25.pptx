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comments/modernComment_13B_CFEE7103.xml" ContentType="application/vnd.ms-powerpoint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8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9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603" r:id="rId5"/>
    <p:sldId id="607" r:id="rId6"/>
    <p:sldId id="611" r:id="rId7"/>
    <p:sldId id="612" r:id="rId8"/>
    <p:sldId id="352" r:id="rId9"/>
    <p:sldId id="315" r:id="rId10"/>
    <p:sldId id="608" r:id="rId11"/>
    <p:sldId id="353" r:id="rId12"/>
    <p:sldId id="355" r:id="rId13"/>
    <p:sldId id="354" r:id="rId14"/>
    <p:sldId id="531" r:id="rId15"/>
    <p:sldId id="264" r:id="rId16"/>
    <p:sldId id="272" r:id="rId17"/>
    <p:sldId id="285" r:id="rId18"/>
    <p:sldId id="610" r:id="rId19"/>
    <p:sldId id="609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FB975C-4C1D-EA33-8340-77B3D970F02F}" name="SOKRI Marzouk" initials="SM" userId="bca8937e5be247a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BB4654-5294-456C-AB00-6F1EF551194A}" v="2" dt="2025-03-17T15:16:39.7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576" autoAdjust="0"/>
  </p:normalViewPr>
  <p:slideViewPr>
    <p:cSldViewPr snapToGrid="0">
      <p:cViewPr varScale="1">
        <p:scale>
          <a:sx n="71" d="100"/>
          <a:sy n="71" d="100"/>
        </p:scale>
        <p:origin x="110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-eve quenneville" userId="1834e381-f276-462b-ad40-56932688273f" providerId="ADAL" clId="{D146CD65-1F23-4296-9EEC-AFAB948D5B56}"/>
    <pc:docChg chg="custSel mod addSld modSld">
      <pc:chgData name="marie-eve quenneville" userId="1834e381-f276-462b-ad40-56932688273f" providerId="ADAL" clId="{D146CD65-1F23-4296-9EEC-AFAB948D5B56}" dt="2021-03-23T16:12:54.147" v="148" actId="403"/>
      <pc:docMkLst>
        <pc:docMk/>
      </pc:docMkLst>
      <pc:sldChg chg="addSp modSp new mod setBg">
        <pc:chgData name="marie-eve quenneville" userId="1834e381-f276-462b-ad40-56932688273f" providerId="ADAL" clId="{D146CD65-1F23-4296-9EEC-AFAB948D5B56}" dt="2021-03-23T16:12:54.147" v="148" actId="403"/>
        <pc:sldMkLst>
          <pc:docMk/>
          <pc:sldMk cId="2417946525" sldId="607"/>
        </pc:sldMkLst>
      </pc:sldChg>
    </pc:docChg>
  </pc:docChgLst>
  <pc:docChgLst>
    <pc:chgData name="marie-eve quenneville" userId="1834e381-f276-462b-ad40-56932688273f" providerId="ADAL" clId="{F9C748A7-8627-4426-A418-B72B14073910}"/>
    <pc:docChg chg="modSld">
      <pc:chgData name="marie-eve quenneville" userId="1834e381-f276-462b-ad40-56932688273f" providerId="ADAL" clId="{F9C748A7-8627-4426-A418-B72B14073910}" dt="2021-11-11T17:03:30.608" v="1" actId="1076"/>
      <pc:docMkLst>
        <pc:docMk/>
      </pc:docMkLst>
      <pc:sldChg chg="modSp mod">
        <pc:chgData name="marie-eve quenneville" userId="1834e381-f276-462b-ad40-56932688273f" providerId="ADAL" clId="{F9C748A7-8627-4426-A418-B72B14073910}" dt="2021-11-11T17:03:30.608" v="1" actId="1076"/>
        <pc:sldMkLst>
          <pc:docMk/>
          <pc:sldMk cId="2357136951" sldId="606"/>
        </pc:sldMkLst>
      </pc:sldChg>
      <pc:sldChg chg="modSp mod">
        <pc:chgData name="marie-eve quenneville" userId="1834e381-f276-462b-ad40-56932688273f" providerId="ADAL" clId="{F9C748A7-8627-4426-A418-B72B14073910}" dt="2021-11-10T19:01:58.746" v="0" actId="20577"/>
        <pc:sldMkLst>
          <pc:docMk/>
          <pc:sldMk cId="2417946525" sldId="607"/>
        </pc:sldMkLst>
      </pc:sldChg>
    </pc:docChg>
  </pc:docChgLst>
  <pc:docChgLst>
    <pc:chgData name="Marie-Ève Quenneville" userId="1834e381-f276-462b-ad40-56932688273f" providerId="ADAL" clId="{F9C748A7-8627-4426-A418-B72B14073910}"/>
    <pc:docChg chg="modSld">
      <pc:chgData name="Marie-Ève Quenneville" userId="1834e381-f276-462b-ad40-56932688273f" providerId="ADAL" clId="{F9C748A7-8627-4426-A418-B72B14073910}" dt="2022-11-15T12:29:10.923" v="30" actId="20577"/>
      <pc:docMkLst>
        <pc:docMk/>
      </pc:docMkLst>
      <pc:sldChg chg="modSp mod">
        <pc:chgData name="Marie-Ève Quenneville" userId="1834e381-f276-462b-ad40-56932688273f" providerId="ADAL" clId="{F9C748A7-8627-4426-A418-B72B14073910}" dt="2022-11-15T12:29:10.923" v="30" actId="20577"/>
        <pc:sldMkLst>
          <pc:docMk/>
          <pc:sldMk cId="2417946525" sldId="607"/>
        </pc:sldMkLst>
      </pc:sldChg>
    </pc:docChg>
  </pc:docChgLst>
  <pc:docChgLst>
    <pc:chgData name="marie-eve quenneville" userId="1834e381-f276-462b-ad40-56932688273f" providerId="ADAL" clId="{BED1421A-CB3B-4B28-88B4-6D9D97076840}"/>
    <pc:docChg chg="addSld delSld modSld">
      <pc:chgData name="marie-eve quenneville" userId="1834e381-f276-462b-ad40-56932688273f" providerId="ADAL" clId="{BED1421A-CB3B-4B28-88B4-6D9D97076840}" dt="2020-11-17T13:15:15.310" v="8"/>
      <pc:docMkLst>
        <pc:docMk/>
      </pc:docMkLst>
      <pc:sldChg chg="add">
        <pc:chgData name="marie-eve quenneville" userId="1834e381-f276-462b-ad40-56932688273f" providerId="ADAL" clId="{BED1421A-CB3B-4B28-88B4-6D9D97076840}" dt="2020-11-17T13:15:15.310" v="8"/>
        <pc:sldMkLst>
          <pc:docMk/>
          <pc:sldMk cId="314414668" sldId="352"/>
        </pc:sldMkLst>
      </pc:sldChg>
      <pc:sldChg chg="del">
        <pc:chgData name="marie-eve quenneville" userId="1834e381-f276-462b-ad40-56932688273f" providerId="ADAL" clId="{BED1421A-CB3B-4B28-88B4-6D9D97076840}" dt="2020-11-16T22:18:50.303" v="3" actId="47"/>
        <pc:sldMkLst>
          <pc:docMk/>
          <pc:sldMk cId="125685885" sldId="481"/>
        </pc:sldMkLst>
      </pc:sldChg>
      <pc:sldChg chg="del">
        <pc:chgData name="marie-eve quenneville" userId="1834e381-f276-462b-ad40-56932688273f" providerId="ADAL" clId="{BED1421A-CB3B-4B28-88B4-6D9D97076840}" dt="2020-11-16T22:18:48.944" v="2" actId="47"/>
        <pc:sldMkLst>
          <pc:docMk/>
          <pc:sldMk cId="1765328743" sldId="537"/>
        </pc:sldMkLst>
      </pc:sldChg>
      <pc:sldChg chg="addSp delSp">
        <pc:chgData name="marie-eve quenneville" userId="1834e381-f276-462b-ad40-56932688273f" providerId="ADAL" clId="{BED1421A-CB3B-4B28-88B4-6D9D97076840}" dt="2020-11-17T13:14:39.451" v="7"/>
        <pc:sldMkLst>
          <pc:docMk/>
          <pc:sldMk cId="4004267375" sldId="603"/>
        </pc:sldMkLst>
      </pc:sldChg>
      <pc:sldChg chg="del">
        <pc:chgData name="marie-eve quenneville" userId="1834e381-f276-462b-ad40-56932688273f" providerId="ADAL" clId="{BED1421A-CB3B-4B28-88B4-6D9D97076840}" dt="2020-11-16T22:18:47.320" v="1" actId="47"/>
        <pc:sldMkLst>
          <pc:docMk/>
          <pc:sldMk cId="3770755103" sldId="604"/>
        </pc:sldMkLst>
      </pc:sldChg>
      <pc:sldChg chg="del">
        <pc:chgData name="marie-eve quenneville" userId="1834e381-f276-462b-ad40-56932688273f" providerId="ADAL" clId="{BED1421A-CB3B-4B28-88B4-6D9D97076840}" dt="2020-11-16T22:17:20.470" v="0" actId="47"/>
        <pc:sldMkLst>
          <pc:docMk/>
          <pc:sldMk cId="2837833098" sldId="605"/>
        </pc:sldMkLst>
      </pc:sldChg>
    </pc:docChg>
  </pc:docChgLst>
  <pc:docChgLst>
    <pc:chgData name="Claude Laurin" userId="873a15d8-a343-4be0-8bf3-5122bf6a3c01" providerId="ADAL" clId="{F8462A5A-2399-47F8-AA47-A659A896D4DF}"/>
    <pc:docChg chg="custSel modSld">
      <pc:chgData name="Claude Laurin" userId="873a15d8-a343-4be0-8bf3-5122bf6a3c01" providerId="ADAL" clId="{F8462A5A-2399-47F8-AA47-A659A896D4DF}" dt="2024-11-12T18:21:16.406" v="31" actId="20577"/>
      <pc:docMkLst>
        <pc:docMk/>
      </pc:docMkLst>
      <pc:sldChg chg="modSp mod">
        <pc:chgData name="Claude Laurin" userId="873a15d8-a343-4be0-8bf3-5122bf6a3c01" providerId="ADAL" clId="{F8462A5A-2399-47F8-AA47-A659A896D4DF}" dt="2024-11-12T18:21:16.406" v="31" actId="20577"/>
        <pc:sldMkLst>
          <pc:docMk/>
          <pc:sldMk cId="2417946525" sldId="607"/>
        </pc:sldMkLst>
      </pc:sldChg>
    </pc:docChg>
  </pc:docChgLst>
  <pc:docChgLst>
    <pc:chgData name="Marie-Ève Quenneville" userId="1834e381-f276-462b-ad40-56932688273f" providerId="ADAL" clId="{7BBB4654-5294-456C-AB00-6F1EF551194A}"/>
    <pc:docChg chg="undo custSel addSld delSld modSld sldOrd">
      <pc:chgData name="Marie-Ève Quenneville" userId="1834e381-f276-462b-ad40-56932688273f" providerId="ADAL" clId="{7BBB4654-5294-456C-AB00-6F1EF551194A}" dt="2025-03-17T15:16:56.334" v="1220" actId="47"/>
      <pc:docMkLst>
        <pc:docMk/>
      </pc:docMkLst>
      <pc:sldChg chg="del">
        <pc:chgData name="Marie-Ève Quenneville" userId="1834e381-f276-462b-ad40-56932688273f" providerId="ADAL" clId="{7BBB4654-5294-456C-AB00-6F1EF551194A}" dt="2025-03-17T15:16:56.334" v="1220" actId="47"/>
        <pc:sldMkLst>
          <pc:docMk/>
          <pc:sldMk cId="0" sldId="278"/>
        </pc:sldMkLst>
      </pc:sldChg>
      <pc:sldChg chg="modSp add mod">
        <pc:chgData name="Marie-Ève Quenneville" userId="1834e381-f276-462b-ad40-56932688273f" providerId="ADAL" clId="{7BBB4654-5294-456C-AB00-6F1EF551194A}" dt="2025-03-17T15:16:39.824" v="1216" actId="27636"/>
        <pc:sldMkLst>
          <pc:docMk/>
          <pc:sldMk cId="3488510211" sldId="315"/>
        </pc:sldMkLst>
        <pc:spChg chg="mod">
          <ac:chgData name="Marie-Ève Quenneville" userId="1834e381-f276-462b-ad40-56932688273f" providerId="ADAL" clId="{7BBB4654-5294-456C-AB00-6F1EF551194A}" dt="2025-03-17T15:16:39.824" v="1216" actId="27636"/>
          <ac:spMkLst>
            <pc:docMk/>
            <pc:sldMk cId="3488510211" sldId="315"/>
            <ac:spMk id="12" creationId="{DAB40353-75BF-4686-9A70-7153C6D6D128}"/>
          </ac:spMkLst>
        </pc:spChg>
      </pc:sldChg>
      <pc:sldChg chg="modSp add mod">
        <pc:chgData name="Marie-Ève Quenneville" userId="1834e381-f276-462b-ad40-56932688273f" providerId="ADAL" clId="{7BBB4654-5294-456C-AB00-6F1EF551194A}" dt="2025-03-17T15:16:39.843" v="1217" actId="27636"/>
        <pc:sldMkLst>
          <pc:docMk/>
          <pc:sldMk cId="2219447894" sldId="353"/>
        </pc:sldMkLst>
        <pc:spChg chg="mod">
          <ac:chgData name="Marie-Ève Quenneville" userId="1834e381-f276-462b-ad40-56932688273f" providerId="ADAL" clId="{7BBB4654-5294-456C-AB00-6F1EF551194A}" dt="2025-03-17T15:16:39.843" v="1217" actId="27636"/>
          <ac:spMkLst>
            <pc:docMk/>
            <pc:sldMk cId="2219447894" sldId="353"/>
            <ac:spMk id="12" creationId="{DAB40353-75BF-4686-9A70-7153C6D6D128}"/>
          </ac:spMkLst>
        </pc:spChg>
      </pc:sldChg>
      <pc:sldChg chg="add">
        <pc:chgData name="Marie-Ève Quenneville" userId="1834e381-f276-462b-ad40-56932688273f" providerId="ADAL" clId="{7BBB4654-5294-456C-AB00-6F1EF551194A}" dt="2025-03-17T15:16:39.779" v="1215"/>
        <pc:sldMkLst>
          <pc:docMk/>
          <pc:sldMk cId="2352882626" sldId="354"/>
        </pc:sldMkLst>
      </pc:sldChg>
      <pc:sldChg chg="add">
        <pc:chgData name="Marie-Ève Quenneville" userId="1834e381-f276-462b-ad40-56932688273f" providerId="ADAL" clId="{7BBB4654-5294-456C-AB00-6F1EF551194A}" dt="2025-03-17T15:16:39.779" v="1215"/>
        <pc:sldMkLst>
          <pc:docMk/>
          <pc:sldMk cId="3003508577" sldId="355"/>
        </pc:sldMkLst>
      </pc:sldChg>
      <pc:sldChg chg="ord">
        <pc:chgData name="Marie-Ève Quenneville" userId="1834e381-f276-462b-ad40-56932688273f" providerId="ADAL" clId="{7BBB4654-5294-456C-AB00-6F1EF551194A}" dt="2025-03-17T15:16:46.191" v="1219"/>
        <pc:sldMkLst>
          <pc:docMk/>
          <pc:sldMk cId="3418372892" sldId="608"/>
        </pc:sldMkLst>
      </pc:sldChg>
      <pc:sldChg chg="addSp delSp modSp add mod setBg delDesignElem">
        <pc:chgData name="Marie-Ève Quenneville" userId="1834e381-f276-462b-ad40-56932688273f" providerId="ADAL" clId="{7BBB4654-5294-456C-AB00-6F1EF551194A}" dt="2025-03-14T19:08:51.689" v="512" actId="26606"/>
        <pc:sldMkLst>
          <pc:docMk/>
          <pc:sldMk cId="1424984963" sldId="611"/>
        </pc:sldMkLst>
        <pc:spChg chg="mod">
          <ac:chgData name="Marie-Ève Quenneville" userId="1834e381-f276-462b-ad40-56932688273f" providerId="ADAL" clId="{7BBB4654-5294-456C-AB00-6F1EF551194A}" dt="2025-03-14T19:08:51.689" v="512" actId="26606"/>
          <ac:spMkLst>
            <pc:docMk/>
            <pc:sldMk cId="1424984963" sldId="611"/>
            <ac:spMk id="2" creationId="{EDB05F97-F9E2-4993-4B46-BAFE52337BE9}"/>
          </ac:spMkLst>
        </pc:spChg>
        <pc:spChg chg="add">
          <ac:chgData name="Marie-Ève Quenneville" userId="1834e381-f276-462b-ad40-56932688273f" providerId="ADAL" clId="{7BBB4654-5294-456C-AB00-6F1EF551194A}" dt="2025-03-14T19:08:51.689" v="512" actId="26606"/>
          <ac:spMkLst>
            <pc:docMk/>
            <pc:sldMk cId="1424984963" sldId="611"/>
            <ac:spMk id="34" creationId="{327D73B4-9F5C-4A64-A179-51B9500CB8B5}"/>
          </ac:spMkLst>
        </pc:spChg>
        <pc:spChg chg="add">
          <ac:chgData name="Marie-Ève Quenneville" userId="1834e381-f276-462b-ad40-56932688273f" providerId="ADAL" clId="{7BBB4654-5294-456C-AB00-6F1EF551194A}" dt="2025-03-14T19:08:51.689" v="512" actId="26606"/>
          <ac:spMkLst>
            <pc:docMk/>
            <pc:sldMk cId="1424984963" sldId="611"/>
            <ac:spMk id="35" creationId="{C1F06963-6374-4B48-844F-071A9BAAAE02}"/>
          </ac:spMkLst>
        </pc:spChg>
        <pc:spChg chg="add">
          <ac:chgData name="Marie-Ève Quenneville" userId="1834e381-f276-462b-ad40-56932688273f" providerId="ADAL" clId="{7BBB4654-5294-456C-AB00-6F1EF551194A}" dt="2025-03-14T19:08:51.689" v="512" actId="26606"/>
          <ac:spMkLst>
            <pc:docMk/>
            <pc:sldMk cId="1424984963" sldId="611"/>
            <ac:spMk id="36" creationId="{6CB927A4-E432-4310-9CD5-E89FF5063179}"/>
          </ac:spMkLst>
        </pc:spChg>
        <pc:spChg chg="add">
          <ac:chgData name="Marie-Ève Quenneville" userId="1834e381-f276-462b-ad40-56932688273f" providerId="ADAL" clId="{7BBB4654-5294-456C-AB00-6F1EF551194A}" dt="2025-03-14T19:08:51.689" v="512" actId="26606"/>
          <ac:spMkLst>
            <pc:docMk/>
            <pc:sldMk cId="1424984963" sldId="611"/>
            <ac:spMk id="37" creationId="{1453BF6C-B012-48B7-B4E8-6D7AC7C27D02}"/>
          </ac:spMkLst>
        </pc:spChg>
        <pc:spChg chg="add">
          <ac:chgData name="Marie-Ève Quenneville" userId="1834e381-f276-462b-ad40-56932688273f" providerId="ADAL" clId="{7BBB4654-5294-456C-AB00-6F1EF551194A}" dt="2025-03-14T19:08:51.689" v="512" actId="26606"/>
          <ac:spMkLst>
            <pc:docMk/>
            <pc:sldMk cId="1424984963" sldId="611"/>
            <ac:spMk id="38" creationId="{49644F19-761C-DFC1-2DD2-8001740AC2EE}"/>
          </ac:spMkLst>
        </pc:spChg>
        <pc:spChg chg="add">
          <ac:chgData name="Marie-Ève Quenneville" userId="1834e381-f276-462b-ad40-56932688273f" providerId="ADAL" clId="{7BBB4654-5294-456C-AB00-6F1EF551194A}" dt="2025-03-14T19:08:51.689" v="512" actId="26606"/>
          <ac:spMkLst>
            <pc:docMk/>
            <pc:sldMk cId="1424984963" sldId="611"/>
            <ac:spMk id="39" creationId="{E3020543-B24B-4EC4-8FFC-8DD88EEA91A8}"/>
          </ac:spMkLst>
        </pc:spChg>
        <pc:cxnChg chg="add">
          <ac:chgData name="Marie-Ève Quenneville" userId="1834e381-f276-462b-ad40-56932688273f" providerId="ADAL" clId="{7BBB4654-5294-456C-AB00-6F1EF551194A}" dt="2025-03-14T19:08:51.689" v="512" actId="26606"/>
          <ac:cxnSpMkLst>
            <pc:docMk/>
            <pc:sldMk cId="1424984963" sldId="611"/>
            <ac:cxnSpMk id="40" creationId="{C49DA8F6-BCC1-4447-B54C-57856834B94B}"/>
          </ac:cxnSpMkLst>
        </pc:cxnChg>
      </pc:sldChg>
      <pc:sldChg chg="modSp new mod">
        <pc:chgData name="Marie-Ève Quenneville" userId="1834e381-f276-462b-ad40-56932688273f" providerId="ADAL" clId="{7BBB4654-5294-456C-AB00-6F1EF551194A}" dt="2025-03-17T15:14:55.888" v="1214" actId="20577"/>
        <pc:sldMkLst>
          <pc:docMk/>
          <pc:sldMk cId="1958509680" sldId="612"/>
        </pc:sldMkLst>
        <pc:spChg chg="mod">
          <ac:chgData name="Marie-Ève Quenneville" userId="1834e381-f276-462b-ad40-56932688273f" providerId="ADAL" clId="{7BBB4654-5294-456C-AB00-6F1EF551194A}" dt="2025-03-17T15:12:10.249" v="531" actId="20577"/>
          <ac:spMkLst>
            <pc:docMk/>
            <pc:sldMk cId="1958509680" sldId="612"/>
            <ac:spMk id="2" creationId="{86C0B9F8-FEEA-8F53-B74F-7E84C3C747C6}"/>
          </ac:spMkLst>
        </pc:spChg>
        <pc:spChg chg="mod">
          <ac:chgData name="Marie-Ève Quenneville" userId="1834e381-f276-462b-ad40-56932688273f" providerId="ADAL" clId="{7BBB4654-5294-456C-AB00-6F1EF551194A}" dt="2025-03-17T15:14:55.888" v="1214" actId="20577"/>
          <ac:spMkLst>
            <pc:docMk/>
            <pc:sldMk cId="1958509680" sldId="612"/>
            <ac:spMk id="3" creationId="{E6BE9EE4-D311-2998-8410-F079ED860DDA}"/>
          </ac:spMkLst>
        </pc:spChg>
      </pc:sldChg>
    </pc:docChg>
  </pc:docChgLst>
  <pc:docChgLst>
    <pc:chgData name="Marie-Ève Quenneville" userId="1834e381-f276-462b-ad40-56932688273f" providerId="ADAL" clId="{93C7D792-88A0-424E-BEA2-4582F37784C1}"/>
    <pc:docChg chg="delSld">
      <pc:chgData name="Marie-Ève Quenneville" userId="1834e381-f276-462b-ad40-56932688273f" providerId="ADAL" clId="{93C7D792-88A0-424E-BEA2-4582F37784C1}" dt="2024-03-20T11:23:26.681" v="0" actId="47"/>
      <pc:docMkLst>
        <pc:docMk/>
      </pc:docMkLst>
      <pc:sldChg chg="del">
        <pc:chgData name="Marie-Ève Quenneville" userId="1834e381-f276-462b-ad40-56932688273f" providerId="ADAL" clId="{93C7D792-88A0-424E-BEA2-4582F37784C1}" dt="2024-03-20T11:23:26.681" v="0" actId="47"/>
        <pc:sldMkLst>
          <pc:docMk/>
          <pc:sldMk cId="3093890318" sldId="608"/>
        </pc:sldMkLst>
      </pc:sldChg>
      <pc:sldChg chg="del">
        <pc:chgData name="Marie-Ève Quenneville" userId="1834e381-f276-462b-ad40-56932688273f" providerId="ADAL" clId="{93C7D792-88A0-424E-BEA2-4582F37784C1}" dt="2024-03-20T11:23:26.681" v="0" actId="47"/>
        <pc:sldMkLst>
          <pc:docMk/>
          <pc:sldMk cId="4022629084" sldId="609"/>
        </pc:sldMkLst>
      </pc:sldChg>
      <pc:sldChg chg="del">
        <pc:chgData name="Marie-Ève Quenneville" userId="1834e381-f276-462b-ad40-56932688273f" providerId="ADAL" clId="{93C7D792-88A0-424E-BEA2-4582F37784C1}" dt="2024-03-20T11:23:26.681" v="0" actId="47"/>
        <pc:sldMkLst>
          <pc:docMk/>
          <pc:sldMk cId="2352887618" sldId="610"/>
        </pc:sldMkLst>
      </pc:sldChg>
    </pc:docChg>
  </pc:docChgLst>
  <pc:docChgLst>
    <pc:chgData name="Marie-Ève Quenneville" userId="1834e381-f276-462b-ad40-56932688273f" providerId="ADAL" clId="{84EC247B-B486-428D-896D-91B9345D3F57}"/>
    <pc:docChg chg="custSel addSld modSld">
      <pc:chgData name="Marie-Ève Quenneville" userId="1834e381-f276-462b-ad40-56932688273f" providerId="ADAL" clId="{84EC247B-B486-428D-896D-91B9345D3F57}" dt="2023-11-01T21:35:30.450" v="948" actId="20577"/>
      <pc:docMkLst>
        <pc:docMk/>
      </pc:docMkLst>
      <pc:sldChg chg="addSp modSp new mod modNotesTx">
        <pc:chgData name="Marie-Ève Quenneville" userId="1834e381-f276-462b-ad40-56932688273f" providerId="ADAL" clId="{84EC247B-B486-428D-896D-91B9345D3F57}" dt="2023-11-01T21:21:52.220" v="945" actId="20577"/>
        <pc:sldMkLst>
          <pc:docMk/>
          <pc:sldMk cId="3093890318" sldId="608"/>
        </pc:sldMkLst>
      </pc:sldChg>
      <pc:sldChg chg="modSp add mod">
        <pc:chgData name="Marie-Ève Quenneville" userId="1834e381-f276-462b-ad40-56932688273f" providerId="ADAL" clId="{84EC247B-B486-428D-896D-91B9345D3F57}" dt="2023-11-01T21:14:52.620" v="604" actId="20577"/>
        <pc:sldMkLst>
          <pc:docMk/>
          <pc:sldMk cId="4022629084" sldId="609"/>
        </pc:sldMkLst>
      </pc:sldChg>
      <pc:sldChg chg="modSp add mod">
        <pc:chgData name="Marie-Ève Quenneville" userId="1834e381-f276-462b-ad40-56932688273f" providerId="ADAL" clId="{84EC247B-B486-428D-896D-91B9345D3F57}" dt="2023-11-01T21:35:30.450" v="948" actId="20577"/>
        <pc:sldMkLst>
          <pc:docMk/>
          <pc:sldMk cId="2352887618" sldId="610"/>
        </pc:sldMkLst>
      </pc:sldChg>
    </pc:docChg>
  </pc:docChgLst>
  <pc:docChgLst>
    <pc:chgData name="Marie-Ève Quenneville" userId="1834e381-f276-462b-ad40-56932688273f" providerId="ADAL" clId="{EF68746F-14FC-41EC-B322-26C616A13278}"/>
    <pc:docChg chg="undo custSel addSld delSld modSld sldOrd">
      <pc:chgData name="Marie-Ève Quenneville" userId="1834e381-f276-462b-ad40-56932688273f" providerId="ADAL" clId="{EF68746F-14FC-41EC-B322-26C616A13278}" dt="2024-11-12T12:09:36.053" v="1182"/>
      <pc:docMkLst>
        <pc:docMk/>
      </pc:docMkLst>
      <pc:sldChg chg="add">
        <pc:chgData name="Marie-Ève Quenneville" userId="1834e381-f276-462b-ad40-56932688273f" providerId="ADAL" clId="{EF68746F-14FC-41EC-B322-26C616A13278}" dt="2024-11-12T12:09:36.053" v="1182"/>
        <pc:sldMkLst>
          <pc:docMk/>
          <pc:sldMk cId="0" sldId="264"/>
        </pc:sldMkLst>
      </pc:sldChg>
      <pc:sldChg chg="modSp add mod">
        <pc:chgData name="Marie-Ève Quenneville" userId="1834e381-f276-462b-ad40-56932688273f" providerId="ADAL" clId="{EF68746F-14FC-41EC-B322-26C616A13278}" dt="2024-11-12T12:09:18.280" v="1181" actId="27636"/>
        <pc:sldMkLst>
          <pc:docMk/>
          <pc:sldMk cId="0" sldId="272"/>
        </pc:sldMkLst>
      </pc:sldChg>
      <pc:sldChg chg="addSp delSp modSp add mod ord">
        <pc:chgData name="Marie-Ève Quenneville" userId="1834e381-f276-462b-ad40-56932688273f" providerId="ADAL" clId="{EF68746F-14FC-41EC-B322-26C616A13278}" dt="2024-11-01T19:01:04.907" v="248"/>
        <pc:sldMkLst>
          <pc:docMk/>
          <pc:sldMk cId="0" sldId="278"/>
        </pc:sldMkLst>
      </pc:sldChg>
      <pc:sldChg chg="modSp add mod">
        <pc:chgData name="Marie-Ève Quenneville" userId="1834e381-f276-462b-ad40-56932688273f" providerId="ADAL" clId="{EF68746F-14FC-41EC-B322-26C616A13278}" dt="2024-11-12T12:09:01.684" v="1179" actId="27636"/>
        <pc:sldMkLst>
          <pc:docMk/>
          <pc:sldMk cId="0" sldId="285"/>
        </pc:sldMkLst>
      </pc:sldChg>
      <pc:sldChg chg="addSp modSp mod">
        <pc:chgData name="Marie-Ève Quenneville" userId="1834e381-f276-462b-ad40-56932688273f" providerId="ADAL" clId="{EF68746F-14FC-41EC-B322-26C616A13278}" dt="2024-11-01T18:47:31.750" v="49" actId="12100"/>
        <pc:sldMkLst>
          <pc:docMk/>
          <pc:sldMk cId="314414668" sldId="352"/>
        </pc:sldMkLst>
      </pc:sldChg>
      <pc:sldChg chg="delSp modSp mod">
        <pc:chgData name="Marie-Ève Quenneville" userId="1834e381-f276-462b-ad40-56932688273f" providerId="ADAL" clId="{EF68746F-14FC-41EC-B322-26C616A13278}" dt="2024-11-01T19:30:30.229" v="827" actId="1076"/>
        <pc:sldMkLst>
          <pc:docMk/>
          <pc:sldMk cId="3098006691" sldId="531"/>
        </pc:sldMkLst>
      </pc:sldChg>
      <pc:sldChg chg="del">
        <pc:chgData name="Marie-Ève Quenneville" userId="1834e381-f276-462b-ad40-56932688273f" providerId="ADAL" clId="{EF68746F-14FC-41EC-B322-26C616A13278}" dt="2024-11-11T17:23:13.418" v="902" actId="47"/>
        <pc:sldMkLst>
          <pc:docMk/>
          <pc:sldMk cId="2357136951" sldId="606"/>
        </pc:sldMkLst>
      </pc:sldChg>
      <pc:sldChg chg="addSp delSp modSp mod">
        <pc:chgData name="Marie-Ève Quenneville" userId="1834e381-f276-462b-ad40-56932688273f" providerId="ADAL" clId="{EF68746F-14FC-41EC-B322-26C616A13278}" dt="2024-11-11T22:14:23.365" v="1149" actId="26606"/>
        <pc:sldMkLst>
          <pc:docMk/>
          <pc:sldMk cId="2417946525" sldId="607"/>
        </pc:sldMkLst>
      </pc:sldChg>
      <pc:sldChg chg="addSp delSp modSp new mod">
        <pc:chgData name="Marie-Ève Quenneville" userId="1834e381-f276-462b-ad40-56932688273f" providerId="ADAL" clId="{EF68746F-14FC-41EC-B322-26C616A13278}" dt="2024-11-01T18:59:52.346" v="246" actId="113"/>
        <pc:sldMkLst>
          <pc:docMk/>
          <pc:sldMk cId="3418372892" sldId="608"/>
        </pc:sldMkLst>
      </pc:sldChg>
      <pc:sldChg chg="addSp modSp new mod setBg setClrOvrMap">
        <pc:chgData name="Marie-Ève Quenneville" userId="1834e381-f276-462b-ad40-56932688273f" providerId="ADAL" clId="{EF68746F-14FC-41EC-B322-26C616A13278}" dt="2024-11-11T17:23:07.709" v="901" actId="27636"/>
        <pc:sldMkLst>
          <pc:docMk/>
          <pc:sldMk cId="409142311" sldId="609"/>
        </pc:sldMkLst>
      </pc:sldChg>
      <pc:sldChg chg="addSp delSp modSp new del mod modNotesTx">
        <pc:chgData name="Marie-Ève Quenneville" userId="1834e381-f276-462b-ad40-56932688273f" providerId="ADAL" clId="{EF68746F-14FC-41EC-B322-26C616A13278}" dt="2024-11-11T17:23:13.418" v="902" actId="47"/>
        <pc:sldMkLst>
          <pc:docMk/>
          <pc:sldMk cId="2002400767" sldId="610"/>
        </pc:sldMkLst>
      </pc:sldChg>
      <pc:sldChg chg="addSp delSp modSp new mod setBg addAnim delAnim setClrOvrMap">
        <pc:chgData name="Marie-Ève Quenneville" userId="1834e381-f276-462b-ad40-56932688273f" providerId="ADAL" clId="{EF68746F-14FC-41EC-B322-26C616A13278}" dt="2024-11-11T22:31:15.471" v="1177" actId="26606"/>
        <pc:sldMkLst>
          <pc:docMk/>
          <pc:sldMk cId="2723399659" sldId="610"/>
        </pc:sldMkLst>
      </pc:sldChg>
      <pc:sldChg chg="modSp add del mod modNotesTx">
        <pc:chgData name="Marie-Ève Quenneville" userId="1834e381-f276-462b-ad40-56932688273f" providerId="ADAL" clId="{EF68746F-14FC-41EC-B322-26C616A13278}" dt="2024-11-11T17:23:13.418" v="902" actId="47"/>
        <pc:sldMkLst>
          <pc:docMk/>
          <pc:sldMk cId="2561365318" sldId="611"/>
        </pc:sldMkLst>
      </pc:sldChg>
      <pc:sldChg chg="addSp modSp add del mod modNotesTx">
        <pc:chgData name="Marie-Ève Quenneville" userId="1834e381-f276-462b-ad40-56932688273f" providerId="ADAL" clId="{EF68746F-14FC-41EC-B322-26C616A13278}" dt="2024-11-11T17:23:13.418" v="902" actId="47"/>
        <pc:sldMkLst>
          <pc:docMk/>
          <pc:sldMk cId="3168792291" sldId="612"/>
        </pc:sldMkLst>
      </pc:sldChg>
      <pc:sldChg chg="delSp modSp add del mod modNotesTx">
        <pc:chgData name="Marie-Ève Quenneville" userId="1834e381-f276-462b-ad40-56932688273f" providerId="ADAL" clId="{EF68746F-14FC-41EC-B322-26C616A13278}" dt="2024-11-11T17:23:13.418" v="902" actId="47"/>
        <pc:sldMkLst>
          <pc:docMk/>
          <pc:sldMk cId="1305668169" sldId="613"/>
        </pc:sldMkLst>
      </pc:sldChg>
    </pc:docChg>
  </pc:docChgLst>
</pc:chgInfo>
</file>

<file path=ppt/comments/modernComment_13B_CFEE710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9F34716-360F-49A6-B366-993643C29B83}" authorId="{28FB975C-4C1D-EA33-8340-77B3D970F02F}" created="2025-03-19T12:32:19.8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88510211" sldId="315"/>
      <ac:graphicFrameMk id="3" creationId="{005FEA6D-E733-4646-8126-BD0E4E31EDFF}"/>
    </ac:deMkLst>
    <p188:txBody>
      <a:bodyPr/>
      <a:lstStyle/>
      <a:p>
        <a:r>
          <a:rPr lang="fr-CA"/>
          <a:t>Selon les opération des division pense a amazoun et costco 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22945F-B689-45E7-9F3E-164E860D5C7F}" type="doc">
      <dgm:prSet loTypeId="urn:microsoft.com/office/officeart/2005/8/layout/cycle2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CA"/>
        </a:p>
      </dgm:t>
    </dgm:pt>
    <dgm:pt modelId="{B9357478-C97A-4493-B44F-1C7920D6C2CA}">
      <dgm:prSet phldrT="[Texte]" custT="1"/>
      <dgm:spPr/>
      <dgm:t>
        <a:bodyPr/>
        <a:lstStyle/>
        <a:p>
          <a:r>
            <a:rPr lang="fr-CA" sz="1600" b="1"/>
            <a:t>Centre de responsabilité</a:t>
          </a:r>
        </a:p>
      </dgm:t>
    </dgm:pt>
    <dgm:pt modelId="{DB270049-11AB-4657-A469-65F3F071FA40}" type="parTrans" cxnId="{E9CEC7AA-D615-4C1E-8E85-883D4BEF91AC}">
      <dgm:prSet/>
      <dgm:spPr/>
      <dgm:t>
        <a:bodyPr/>
        <a:lstStyle/>
        <a:p>
          <a:endParaRPr lang="fr-CA"/>
        </a:p>
      </dgm:t>
    </dgm:pt>
    <dgm:pt modelId="{E58F24F3-B0E5-4178-B403-396B402A35E9}" type="sibTrans" cxnId="{E9CEC7AA-D615-4C1E-8E85-883D4BEF91AC}">
      <dgm:prSet/>
      <dgm:spPr/>
      <dgm:t>
        <a:bodyPr/>
        <a:lstStyle/>
        <a:p>
          <a:endParaRPr lang="fr-CA"/>
        </a:p>
      </dgm:t>
    </dgm:pt>
    <dgm:pt modelId="{31C62764-FAD8-4642-A341-1133A329D359}">
      <dgm:prSet phldrT="[Texte]" custT="1"/>
      <dgm:spPr/>
      <dgm:t>
        <a:bodyPr/>
        <a:lstStyle/>
        <a:p>
          <a:r>
            <a:rPr lang="fr-CA" sz="1800" b="1"/>
            <a:t>Mesure de la performance</a:t>
          </a:r>
        </a:p>
      </dgm:t>
    </dgm:pt>
    <dgm:pt modelId="{266B238F-D6A0-412B-9269-18883980C677}" type="parTrans" cxnId="{27BC7106-DE2A-4640-8603-9146403509FF}">
      <dgm:prSet/>
      <dgm:spPr/>
      <dgm:t>
        <a:bodyPr/>
        <a:lstStyle/>
        <a:p>
          <a:endParaRPr lang="fr-CA"/>
        </a:p>
      </dgm:t>
    </dgm:pt>
    <dgm:pt modelId="{DA55B3D1-E425-4951-BEC7-5BE0A32B972A}" type="sibTrans" cxnId="{27BC7106-DE2A-4640-8603-9146403509FF}">
      <dgm:prSet/>
      <dgm:spPr/>
      <dgm:t>
        <a:bodyPr/>
        <a:lstStyle/>
        <a:p>
          <a:endParaRPr lang="fr-CA"/>
        </a:p>
      </dgm:t>
    </dgm:pt>
    <dgm:pt modelId="{59C08BEA-C0B9-44DF-9E1B-89BF1B395E4C}">
      <dgm:prSet phldrT="[Texte]" custT="1"/>
      <dgm:spPr/>
      <dgm:t>
        <a:bodyPr/>
        <a:lstStyle/>
        <a:p>
          <a:r>
            <a:rPr lang="fr-CA" sz="1800" b="1"/>
            <a:t>PCI</a:t>
          </a:r>
          <a:endParaRPr lang="fr-CA" sz="2400" b="1"/>
        </a:p>
      </dgm:t>
    </dgm:pt>
    <dgm:pt modelId="{5ACAC649-B317-4A90-9B74-DB3B94108CBF}" type="parTrans" cxnId="{A0AE7C0F-BA2E-4805-965C-AF454027137F}">
      <dgm:prSet/>
      <dgm:spPr/>
      <dgm:t>
        <a:bodyPr/>
        <a:lstStyle/>
        <a:p>
          <a:endParaRPr lang="fr-CA"/>
        </a:p>
      </dgm:t>
    </dgm:pt>
    <dgm:pt modelId="{F7F3446C-0F60-478B-8220-7F8C7195F355}" type="sibTrans" cxnId="{A0AE7C0F-BA2E-4805-965C-AF454027137F}">
      <dgm:prSet/>
      <dgm:spPr/>
      <dgm:t>
        <a:bodyPr/>
        <a:lstStyle/>
        <a:p>
          <a:endParaRPr lang="fr-CA"/>
        </a:p>
      </dgm:t>
    </dgm:pt>
    <dgm:pt modelId="{940A974E-AA11-4162-894A-4911C7FF39CD}" type="pres">
      <dgm:prSet presAssocID="{3E22945F-B689-45E7-9F3E-164E860D5C7F}" presName="cycle" presStyleCnt="0">
        <dgm:presLayoutVars>
          <dgm:dir/>
          <dgm:resizeHandles val="exact"/>
        </dgm:presLayoutVars>
      </dgm:prSet>
      <dgm:spPr/>
    </dgm:pt>
    <dgm:pt modelId="{BE3EEAED-A5A0-4C58-A3D7-6B9F38AA9947}" type="pres">
      <dgm:prSet presAssocID="{B9357478-C97A-4493-B44F-1C7920D6C2CA}" presName="node" presStyleLbl="node1" presStyleIdx="0" presStyleCnt="3">
        <dgm:presLayoutVars>
          <dgm:bulletEnabled val="1"/>
        </dgm:presLayoutVars>
      </dgm:prSet>
      <dgm:spPr/>
    </dgm:pt>
    <dgm:pt modelId="{E7FC2CE9-5A77-4311-A81C-32E4C5B854C6}" type="pres">
      <dgm:prSet presAssocID="{E58F24F3-B0E5-4178-B403-396B402A35E9}" presName="sibTrans" presStyleLbl="sibTrans2D1" presStyleIdx="0" presStyleCnt="3"/>
      <dgm:spPr/>
    </dgm:pt>
    <dgm:pt modelId="{280C8E71-6EDC-48B0-B89F-F7ED138F7800}" type="pres">
      <dgm:prSet presAssocID="{E58F24F3-B0E5-4178-B403-396B402A35E9}" presName="connectorText" presStyleLbl="sibTrans2D1" presStyleIdx="0" presStyleCnt="3"/>
      <dgm:spPr/>
    </dgm:pt>
    <dgm:pt modelId="{235391BD-D69C-4382-B63E-FDCDA01FB0B2}" type="pres">
      <dgm:prSet presAssocID="{31C62764-FAD8-4642-A341-1133A329D359}" presName="node" presStyleLbl="node1" presStyleIdx="1" presStyleCnt="3">
        <dgm:presLayoutVars>
          <dgm:bulletEnabled val="1"/>
        </dgm:presLayoutVars>
      </dgm:prSet>
      <dgm:spPr/>
    </dgm:pt>
    <dgm:pt modelId="{010EC887-52A4-4EA7-851C-6A7000C36C2A}" type="pres">
      <dgm:prSet presAssocID="{DA55B3D1-E425-4951-BEC7-5BE0A32B972A}" presName="sibTrans" presStyleLbl="sibTrans2D1" presStyleIdx="1" presStyleCnt="3"/>
      <dgm:spPr/>
    </dgm:pt>
    <dgm:pt modelId="{4F7A5820-4876-44AB-B545-104C21DB970D}" type="pres">
      <dgm:prSet presAssocID="{DA55B3D1-E425-4951-BEC7-5BE0A32B972A}" presName="connectorText" presStyleLbl="sibTrans2D1" presStyleIdx="1" presStyleCnt="3"/>
      <dgm:spPr/>
    </dgm:pt>
    <dgm:pt modelId="{4365C74A-043F-4F05-AECB-858D31E438B7}" type="pres">
      <dgm:prSet presAssocID="{59C08BEA-C0B9-44DF-9E1B-89BF1B395E4C}" presName="node" presStyleLbl="node1" presStyleIdx="2" presStyleCnt="3">
        <dgm:presLayoutVars>
          <dgm:bulletEnabled val="1"/>
        </dgm:presLayoutVars>
      </dgm:prSet>
      <dgm:spPr/>
    </dgm:pt>
    <dgm:pt modelId="{A0C70EC8-5F37-4945-8D02-21EC5FC60D09}" type="pres">
      <dgm:prSet presAssocID="{F7F3446C-0F60-478B-8220-7F8C7195F355}" presName="sibTrans" presStyleLbl="sibTrans2D1" presStyleIdx="2" presStyleCnt="3"/>
      <dgm:spPr/>
    </dgm:pt>
    <dgm:pt modelId="{728CD426-C49A-4279-A4F9-0F81F05B64C7}" type="pres">
      <dgm:prSet presAssocID="{F7F3446C-0F60-478B-8220-7F8C7195F355}" presName="connectorText" presStyleLbl="sibTrans2D1" presStyleIdx="2" presStyleCnt="3"/>
      <dgm:spPr/>
    </dgm:pt>
  </dgm:ptLst>
  <dgm:cxnLst>
    <dgm:cxn modelId="{5B2D9300-26E9-4FD3-AC89-49287A3972E3}" type="presOf" srcId="{DA55B3D1-E425-4951-BEC7-5BE0A32B972A}" destId="{010EC887-52A4-4EA7-851C-6A7000C36C2A}" srcOrd="0" destOrd="0" presId="urn:microsoft.com/office/officeart/2005/8/layout/cycle2"/>
    <dgm:cxn modelId="{27BC7106-DE2A-4640-8603-9146403509FF}" srcId="{3E22945F-B689-45E7-9F3E-164E860D5C7F}" destId="{31C62764-FAD8-4642-A341-1133A329D359}" srcOrd="1" destOrd="0" parTransId="{266B238F-D6A0-412B-9269-18883980C677}" sibTransId="{DA55B3D1-E425-4951-BEC7-5BE0A32B972A}"/>
    <dgm:cxn modelId="{A0AE7C0F-BA2E-4805-965C-AF454027137F}" srcId="{3E22945F-B689-45E7-9F3E-164E860D5C7F}" destId="{59C08BEA-C0B9-44DF-9E1B-89BF1B395E4C}" srcOrd="2" destOrd="0" parTransId="{5ACAC649-B317-4A90-9B74-DB3B94108CBF}" sibTransId="{F7F3446C-0F60-478B-8220-7F8C7195F355}"/>
    <dgm:cxn modelId="{BDD7951E-4590-4402-A95F-5CB92F5FA222}" type="presOf" srcId="{E58F24F3-B0E5-4178-B403-396B402A35E9}" destId="{E7FC2CE9-5A77-4311-A81C-32E4C5B854C6}" srcOrd="0" destOrd="0" presId="urn:microsoft.com/office/officeart/2005/8/layout/cycle2"/>
    <dgm:cxn modelId="{4D03855D-ABA5-4960-B703-7785F362B017}" type="presOf" srcId="{3E22945F-B689-45E7-9F3E-164E860D5C7F}" destId="{940A974E-AA11-4162-894A-4911C7FF39CD}" srcOrd="0" destOrd="0" presId="urn:microsoft.com/office/officeart/2005/8/layout/cycle2"/>
    <dgm:cxn modelId="{2ADDD847-A55E-4A2D-AA29-C6A85429B3D5}" type="presOf" srcId="{B9357478-C97A-4493-B44F-1C7920D6C2CA}" destId="{BE3EEAED-A5A0-4C58-A3D7-6B9F38AA9947}" srcOrd="0" destOrd="0" presId="urn:microsoft.com/office/officeart/2005/8/layout/cycle2"/>
    <dgm:cxn modelId="{7CF84397-CE1A-4B4B-93DE-EF1E45E78EC3}" type="presOf" srcId="{F7F3446C-0F60-478B-8220-7F8C7195F355}" destId="{728CD426-C49A-4279-A4F9-0F81F05B64C7}" srcOrd="1" destOrd="0" presId="urn:microsoft.com/office/officeart/2005/8/layout/cycle2"/>
    <dgm:cxn modelId="{0DF5FAA2-57E2-488F-B3E6-ED66C9F2AA72}" type="presOf" srcId="{31C62764-FAD8-4642-A341-1133A329D359}" destId="{235391BD-D69C-4382-B63E-FDCDA01FB0B2}" srcOrd="0" destOrd="0" presId="urn:microsoft.com/office/officeart/2005/8/layout/cycle2"/>
    <dgm:cxn modelId="{E9CEC7AA-D615-4C1E-8E85-883D4BEF91AC}" srcId="{3E22945F-B689-45E7-9F3E-164E860D5C7F}" destId="{B9357478-C97A-4493-B44F-1C7920D6C2CA}" srcOrd="0" destOrd="0" parTransId="{DB270049-11AB-4657-A469-65F3F071FA40}" sibTransId="{E58F24F3-B0E5-4178-B403-396B402A35E9}"/>
    <dgm:cxn modelId="{52AA00C0-6C9C-41C9-BD82-626388C852A9}" type="presOf" srcId="{F7F3446C-0F60-478B-8220-7F8C7195F355}" destId="{A0C70EC8-5F37-4945-8D02-21EC5FC60D09}" srcOrd="0" destOrd="0" presId="urn:microsoft.com/office/officeart/2005/8/layout/cycle2"/>
    <dgm:cxn modelId="{162B24DE-184C-489B-A4D6-B60998A4C7D0}" type="presOf" srcId="{DA55B3D1-E425-4951-BEC7-5BE0A32B972A}" destId="{4F7A5820-4876-44AB-B545-104C21DB970D}" srcOrd="1" destOrd="0" presId="urn:microsoft.com/office/officeart/2005/8/layout/cycle2"/>
    <dgm:cxn modelId="{3BD029E2-B384-476E-B2FC-B4F60BC73A07}" type="presOf" srcId="{59C08BEA-C0B9-44DF-9E1B-89BF1B395E4C}" destId="{4365C74A-043F-4F05-AECB-858D31E438B7}" srcOrd="0" destOrd="0" presId="urn:microsoft.com/office/officeart/2005/8/layout/cycle2"/>
    <dgm:cxn modelId="{A72A4BF4-2B84-4DA7-ACAE-1CCDC0AE76D8}" type="presOf" srcId="{E58F24F3-B0E5-4178-B403-396B402A35E9}" destId="{280C8E71-6EDC-48B0-B89F-F7ED138F7800}" srcOrd="1" destOrd="0" presId="urn:microsoft.com/office/officeart/2005/8/layout/cycle2"/>
    <dgm:cxn modelId="{D2C9395C-1585-4587-9701-991BBAE05693}" type="presParOf" srcId="{940A974E-AA11-4162-894A-4911C7FF39CD}" destId="{BE3EEAED-A5A0-4C58-A3D7-6B9F38AA9947}" srcOrd="0" destOrd="0" presId="urn:microsoft.com/office/officeart/2005/8/layout/cycle2"/>
    <dgm:cxn modelId="{8711594E-0ED1-4F42-8026-A26FD4A05B57}" type="presParOf" srcId="{940A974E-AA11-4162-894A-4911C7FF39CD}" destId="{E7FC2CE9-5A77-4311-A81C-32E4C5B854C6}" srcOrd="1" destOrd="0" presId="urn:microsoft.com/office/officeart/2005/8/layout/cycle2"/>
    <dgm:cxn modelId="{DEF4E661-443D-4EE8-9302-146966C56D31}" type="presParOf" srcId="{E7FC2CE9-5A77-4311-A81C-32E4C5B854C6}" destId="{280C8E71-6EDC-48B0-B89F-F7ED138F7800}" srcOrd="0" destOrd="0" presId="urn:microsoft.com/office/officeart/2005/8/layout/cycle2"/>
    <dgm:cxn modelId="{7614ABA0-6EEF-45CD-931F-3BD685073452}" type="presParOf" srcId="{940A974E-AA11-4162-894A-4911C7FF39CD}" destId="{235391BD-D69C-4382-B63E-FDCDA01FB0B2}" srcOrd="2" destOrd="0" presId="urn:microsoft.com/office/officeart/2005/8/layout/cycle2"/>
    <dgm:cxn modelId="{F269F700-02CC-44B4-833A-2ADA851F6168}" type="presParOf" srcId="{940A974E-AA11-4162-894A-4911C7FF39CD}" destId="{010EC887-52A4-4EA7-851C-6A7000C36C2A}" srcOrd="3" destOrd="0" presId="urn:microsoft.com/office/officeart/2005/8/layout/cycle2"/>
    <dgm:cxn modelId="{2F686942-CF7D-46B6-AE7B-339436D3FD6A}" type="presParOf" srcId="{010EC887-52A4-4EA7-851C-6A7000C36C2A}" destId="{4F7A5820-4876-44AB-B545-104C21DB970D}" srcOrd="0" destOrd="0" presId="urn:microsoft.com/office/officeart/2005/8/layout/cycle2"/>
    <dgm:cxn modelId="{80A30A7F-53FE-48B9-AD9B-DBCA068F33BA}" type="presParOf" srcId="{940A974E-AA11-4162-894A-4911C7FF39CD}" destId="{4365C74A-043F-4F05-AECB-858D31E438B7}" srcOrd="4" destOrd="0" presId="urn:microsoft.com/office/officeart/2005/8/layout/cycle2"/>
    <dgm:cxn modelId="{BDC7B80C-DA0A-4B72-8BF8-9A388AC2D45D}" type="presParOf" srcId="{940A974E-AA11-4162-894A-4911C7FF39CD}" destId="{A0C70EC8-5F37-4945-8D02-21EC5FC60D09}" srcOrd="5" destOrd="0" presId="urn:microsoft.com/office/officeart/2005/8/layout/cycle2"/>
    <dgm:cxn modelId="{56D3A863-4323-426B-9A77-8F1D13DAFB51}" type="presParOf" srcId="{A0C70EC8-5F37-4945-8D02-21EC5FC60D09}" destId="{728CD426-C49A-4279-A4F9-0F81F05B64C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22945F-B689-45E7-9F3E-164E860D5C7F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B9357478-C97A-4493-B44F-1C7920D6C2CA}">
      <dgm:prSet phldrT="[Texte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fr-CA" dirty="0"/>
            <a:t>Centre de responsabilité</a:t>
          </a:r>
        </a:p>
      </dgm:t>
    </dgm:pt>
    <dgm:pt modelId="{DB270049-11AB-4657-A469-65F3F071FA40}" type="parTrans" cxnId="{E9CEC7AA-D615-4C1E-8E85-883D4BEF91AC}">
      <dgm:prSet/>
      <dgm:spPr/>
      <dgm:t>
        <a:bodyPr/>
        <a:lstStyle/>
        <a:p>
          <a:endParaRPr lang="fr-CA"/>
        </a:p>
      </dgm:t>
    </dgm:pt>
    <dgm:pt modelId="{E58F24F3-B0E5-4178-B403-396B402A35E9}" type="sibTrans" cxnId="{E9CEC7AA-D615-4C1E-8E85-883D4BEF91AC}">
      <dgm:prSet/>
      <dgm:spPr/>
      <dgm:t>
        <a:bodyPr/>
        <a:lstStyle/>
        <a:p>
          <a:endParaRPr lang="fr-CA"/>
        </a:p>
      </dgm:t>
    </dgm:pt>
    <dgm:pt modelId="{31C62764-FAD8-4642-A341-1133A329D359}">
      <dgm:prSet phldrT="[Texte]"/>
      <dgm:spPr/>
      <dgm:t>
        <a:bodyPr/>
        <a:lstStyle/>
        <a:p>
          <a:r>
            <a:rPr lang="fr-CA" dirty="0"/>
            <a:t>Mesure de la performance</a:t>
          </a:r>
        </a:p>
      </dgm:t>
    </dgm:pt>
    <dgm:pt modelId="{266B238F-D6A0-412B-9269-18883980C677}" type="parTrans" cxnId="{27BC7106-DE2A-4640-8603-9146403509FF}">
      <dgm:prSet/>
      <dgm:spPr/>
      <dgm:t>
        <a:bodyPr/>
        <a:lstStyle/>
        <a:p>
          <a:endParaRPr lang="fr-CA"/>
        </a:p>
      </dgm:t>
    </dgm:pt>
    <dgm:pt modelId="{DA55B3D1-E425-4951-BEC7-5BE0A32B972A}" type="sibTrans" cxnId="{27BC7106-DE2A-4640-8603-9146403509FF}">
      <dgm:prSet/>
      <dgm:spPr/>
      <dgm:t>
        <a:bodyPr/>
        <a:lstStyle/>
        <a:p>
          <a:endParaRPr lang="fr-CA"/>
        </a:p>
      </dgm:t>
    </dgm:pt>
    <dgm:pt modelId="{59C08BEA-C0B9-44DF-9E1B-89BF1B395E4C}">
      <dgm:prSet phldrT="[Texte]"/>
      <dgm:spPr/>
      <dgm:t>
        <a:bodyPr/>
        <a:lstStyle/>
        <a:p>
          <a:r>
            <a:rPr lang="fr-CA" dirty="0"/>
            <a:t>PCI</a:t>
          </a:r>
        </a:p>
      </dgm:t>
    </dgm:pt>
    <dgm:pt modelId="{5ACAC649-B317-4A90-9B74-DB3B94108CBF}" type="parTrans" cxnId="{A0AE7C0F-BA2E-4805-965C-AF454027137F}">
      <dgm:prSet/>
      <dgm:spPr/>
      <dgm:t>
        <a:bodyPr/>
        <a:lstStyle/>
        <a:p>
          <a:endParaRPr lang="fr-CA"/>
        </a:p>
      </dgm:t>
    </dgm:pt>
    <dgm:pt modelId="{F7F3446C-0F60-478B-8220-7F8C7195F355}" type="sibTrans" cxnId="{A0AE7C0F-BA2E-4805-965C-AF454027137F}">
      <dgm:prSet/>
      <dgm:spPr/>
      <dgm:t>
        <a:bodyPr/>
        <a:lstStyle/>
        <a:p>
          <a:endParaRPr lang="fr-CA"/>
        </a:p>
      </dgm:t>
    </dgm:pt>
    <dgm:pt modelId="{940A974E-AA11-4162-894A-4911C7FF39CD}" type="pres">
      <dgm:prSet presAssocID="{3E22945F-B689-45E7-9F3E-164E860D5C7F}" presName="cycle" presStyleCnt="0">
        <dgm:presLayoutVars>
          <dgm:dir/>
          <dgm:resizeHandles val="exact"/>
        </dgm:presLayoutVars>
      </dgm:prSet>
      <dgm:spPr/>
    </dgm:pt>
    <dgm:pt modelId="{BE3EEAED-A5A0-4C58-A3D7-6B9F38AA9947}" type="pres">
      <dgm:prSet presAssocID="{B9357478-C97A-4493-B44F-1C7920D6C2CA}" presName="node" presStyleLbl="node1" presStyleIdx="0" presStyleCnt="3">
        <dgm:presLayoutVars>
          <dgm:bulletEnabled val="1"/>
        </dgm:presLayoutVars>
      </dgm:prSet>
      <dgm:spPr/>
    </dgm:pt>
    <dgm:pt modelId="{E7FC2CE9-5A77-4311-A81C-32E4C5B854C6}" type="pres">
      <dgm:prSet presAssocID="{E58F24F3-B0E5-4178-B403-396B402A35E9}" presName="sibTrans" presStyleLbl="sibTrans2D1" presStyleIdx="0" presStyleCnt="3"/>
      <dgm:spPr/>
    </dgm:pt>
    <dgm:pt modelId="{280C8E71-6EDC-48B0-B89F-F7ED138F7800}" type="pres">
      <dgm:prSet presAssocID="{E58F24F3-B0E5-4178-B403-396B402A35E9}" presName="connectorText" presStyleLbl="sibTrans2D1" presStyleIdx="0" presStyleCnt="3"/>
      <dgm:spPr/>
    </dgm:pt>
    <dgm:pt modelId="{235391BD-D69C-4382-B63E-FDCDA01FB0B2}" type="pres">
      <dgm:prSet presAssocID="{31C62764-FAD8-4642-A341-1133A329D359}" presName="node" presStyleLbl="node1" presStyleIdx="1" presStyleCnt="3">
        <dgm:presLayoutVars>
          <dgm:bulletEnabled val="1"/>
        </dgm:presLayoutVars>
      </dgm:prSet>
      <dgm:spPr/>
    </dgm:pt>
    <dgm:pt modelId="{010EC887-52A4-4EA7-851C-6A7000C36C2A}" type="pres">
      <dgm:prSet presAssocID="{DA55B3D1-E425-4951-BEC7-5BE0A32B972A}" presName="sibTrans" presStyleLbl="sibTrans2D1" presStyleIdx="1" presStyleCnt="3"/>
      <dgm:spPr/>
    </dgm:pt>
    <dgm:pt modelId="{4F7A5820-4876-44AB-B545-104C21DB970D}" type="pres">
      <dgm:prSet presAssocID="{DA55B3D1-E425-4951-BEC7-5BE0A32B972A}" presName="connectorText" presStyleLbl="sibTrans2D1" presStyleIdx="1" presStyleCnt="3"/>
      <dgm:spPr/>
    </dgm:pt>
    <dgm:pt modelId="{4365C74A-043F-4F05-AECB-858D31E438B7}" type="pres">
      <dgm:prSet presAssocID="{59C08BEA-C0B9-44DF-9E1B-89BF1B395E4C}" presName="node" presStyleLbl="node1" presStyleIdx="2" presStyleCnt="3">
        <dgm:presLayoutVars>
          <dgm:bulletEnabled val="1"/>
        </dgm:presLayoutVars>
      </dgm:prSet>
      <dgm:spPr/>
    </dgm:pt>
    <dgm:pt modelId="{A0C70EC8-5F37-4945-8D02-21EC5FC60D09}" type="pres">
      <dgm:prSet presAssocID="{F7F3446C-0F60-478B-8220-7F8C7195F355}" presName="sibTrans" presStyleLbl="sibTrans2D1" presStyleIdx="2" presStyleCnt="3"/>
      <dgm:spPr/>
    </dgm:pt>
    <dgm:pt modelId="{728CD426-C49A-4279-A4F9-0F81F05B64C7}" type="pres">
      <dgm:prSet presAssocID="{F7F3446C-0F60-478B-8220-7F8C7195F355}" presName="connectorText" presStyleLbl="sibTrans2D1" presStyleIdx="2" presStyleCnt="3"/>
      <dgm:spPr/>
    </dgm:pt>
  </dgm:ptLst>
  <dgm:cxnLst>
    <dgm:cxn modelId="{5B2D9300-26E9-4FD3-AC89-49287A3972E3}" type="presOf" srcId="{DA55B3D1-E425-4951-BEC7-5BE0A32B972A}" destId="{010EC887-52A4-4EA7-851C-6A7000C36C2A}" srcOrd="0" destOrd="0" presId="urn:microsoft.com/office/officeart/2005/8/layout/cycle2"/>
    <dgm:cxn modelId="{27BC7106-DE2A-4640-8603-9146403509FF}" srcId="{3E22945F-B689-45E7-9F3E-164E860D5C7F}" destId="{31C62764-FAD8-4642-A341-1133A329D359}" srcOrd="1" destOrd="0" parTransId="{266B238F-D6A0-412B-9269-18883980C677}" sibTransId="{DA55B3D1-E425-4951-BEC7-5BE0A32B972A}"/>
    <dgm:cxn modelId="{A0AE7C0F-BA2E-4805-965C-AF454027137F}" srcId="{3E22945F-B689-45E7-9F3E-164E860D5C7F}" destId="{59C08BEA-C0B9-44DF-9E1B-89BF1B395E4C}" srcOrd="2" destOrd="0" parTransId="{5ACAC649-B317-4A90-9B74-DB3B94108CBF}" sibTransId="{F7F3446C-0F60-478B-8220-7F8C7195F355}"/>
    <dgm:cxn modelId="{BDD7951E-4590-4402-A95F-5CB92F5FA222}" type="presOf" srcId="{E58F24F3-B0E5-4178-B403-396B402A35E9}" destId="{E7FC2CE9-5A77-4311-A81C-32E4C5B854C6}" srcOrd="0" destOrd="0" presId="urn:microsoft.com/office/officeart/2005/8/layout/cycle2"/>
    <dgm:cxn modelId="{4D03855D-ABA5-4960-B703-7785F362B017}" type="presOf" srcId="{3E22945F-B689-45E7-9F3E-164E860D5C7F}" destId="{940A974E-AA11-4162-894A-4911C7FF39CD}" srcOrd="0" destOrd="0" presId="urn:microsoft.com/office/officeart/2005/8/layout/cycle2"/>
    <dgm:cxn modelId="{2ADDD847-A55E-4A2D-AA29-C6A85429B3D5}" type="presOf" srcId="{B9357478-C97A-4493-B44F-1C7920D6C2CA}" destId="{BE3EEAED-A5A0-4C58-A3D7-6B9F38AA9947}" srcOrd="0" destOrd="0" presId="urn:microsoft.com/office/officeart/2005/8/layout/cycle2"/>
    <dgm:cxn modelId="{7CF84397-CE1A-4B4B-93DE-EF1E45E78EC3}" type="presOf" srcId="{F7F3446C-0F60-478B-8220-7F8C7195F355}" destId="{728CD426-C49A-4279-A4F9-0F81F05B64C7}" srcOrd="1" destOrd="0" presId="urn:microsoft.com/office/officeart/2005/8/layout/cycle2"/>
    <dgm:cxn modelId="{0DF5FAA2-57E2-488F-B3E6-ED66C9F2AA72}" type="presOf" srcId="{31C62764-FAD8-4642-A341-1133A329D359}" destId="{235391BD-D69C-4382-B63E-FDCDA01FB0B2}" srcOrd="0" destOrd="0" presId="urn:microsoft.com/office/officeart/2005/8/layout/cycle2"/>
    <dgm:cxn modelId="{E9CEC7AA-D615-4C1E-8E85-883D4BEF91AC}" srcId="{3E22945F-B689-45E7-9F3E-164E860D5C7F}" destId="{B9357478-C97A-4493-B44F-1C7920D6C2CA}" srcOrd="0" destOrd="0" parTransId="{DB270049-11AB-4657-A469-65F3F071FA40}" sibTransId="{E58F24F3-B0E5-4178-B403-396B402A35E9}"/>
    <dgm:cxn modelId="{52AA00C0-6C9C-41C9-BD82-626388C852A9}" type="presOf" srcId="{F7F3446C-0F60-478B-8220-7F8C7195F355}" destId="{A0C70EC8-5F37-4945-8D02-21EC5FC60D09}" srcOrd="0" destOrd="0" presId="urn:microsoft.com/office/officeart/2005/8/layout/cycle2"/>
    <dgm:cxn modelId="{162B24DE-184C-489B-A4D6-B60998A4C7D0}" type="presOf" srcId="{DA55B3D1-E425-4951-BEC7-5BE0A32B972A}" destId="{4F7A5820-4876-44AB-B545-104C21DB970D}" srcOrd="1" destOrd="0" presId="urn:microsoft.com/office/officeart/2005/8/layout/cycle2"/>
    <dgm:cxn modelId="{3BD029E2-B384-476E-B2FC-B4F60BC73A07}" type="presOf" srcId="{59C08BEA-C0B9-44DF-9E1B-89BF1B395E4C}" destId="{4365C74A-043F-4F05-AECB-858D31E438B7}" srcOrd="0" destOrd="0" presId="urn:microsoft.com/office/officeart/2005/8/layout/cycle2"/>
    <dgm:cxn modelId="{A72A4BF4-2B84-4DA7-ACAE-1CCDC0AE76D8}" type="presOf" srcId="{E58F24F3-B0E5-4178-B403-396B402A35E9}" destId="{280C8E71-6EDC-48B0-B89F-F7ED138F7800}" srcOrd="1" destOrd="0" presId="urn:microsoft.com/office/officeart/2005/8/layout/cycle2"/>
    <dgm:cxn modelId="{D2C9395C-1585-4587-9701-991BBAE05693}" type="presParOf" srcId="{940A974E-AA11-4162-894A-4911C7FF39CD}" destId="{BE3EEAED-A5A0-4C58-A3D7-6B9F38AA9947}" srcOrd="0" destOrd="0" presId="urn:microsoft.com/office/officeart/2005/8/layout/cycle2"/>
    <dgm:cxn modelId="{8711594E-0ED1-4F42-8026-A26FD4A05B57}" type="presParOf" srcId="{940A974E-AA11-4162-894A-4911C7FF39CD}" destId="{E7FC2CE9-5A77-4311-A81C-32E4C5B854C6}" srcOrd="1" destOrd="0" presId="urn:microsoft.com/office/officeart/2005/8/layout/cycle2"/>
    <dgm:cxn modelId="{DEF4E661-443D-4EE8-9302-146966C56D31}" type="presParOf" srcId="{E7FC2CE9-5A77-4311-A81C-32E4C5B854C6}" destId="{280C8E71-6EDC-48B0-B89F-F7ED138F7800}" srcOrd="0" destOrd="0" presId="urn:microsoft.com/office/officeart/2005/8/layout/cycle2"/>
    <dgm:cxn modelId="{7614ABA0-6EEF-45CD-931F-3BD685073452}" type="presParOf" srcId="{940A974E-AA11-4162-894A-4911C7FF39CD}" destId="{235391BD-D69C-4382-B63E-FDCDA01FB0B2}" srcOrd="2" destOrd="0" presId="urn:microsoft.com/office/officeart/2005/8/layout/cycle2"/>
    <dgm:cxn modelId="{F269F700-02CC-44B4-833A-2ADA851F6168}" type="presParOf" srcId="{940A974E-AA11-4162-894A-4911C7FF39CD}" destId="{010EC887-52A4-4EA7-851C-6A7000C36C2A}" srcOrd="3" destOrd="0" presId="urn:microsoft.com/office/officeart/2005/8/layout/cycle2"/>
    <dgm:cxn modelId="{2F686942-CF7D-46B6-AE7B-339436D3FD6A}" type="presParOf" srcId="{010EC887-52A4-4EA7-851C-6A7000C36C2A}" destId="{4F7A5820-4876-44AB-B545-104C21DB970D}" srcOrd="0" destOrd="0" presId="urn:microsoft.com/office/officeart/2005/8/layout/cycle2"/>
    <dgm:cxn modelId="{80A30A7F-53FE-48B9-AD9B-DBCA068F33BA}" type="presParOf" srcId="{940A974E-AA11-4162-894A-4911C7FF39CD}" destId="{4365C74A-043F-4F05-AECB-858D31E438B7}" srcOrd="4" destOrd="0" presId="urn:microsoft.com/office/officeart/2005/8/layout/cycle2"/>
    <dgm:cxn modelId="{BDC7B80C-DA0A-4B72-8BF8-9A388AC2D45D}" type="presParOf" srcId="{940A974E-AA11-4162-894A-4911C7FF39CD}" destId="{A0C70EC8-5F37-4945-8D02-21EC5FC60D09}" srcOrd="5" destOrd="0" presId="urn:microsoft.com/office/officeart/2005/8/layout/cycle2"/>
    <dgm:cxn modelId="{56D3A863-4323-426B-9A77-8F1D13DAFB51}" type="presParOf" srcId="{A0C70EC8-5F37-4945-8D02-21EC5FC60D09}" destId="{728CD426-C49A-4279-A4F9-0F81F05B64C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22945F-B689-45E7-9F3E-164E860D5C7F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B9357478-C97A-4493-B44F-1C7920D6C2CA}">
      <dgm:prSet phldrT="[Texte]"/>
      <dgm:spPr/>
      <dgm:t>
        <a:bodyPr/>
        <a:lstStyle/>
        <a:p>
          <a:r>
            <a:rPr lang="fr-CA" dirty="0"/>
            <a:t>Centre de responsabilité</a:t>
          </a:r>
        </a:p>
      </dgm:t>
    </dgm:pt>
    <dgm:pt modelId="{DB270049-11AB-4657-A469-65F3F071FA40}" type="parTrans" cxnId="{E9CEC7AA-D615-4C1E-8E85-883D4BEF91AC}">
      <dgm:prSet/>
      <dgm:spPr/>
      <dgm:t>
        <a:bodyPr/>
        <a:lstStyle/>
        <a:p>
          <a:endParaRPr lang="fr-CA"/>
        </a:p>
      </dgm:t>
    </dgm:pt>
    <dgm:pt modelId="{E58F24F3-B0E5-4178-B403-396B402A35E9}" type="sibTrans" cxnId="{E9CEC7AA-D615-4C1E-8E85-883D4BEF91AC}">
      <dgm:prSet/>
      <dgm:spPr/>
      <dgm:t>
        <a:bodyPr/>
        <a:lstStyle/>
        <a:p>
          <a:endParaRPr lang="fr-CA"/>
        </a:p>
      </dgm:t>
    </dgm:pt>
    <dgm:pt modelId="{31C62764-FAD8-4642-A341-1133A329D359}">
      <dgm:prSet phldrT="[Texte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fr-CA" dirty="0"/>
            <a:t>Mesure de la performance</a:t>
          </a:r>
        </a:p>
      </dgm:t>
    </dgm:pt>
    <dgm:pt modelId="{266B238F-D6A0-412B-9269-18883980C677}" type="parTrans" cxnId="{27BC7106-DE2A-4640-8603-9146403509FF}">
      <dgm:prSet/>
      <dgm:spPr/>
      <dgm:t>
        <a:bodyPr/>
        <a:lstStyle/>
        <a:p>
          <a:endParaRPr lang="fr-CA"/>
        </a:p>
      </dgm:t>
    </dgm:pt>
    <dgm:pt modelId="{DA55B3D1-E425-4951-BEC7-5BE0A32B972A}" type="sibTrans" cxnId="{27BC7106-DE2A-4640-8603-9146403509FF}">
      <dgm:prSet/>
      <dgm:spPr/>
      <dgm:t>
        <a:bodyPr/>
        <a:lstStyle/>
        <a:p>
          <a:endParaRPr lang="fr-CA"/>
        </a:p>
      </dgm:t>
    </dgm:pt>
    <dgm:pt modelId="{59C08BEA-C0B9-44DF-9E1B-89BF1B395E4C}">
      <dgm:prSet phldrT="[Texte]"/>
      <dgm:spPr/>
      <dgm:t>
        <a:bodyPr/>
        <a:lstStyle/>
        <a:p>
          <a:r>
            <a:rPr lang="fr-CA" dirty="0"/>
            <a:t>PCI</a:t>
          </a:r>
        </a:p>
      </dgm:t>
    </dgm:pt>
    <dgm:pt modelId="{5ACAC649-B317-4A90-9B74-DB3B94108CBF}" type="parTrans" cxnId="{A0AE7C0F-BA2E-4805-965C-AF454027137F}">
      <dgm:prSet/>
      <dgm:spPr/>
      <dgm:t>
        <a:bodyPr/>
        <a:lstStyle/>
        <a:p>
          <a:endParaRPr lang="fr-CA"/>
        </a:p>
      </dgm:t>
    </dgm:pt>
    <dgm:pt modelId="{F7F3446C-0F60-478B-8220-7F8C7195F355}" type="sibTrans" cxnId="{A0AE7C0F-BA2E-4805-965C-AF454027137F}">
      <dgm:prSet/>
      <dgm:spPr/>
      <dgm:t>
        <a:bodyPr/>
        <a:lstStyle/>
        <a:p>
          <a:endParaRPr lang="fr-CA"/>
        </a:p>
      </dgm:t>
    </dgm:pt>
    <dgm:pt modelId="{940A974E-AA11-4162-894A-4911C7FF39CD}" type="pres">
      <dgm:prSet presAssocID="{3E22945F-B689-45E7-9F3E-164E860D5C7F}" presName="cycle" presStyleCnt="0">
        <dgm:presLayoutVars>
          <dgm:dir/>
          <dgm:resizeHandles val="exact"/>
        </dgm:presLayoutVars>
      </dgm:prSet>
      <dgm:spPr/>
    </dgm:pt>
    <dgm:pt modelId="{BE3EEAED-A5A0-4C58-A3D7-6B9F38AA9947}" type="pres">
      <dgm:prSet presAssocID="{B9357478-C97A-4493-B44F-1C7920D6C2CA}" presName="node" presStyleLbl="node1" presStyleIdx="0" presStyleCnt="3">
        <dgm:presLayoutVars>
          <dgm:bulletEnabled val="1"/>
        </dgm:presLayoutVars>
      </dgm:prSet>
      <dgm:spPr/>
    </dgm:pt>
    <dgm:pt modelId="{E7FC2CE9-5A77-4311-A81C-32E4C5B854C6}" type="pres">
      <dgm:prSet presAssocID="{E58F24F3-B0E5-4178-B403-396B402A35E9}" presName="sibTrans" presStyleLbl="sibTrans2D1" presStyleIdx="0" presStyleCnt="3"/>
      <dgm:spPr/>
    </dgm:pt>
    <dgm:pt modelId="{280C8E71-6EDC-48B0-B89F-F7ED138F7800}" type="pres">
      <dgm:prSet presAssocID="{E58F24F3-B0E5-4178-B403-396B402A35E9}" presName="connectorText" presStyleLbl="sibTrans2D1" presStyleIdx="0" presStyleCnt="3"/>
      <dgm:spPr/>
    </dgm:pt>
    <dgm:pt modelId="{235391BD-D69C-4382-B63E-FDCDA01FB0B2}" type="pres">
      <dgm:prSet presAssocID="{31C62764-FAD8-4642-A341-1133A329D359}" presName="node" presStyleLbl="node1" presStyleIdx="1" presStyleCnt="3">
        <dgm:presLayoutVars>
          <dgm:bulletEnabled val="1"/>
        </dgm:presLayoutVars>
      </dgm:prSet>
      <dgm:spPr/>
    </dgm:pt>
    <dgm:pt modelId="{010EC887-52A4-4EA7-851C-6A7000C36C2A}" type="pres">
      <dgm:prSet presAssocID="{DA55B3D1-E425-4951-BEC7-5BE0A32B972A}" presName="sibTrans" presStyleLbl="sibTrans2D1" presStyleIdx="1" presStyleCnt="3"/>
      <dgm:spPr/>
    </dgm:pt>
    <dgm:pt modelId="{4F7A5820-4876-44AB-B545-104C21DB970D}" type="pres">
      <dgm:prSet presAssocID="{DA55B3D1-E425-4951-BEC7-5BE0A32B972A}" presName="connectorText" presStyleLbl="sibTrans2D1" presStyleIdx="1" presStyleCnt="3"/>
      <dgm:spPr/>
    </dgm:pt>
    <dgm:pt modelId="{4365C74A-043F-4F05-AECB-858D31E438B7}" type="pres">
      <dgm:prSet presAssocID="{59C08BEA-C0B9-44DF-9E1B-89BF1B395E4C}" presName="node" presStyleLbl="node1" presStyleIdx="2" presStyleCnt="3">
        <dgm:presLayoutVars>
          <dgm:bulletEnabled val="1"/>
        </dgm:presLayoutVars>
      </dgm:prSet>
      <dgm:spPr/>
    </dgm:pt>
    <dgm:pt modelId="{A0C70EC8-5F37-4945-8D02-21EC5FC60D09}" type="pres">
      <dgm:prSet presAssocID="{F7F3446C-0F60-478B-8220-7F8C7195F355}" presName="sibTrans" presStyleLbl="sibTrans2D1" presStyleIdx="2" presStyleCnt="3"/>
      <dgm:spPr/>
    </dgm:pt>
    <dgm:pt modelId="{728CD426-C49A-4279-A4F9-0F81F05B64C7}" type="pres">
      <dgm:prSet presAssocID="{F7F3446C-0F60-478B-8220-7F8C7195F355}" presName="connectorText" presStyleLbl="sibTrans2D1" presStyleIdx="2" presStyleCnt="3"/>
      <dgm:spPr/>
    </dgm:pt>
  </dgm:ptLst>
  <dgm:cxnLst>
    <dgm:cxn modelId="{5B2D9300-26E9-4FD3-AC89-49287A3972E3}" type="presOf" srcId="{DA55B3D1-E425-4951-BEC7-5BE0A32B972A}" destId="{010EC887-52A4-4EA7-851C-6A7000C36C2A}" srcOrd="0" destOrd="0" presId="urn:microsoft.com/office/officeart/2005/8/layout/cycle2"/>
    <dgm:cxn modelId="{27BC7106-DE2A-4640-8603-9146403509FF}" srcId="{3E22945F-B689-45E7-9F3E-164E860D5C7F}" destId="{31C62764-FAD8-4642-A341-1133A329D359}" srcOrd="1" destOrd="0" parTransId="{266B238F-D6A0-412B-9269-18883980C677}" sibTransId="{DA55B3D1-E425-4951-BEC7-5BE0A32B972A}"/>
    <dgm:cxn modelId="{A0AE7C0F-BA2E-4805-965C-AF454027137F}" srcId="{3E22945F-B689-45E7-9F3E-164E860D5C7F}" destId="{59C08BEA-C0B9-44DF-9E1B-89BF1B395E4C}" srcOrd="2" destOrd="0" parTransId="{5ACAC649-B317-4A90-9B74-DB3B94108CBF}" sibTransId="{F7F3446C-0F60-478B-8220-7F8C7195F355}"/>
    <dgm:cxn modelId="{BDD7951E-4590-4402-A95F-5CB92F5FA222}" type="presOf" srcId="{E58F24F3-B0E5-4178-B403-396B402A35E9}" destId="{E7FC2CE9-5A77-4311-A81C-32E4C5B854C6}" srcOrd="0" destOrd="0" presId="urn:microsoft.com/office/officeart/2005/8/layout/cycle2"/>
    <dgm:cxn modelId="{4D03855D-ABA5-4960-B703-7785F362B017}" type="presOf" srcId="{3E22945F-B689-45E7-9F3E-164E860D5C7F}" destId="{940A974E-AA11-4162-894A-4911C7FF39CD}" srcOrd="0" destOrd="0" presId="urn:microsoft.com/office/officeart/2005/8/layout/cycle2"/>
    <dgm:cxn modelId="{2ADDD847-A55E-4A2D-AA29-C6A85429B3D5}" type="presOf" srcId="{B9357478-C97A-4493-B44F-1C7920D6C2CA}" destId="{BE3EEAED-A5A0-4C58-A3D7-6B9F38AA9947}" srcOrd="0" destOrd="0" presId="urn:microsoft.com/office/officeart/2005/8/layout/cycle2"/>
    <dgm:cxn modelId="{7CF84397-CE1A-4B4B-93DE-EF1E45E78EC3}" type="presOf" srcId="{F7F3446C-0F60-478B-8220-7F8C7195F355}" destId="{728CD426-C49A-4279-A4F9-0F81F05B64C7}" srcOrd="1" destOrd="0" presId="urn:microsoft.com/office/officeart/2005/8/layout/cycle2"/>
    <dgm:cxn modelId="{0DF5FAA2-57E2-488F-B3E6-ED66C9F2AA72}" type="presOf" srcId="{31C62764-FAD8-4642-A341-1133A329D359}" destId="{235391BD-D69C-4382-B63E-FDCDA01FB0B2}" srcOrd="0" destOrd="0" presId="urn:microsoft.com/office/officeart/2005/8/layout/cycle2"/>
    <dgm:cxn modelId="{E9CEC7AA-D615-4C1E-8E85-883D4BEF91AC}" srcId="{3E22945F-B689-45E7-9F3E-164E860D5C7F}" destId="{B9357478-C97A-4493-B44F-1C7920D6C2CA}" srcOrd="0" destOrd="0" parTransId="{DB270049-11AB-4657-A469-65F3F071FA40}" sibTransId="{E58F24F3-B0E5-4178-B403-396B402A35E9}"/>
    <dgm:cxn modelId="{52AA00C0-6C9C-41C9-BD82-626388C852A9}" type="presOf" srcId="{F7F3446C-0F60-478B-8220-7F8C7195F355}" destId="{A0C70EC8-5F37-4945-8D02-21EC5FC60D09}" srcOrd="0" destOrd="0" presId="urn:microsoft.com/office/officeart/2005/8/layout/cycle2"/>
    <dgm:cxn modelId="{162B24DE-184C-489B-A4D6-B60998A4C7D0}" type="presOf" srcId="{DA55B3D1-E425-4951-BEC7-5BE0A32B972A}" destId="{4F7A5820-4876-44AB-B545-104C21DB970D}" srcOrd="1" destOrd="0" presId="urn:microsoft.com/office/officeart/2005/8/layout/cycle2"/>
    <dgm:cxn modelId="{3BD029E2-B384-476E-B2FC-B4F60BC73A07}" type="presOf" srcId="{59C08BEA-C0B9-44DF-9E1B-89BF1B395E4C}" destId="{4365C74A-043F-4F05-AECB-858D31E438B7}" srcOrd="0" destOrd="0" presId="urn:microsoft.com/office/officeart/2005/8/layout/cycle2"/>
    <dgm:cxn modelId="{A72A4BF4-2B84-4DA7-ACAE-1CCDC0AE76D8}" type="presOf" srcId="{E58F24F3-B0E5-4178-B403-396B402A35E9}" destId="{280C8E71-6EDC-48B0-B89F-F7ED138F7800}" srcOrd="1" destOrd="0" presId="urn:microsoft.com/office/officeart/2005/8/layout/cycle2"/>
    <dgm:cxn modelId="{D2C9395C-1585-4587-9701-991BBAE05693}" type="presParOf" srcId="{940A974E-AA11-4162-894A-4911C7FF39CD}" destId="{BE3EEAED-A5A0-4C58-A3D7-6B9F38AA9947}" srcOrd="0" destOrd="0" presId="urn:microsoft.com/office/officeart/2005/8/layout/cycle2"/>
    <dgm:cxn modelId="{8711594E-0ED1-4F42-8026-A26FD4A05B57}" type="presParOf" srcId="{940A974E-AA11-4162-894A-4911C7FF39CD}" destId="{E7FC2CE9-5A77-4311-A81C-32E4C5B854C6}" srcOrd="1" destOrd="0" presId="urn:microsoft.com/office/officeart/2005/8/layout/cycle2"/>
    <dgm:cxn modelId="{DEF4E661-443D-4EE8-9302-146966C56D31}" type="presParOf" srcId="{E7FC2CE9-5A77-4311-A81C-32E4C5B854C6}" destId="{280C8E71-6EDC-48B0-B89F-F7ED138F7800}" srcOrd="0" destOrd="0" presId="urn:microsoft.com/office/officeart/2005/8/layout/cycle2"/>
    <dgm:cxn modelId="{7614ABA0-6EEF-45CD-931F-3BD685073452}" type="presParOf" srcId="{940A974E-AA11-4162-894A-4911C7FF39CD}" destId="{235391BD-D69C-4382-B63E-FDCDA01FB0B2}" srcOrd="2" destOrd="0" presId="urn:microsoft.com/office/officeart/2005/8/layout/cycle2"/>
    <dgm:cxn modelId="{F269F700-02CC-44B4-833A-2ADA851F6168}" type="presParOf" srcId="{940A974E-AA11-4162-894A-4911C7FF39CD}" destId="{010EC887-52A4-4EA7-851C-6A7000C36C2A}" srcOrd="3" destOrd="0" presId="urn:microsoft.com/office/officeart/2005/8/layout/cycle2"/>
    <dgm:cxn modelId="{2F686942-CF7D-46B6-AE7B-339436D3FD6A}" type="presParOf" srcId="{010EC887-52A4-4EA7-851C-6A7000C36C2A}" destId="{4F7A5820-4876-44AB-B545-104C21DB970D}" srcOrd="0" destOrd="0" presId="urn:microsoft.com/office/officeart/2005/8/layout/cycle2"/>
    <dgm:cxn modelId="{80A30A7F-53FE-48B9-AD9B-DBCA068F33BA}" type="presParOf" srcId="{940A974E-AA11-4162-894A-4911C7FF39CD}" destId="{4365C74A-043F-4F05-AECB-858D31E438B7}" srcOrd="4" destOrd="0" presId="urn:microsoft.com/office/officeart/2005/8/layout/cycle2"/>
    <dgm:cxn modelId="{BDC7B80C-DA0A-4B72-8BF8-9A388AC2D45D}" type="presParOf" srcId="{940A974E-AA11-4162-894A-4911C7FF39CD}" destId="{A0C70EC8-5F37-4945-8D02-21EC5FC60D09}" srcOrd="5" destOrd="0" presId="urn:microsoft.com/office/officeart/2005/8/layout/cycle2"/>
    <dgm:cxn modelId="{56D3A863-4323-426B-9A77-8F1D13DAFB51}" type="presParOf" srcId="{A0C70EC8-5F37-4945-8D02-21EC5FC60D09}" destId="{728CD426-C49A-4279-A4F9-0F81F05B64C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E22945F-B689-45E7-9F3E-164E860D5C7F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B9357478-C97A-4493-B44F-1C7920D6C2CA}">
      <dgm:prSet phldrT="[Texte]"/>
      <dgm:spPr/>
      <dgm:t>
        <a:bodyPr/>
        <a:lstStyle/>
        <a:p>
          <a:r>
            <a:rPr lang="fr-CA" dirty="0"/>
            <a:t>Centre de responsabilité</a:t>
          </a:r>
        </a:p>
      </dgm:t>
    </dgm:pt>
    <dgm:pt modelId="{DB270049-11AB-4657-A469-65F3F071FA40}" type="parTrans" cxnId="{E9CEC7AA-D615-4C1E-8E85-883D4BEF91AC}">
      <dgm:prSet/>
      <dgm:spPr/>
      <dgm:t>
        <a:bodyPr/>
        <a:lstStyle/>
        <a:p>
          <a:endParaRPr lang="fr-CA"/>
        </a:p>
      </dgm:t>
    </dgm:pt>
    <dgm:pt modelId="{E58F24F3-B0E5-4178-B403-396B402A35E9}" type="sibTrans" cxnId="{E9CEC7AA-D615-4C1E-8E85-883D4BEF91AC}">
      <dgm:prSet/>
      <dgm:spPr/>
      <dgm:t>
        <a:bodyPr/>
        <a:lstStyle/>
        <a:p>
          <a:endParaRPr lang="fr-CA"/>
        </a:p>
      </dgm:t>
    </dgm:pt>
    <dgm:pt modelId="{31C62764-FAD8-4642-A341-1133A329D359}">
      <dgm:prSet phldrT="[Texte]"/>
      <dgm:spPr>
        <a:solidFill>
          <a:srgbClr val="00B0F0"/>
        </a:solidFill>
      </dgm:spPr>
      <dgm:t>
        <a:bodyPr/>
        <a:lstStyle/>
        <a:p>
          <a:r>
            <a:rPr lang="fr-CA" dirty="0"/>
            <a:t>Mesure de la performance</a:t>
          </a:r>
        </a:p>
      </dgm:t>
    </dgm:pt>
    <dgm:pt modelId="{266B238F-D6A0-412B-9269-18883980C677}" type="parTrans" cxnId="{27BC7106-DE2A-4640-8603-9146403509FF}">
      <dgm:prSet/>
      <dgm:spPr/>
      <dgm:t>
        <a:bodyPr/>
        <a:lstStyle/>
        <a:p>
          <a:endParaRPr lang="fr-CA"/>
        </a:p>
      </dgm:t>
    </dgm:pt>
    <dgm:pt modelId="{DA55B3D1-E425-4951-BEC7-5BE0A32B972A}" type="sibTrans" cxnId="{27BC7106-DE2A-4640-8603-9146403509FF}">
      <dgm:prSet/>
      <dgm:spPr/>
      <dgm:t>
        <a:bodyPr/>
        <a:lstStyle/>
        <a:p>
          <a:endParaRPr lang="fr-CA"/>
        </a:p>
      </dgm:t>
    </dgm:pt>
    <dgm:pt modelId="{59C08BEA-C0B9-44DF-9E1B-89BF1B395E4C}">
      <dgm:prSet phldrT="[Texte]"/>
      <dgm:spPr>
        <a:solidFill>
          <a:srgbClr val="C00000"/>
        </a:solidFill>
      </dgm:spPr>
      <dgm:t>
        <a:bodyPr/>
        <a:lstStyle/>
        <a:p>
          <a:r>
            <a:rPr lang="fr-CA" dirty="0"/>
            <a:t>PCI</a:t>
          </a:r>
        </a:p>
      </dgm:t>
    </dgm:pt>
    <dgm:pt modelId="{5ACAC649-B317-4A90-9B74-DB3B94108CBF}" type="parTrans" cxnId="{A0AE7C0F-BA2E-4805-965C-AF454027137F}">
      <dgm:prSet/>
      <dgm:spPr/>
      <dgm:t>
        <a:bodyPr/>
        <a:lstStyle/>
        <a:p>
          <a:endParaRPr lang="fr-CA"/>
        </a:p>
      </dgm:t>
    </dgm:pt>
    <dgm:pt modelId="{F7F3446C-0F60-478B-8220-7F8C7195F355}" type="sibTrans" cxnId="{A0AE7C0F-BA2E-4805-965C-AF454027137F}">
      <dgm:prSet/>
      <dgm:spPr/>
      <dgm:t>
        <a:bodyPr/>
        <a:lstStyle/>
        <a:p>
          <a:endParaRPr lang="fr-CA"/>
        </a:p>
      </dgm:t>
    </dgm:pt>
    <dgm:pt modelId="{940A974E-AA11-4162-894A-4911C7FF39CD}" type="pres">
      <dgm:prSet presAssocID="{3E22945F-B689-45E7-9F3E-164E860D5C7F}" presName="cycle" presStyleCnt="0">
        <dgm:presLayoutVars>
          <dgm:dir/>
          <dgm:resizeHandles val="exact"/>
        </dgm:presLayoutVars>
      </dgm:prSet>
      <dgm:spPr/>
    </dgm:pt>
    <dgm:pt modelId="{BE3EEAED-A5A0-4C58-A3D7-6B9F38AA9947}" type="pres">
      <dgm:prSet presAssocID="{B9357478-C97A-4493-B44F-1C7920D6C2CA}" presName="node" presStyleLbl="node1" presStyleIdx="0" presStyleCnt="3">
        <dgm:presLayoutVars>
          <dgm:bulletEnabled val="1"/>
        </dgm:presLayoutVars>
      </dgm:prSet>
      <dgm:spPr/>
    </dgm:pt>
    <dgm:pt modelId="{E7FC2CE9-5A77-4311-A81C-32E4C5B854C6}" type="pres">
      <dgm:prSet presAssocID="{E58F24F3-B0E5-4178-B403-396B402A35E9}" presName="sibTrans" presStyleLbl="sibTrans2D1" presStyleIdx="0" presStyleCnt="3"/>
      <dgm:spPr/>
    </dgm:pt>
    <dgm:pt modelId="{280C8E71-6EDC-48B0-B89F-F7ED138F7800}" type="pres">
      <dgm:prSet presAssocID="{E58F24F3-B0E5-4178-B403-396B402A35E9}" presName="connectorText" presStyleLbl="sibTrans2D1" presStyleIdx="0" presStyleCnt="3"/>
      <dgm:spPr/>
    </dgm:pt>
    <dgm:pt modelId="{235391BD-D69C-4382-B63E-FDCDA01FB0B2}" type="pres">
      <dgm:prSet presAssocID="{31C62764-FAD8-4642-A341-1133A329D359}" presName="node" presStyleLbl="node1" presStyleIdx="1" presStyleCnt="3">
        <dgm:presLayoutVars>
          <dgm:bulletEnabled val="1"/>
        </dgm:presLayoutVars>
      </dgm:prSet>
      <dgm:spPr/>
    </dgm:pt>
    <dgm:pt modelId="{010EC887-52A4-4EA7-851C-6A7000C36C2A}" type="pres">
      <dgm:prSet presAssocID="{DA55B3D1-E425-4951-BEC7-5BE0A32B972A}" presName="sibTrans" presStyleLbl="sibTrans2D1" presStyleIdx="1" presStyleCnt="3"/>
      <dgm:spPr/>
    </dgm:pt>
    <dgm:pt modelId="{4F7A5820-4876-44AB-B545-104C21DB970D}" type="pres">
      <dgm:prSet presAssocID="{DA55B3D1-E425-4951-BEC7-5BE0A32B972A}" presName="connectorText" presStyleLbl="sibTrans2D1" presStyleIdx="1" presStyleCnt="3"/>
      <dgm:spPr/>
    </dgm:pt>
    <dgm:pt modelId="{4365C74A-043F-4F05-AECB-858D31E438B7}" type="pres">
      <dgm:prSet presAssocID="{59C08BEA-C0B9-44DF-9E1B-89BF1B395E4C}" presName="node" presStyleLbl="node1" presStyleIdx="2" presStyleCnt="3">
        <dgm:presLayoutVars>
          <dgm:bulletEnabled val="1"/>
        </dgm:presLayoutVars>
      </dgm:prSet>
      <dgm:spPr/>
    </dgm:pt>
    <dgm:pt modelId="{A0C70EC8-5F37-4945-8D02-21EC5FC60D09}" type="pres">
      <dgm:prSet presAssocID="{F7F3446C-0F60-478B-8220-7F8C7195F355}" presName="sibTrans" presStyleLbl="sibTrans2D1" presStyleIdx="2" presStyleCnt="3"/>
      <dgm:spPr/>
    </dgm:pt>
    <dgm:pt modelId="{728CD426-C49A-4279-A4F9-0F81F05B64C7}" type="pres">
      <dgm:prSet presAssocID="{F7F3446C-0F60-478B-8220-7F8C7195F355}" presName="connectorText" presStyleLbl="sibTrans2D1" presStyleIdx="2" presStyleCnt="3"/>
      <dgm:spPr/>
    </dgm:pt>
  </dgm:ptLst>
  <dgm:cxnLst>
    <dgm:cxn modelId="{5B2D9300-26E9-4FD3-AC89-49287A3972E3}" type="presOf" srcId="{DA55B3D1-E425-4951-BEC7-5BE0A32B972A}" destId="{010EC887-52A4-4EA7-851C-6A7000C36C2A}" srcOrd="0" destOrd="0" presId="urn:microsoft.com/office/officeart/2005/8/layout/cycle2"/>
    <dgm:cxn modelId="{27BC7106-DE2A-4640-8603-9146403509FF}" srcId="{3E22945F-B689-45E7-9F3E-164E860D5C7F}" destId="{31C62764-FAD8-4642-A341-1133A329D359}" srcOrd="1" destOrd="0" parTransId="{266B238F-D6A0-412B-9269-18883980C677}" sibTransId="{DA55B3D1-E425-4951-BEC7-5BE0A32B972A}"/>
    <dgm:cxn modelId="{A0AE7C0F-BA2E-4805-965C-AF454027137F}" srcId="{3E22945F-B689-45E7-9F3E-164E860D5C7F}" destId="{59C08BEA-C0B9-44DF-9E1B-89BF1B395E4C}" srcOrd="2" destOrd="0" parTransId="{5ACAC649-B317-4A90-9B74-DB3B94108CBF}" sibTransId="{F7F3446C-0F60-478B-8220-7F8C7195F355}"/>
    <dgm:cxn modelId="{BDD7951E-4590-4402-A95F-5CB92F5FA222}" type="presOf" srcId="{E58F24F3-B0E5-4178-B403-396B402A35E9}" destId="{E7FC2CE9-5A77-4311-A81C-32E4C5B854C6}" srcOrd="0" destOrd="0" presId="urn:microsoft.com/office/officeart/2005/8/layout/cycle2"/>
    <dgm:cxn modelId="{4D03855D-ABA5-4960-B703-7785F362B017}" type="presOf" srcId="{3E22945F-B689-45E7-9F3E-164E860D5C7F}" destId="{940A974E-AA11-4162-894A-4911C7FF39CD}" srcOrd="0" destOrd="0" presId="urn:microsoft.com/office/officeart/2005/8/layout/cycle2"/>
    <dgm:cxn modelId="{2ADDD847-A55E-4A2D-AA29-C6A85429B3D5}" type="presOf" srcId="{B9357478-C97A-4493-B44F-1C7920D6C2CA}" destId="{BE3EEAED-A5A0-4C58-A3D7-6B9F38AA9947}" srcOrd="0" destOrd="0" presId="urn:microsoft.com/office/officeart/2005/8/layout/cycle2"/>
    <dgm:cxn modelId="{7CF84397-CE1A-4B4B-93DE-EF1E45E78EC3}" type="presOf" srcId="{F7F3446C-0F60-478B-8220-7F8C7195F355}" destId="{728CD426-C49A-4279-A4F9-0F81F05B64C7}" srcOrd="1" destOrd="0" presId="urn:microsoft.com/office/officeart/2005/8/layout/cycle2"/>
    <dgm:cxn modelId="{0DF5FAA2-57E2-488F-B3E6-ED66C9F2AA72}" type="presOf" srcId="{31C62764-FAD8-4642-A341-1133A329D359}" destId="{235391BD-D69C-4382-B63E-FDCDA01FB0B2}" srcOrd="0" destOrd="0" presId="urn:microsoft.com/office/officeart/2005/8/layout/cycle2"/>
    <dgm:cxn modelId="{E9CEC7AA-D615-4C1E-8E85-883D4BEF91AC}" srcId="{3E22945F-B689-45E7-9F3E-164E860D5C7F}" destId="{B9357478-C97A-4493-B44F-1C7920D6C2CA}" srcOrd="0" destOrd="0" parTransId="{DB270049-11AB-4657-A469-65F3F071FA40}" sibTransId="{E58F24F3-B0E5-4178-B403-396B402A35E9}"/>
    <dgm:cxn modelId="{52AA00C0-6C9C-41C9-BD82-626388C852A9}" type="presOf" srcId="{F7F3446C-0F60-478B-8220-7F8C7195F355}" destId="{A0C70EC8-5F37-4945-8D02-21EC5FC60D09}" srcOrd="0" destOrd="0" presId="urn:microsoft.com/office/officeart/2005/8/layout/cycle2"/>
    <dgm:cxn modelId="{162B24DE-184C-489B-A4D6-B60998A4C7D0}" type="presOf" srcId="{DA55B3D1-E425-4951-BEC7-5BE0A32B972A}" destId="{4F7A5820-4876-44AB-B545-104C21DB970D}" srcOrd="1" destOrd="0" presId="urn:microsoft.com/office/officeart/2005/8/layout/cycle2"/>
    <dgm:cxn modelId="{3BD029E2-B384-476E-B2FC-B4F60BC73A07}" type="presOf" srcId="{59C08BEA-C0B9-44DF-9E1B-89BF1B395E4C}" destId="{4365C74A-043F-4F05-AECB-858D31E438B7}" srcOrd="0" destOrd="0" presId="urn:microsoft.com/office/officeart/2005/8/layout/cycle2"/>
    <dgm:cxn modelId="{A72A4BF4-2B84-4DA7-ACAE-1CCDC0AE76D8}" type="presOf" srcId="{E58F24F3-B0E5-4178-B403-396B402A35E9}" destId="{280C8E71-6EDC-48B0-B89F-F7ED138F7800}" srcOrd="1" destOrd="0" presId="urn:microsoft.com/office/officeart/2005/8/layout/cycle2"/>
    <dgm:cxn modelId="{D2C9395C-1585-4587-9701-991BBAE05693}" type="presParOf" srcId="{940A974E-AA11-4162-894A-4911C7FF39CD}" destId="{BE3EEAED-A5A0-4C58-A3D7-6B9F38AA9947}" srcOrd="0" destOrd="0" presId="urn:microsoft.com/office/officeart/2005/8/layout/cycle2"/>
    <dgm:cxn modelId="{8711594E-0ED1-4F42-8026-A26FD4A05B57}" type="presParOf" srcId="{940A974E-AA11-4162-894A-4911C7FF39CD}" destId="{E7FC2CE9-5A77-4311-A81C-32E4C5B854C6}" srcOrd="1" destOrd="0" presId="urn:microsoft.com/office/officeart/2005/8/layout/cycle2"/>
    <dgm:cxn modelId="{DEF4E661-443D-4EE8-9302-146966C56D31}" type="presParOf" srcId="{E7FC2CE9-5A77-4311-A81C-32E4C5B854C6}" destId="{280C8E71-6EDC-48B0-B89F-F7ED138F7800}" srcOrd="0" destOrd="0" presId="urn:microsoft.com/office/officeart/2005/8/layout/cycle2"/>
    <dgm:cxn modelId="{7614ABA0-6EEF-45CD-931F-3BD685073452}" type="presParOf" srcId="{940A974E-AA11-4162-894A-4911C7FF39CD}" destId="{235391BD-D69C-4382-B63E-FDCDA01FB0B2}" srcOrd="2" destOrd="0" presId="urn:microsoft.com/office/officeart/2005/8/layout/cycle2"/>
    <dgm:cxn modelId="{F269F700-02CC-44B4-833A-2ADA851F6168}" type="presParOf" srcId="{940A974E-AA11-4162-894A-4911C7FF39CD}" destId="{010EC887-52A4-4EA7-851C-6A7000C36C2A}" srcOrd="3" destOrd="0" presId="urn:microsoft.com/office/officeart/2005/8/layout/cycle2"/>
    <dgm:cxn modelId="{2F686942-CF7D-46B6-AE7B-339436D3FD6A}" type="presParOf" srcId="{010EC887-52A4-4EA7-851C-6A7000C36C2A}" destId="{4F7A5820-4876-44AB-B545-104C21DB970D}" srcOrd="0" destOrd="0" presId="urn:microsoft.com/office/officeart/2005/8/layout/cycle2"/>
    <dgm:cxn modelId="{80A30A7F-53FE-48B9-AD9B-DBCA068F33BA}" type="presParOf" srcId="{940A974E-AA11-4162-894A-4911C7FF39CD}" destId="{4365C74A-043F-4F05-AECB-858D31E438B7}" srcOrd="4" destOrd="0" presId="urn:microsoft.com/office/officeart/2005/8/layout/cycle2"/>
    <dgm:cxn modelId="{BDC7B80C-DA0A-4B72-8BF8-9A388AC2D45D}" type="presParOf" srcId="{940A974E-AA11-4162-894A-4911C7FF39CD}" destId="{A0C70EC8-5F37-4945-8D02-21EC5FC60D09}" srcOrd="5" destOrd="0" presId="urn:microsoft.com/office/officeart/2005/8/layout/cycle2"/>
    <dgm:cxn modelId="{56D3A863-4323-426B-9A77-8F1D13DAFB51}" type="presParOf" srcId="{A0C70EC8-5F37-4945-8D02-21EC5FC60D09}" destId="{728CD426-C49A-4279-A4F9-0F81F05B64C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E22945F-B689-45E7-9F3E-164E860D5C7F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B9357478-C97A-4493-B44F-1C7920D6C2CA}">
      <dgm:prSet phldrT="[Texte]"/>
      <dgm:spPr/>
      <dgm:t>
        <a:bodyPr/>
        <a:lstStyle/>
        <a:p>
          <a:r>
            <a:rPr lang="fr-CA" dirty="0"/>
            <a:t>Centre de responsabilité</a:t>
          </a:r>
        </a:p>
      </dgm:t>
    </dgm:pt>
    <dgm:pt modelId="{DB270049-11AB-4657-A469-65F3F071FA40}" type="parTrans" cxnId="{E9CEC7AA-D615-4C1E-8E85-883D4BEF91AC}">
      <dgm:prSet/>
      <dgm:spPr/>
      <dgm:t>
        <a:bodyPr/>
        <a:lstStyle/>
        <a:p>
          <a:endParaRPr lang="fr-CA"/>
        </a:p>
      </dgm:t>
    </dgm:pt>
    <dgm:pt modelId="{E58F24F3-B0E5-4178-B403-396B402A35E9}" type="sibTrans" cxnId="{E9CEC7AA-D615-4C1E-8E85-883D4BEF91AC}">
      <dgm:prSet/>
      <dgm:spPr/>
      <dgm:t>
        <a:bodyPr/>
        <a:lstStyle/>
        <a:p>
          <a:endParaRPr lang="fr-CA"/>
        </a:p>
      </dgm:t>
    </dgm:pt>
    <dgm:pt modelId="{31C62764-FAD8-4642-A341-1133A329D359}">
      <dgm:prSet phldrT="[Texte]"/>
      <dgm:spPr>
        <a:solidFill>
          <a:srgbClr val="00B0F0"/>
        </a:solidFill>
      </dgm:spPr>
      <dgm:t>
        <a:bodyPr/>
        <a:lstStyle/>
        <a:p>
          <a:r>
            <a:rPr lang="fr-CA" dirty="0"/>
            <a:t>Mesure de la performance</a:t>
          </a:r>
        </a:p>
      </dgm:t>
    </dgm:pt>
    <dgm:pt modelId="{266B238F-D6A0-412B-9269-18883980C677}" type="parTrans" cxnId="{27BC7106-DE2A-4640-8603-9146403509FF}">
      <dgm:prSet/>
      <dgm:spPr/>
      <dgm:t>
        <a:bodyPr/>
        <a:lstStyle/>
        <a:p>
          <a:endParaRPr lang="fr-CA"/>
        </a:p>
      </dgm:t>
    </dgm:pt>
    <dgm:pt modelId="{DA55B3D1-E425-4951-BEC7-5BE0A32B972A}" type="sibTrans" cxnId="{27BC7106-DE2A-4640-8603-9146403509FF}">
      <dgm:prSet/>
      <dgm:spPr/>
      <dgm:t>
        <a:bodyPr/>
        <a:lstStyle/>
        <a:p>
          <a:endParaRPr lang="fr-CA"/>
        </a:p>
      </dgm:t>
    </dgm:pt>
    <dgm:pt modelId="{59C08BEA-C0B9-44DF-9E1B-89BF1B395E4C}">
      <dgm:prSet phldrT="[Texte]"/>
      <dgm:spPr>
        <a:solidFill>
          <a:srgbClr val="C00000"/>
        </a:solidFill>
      </dgm:spPr>
      <dgm:t>
        <a:bodyPr/>
        <a:lstStyle/>
        <a:p>
          <a:r>
            <a:rPr lang="fr-CA" dirty="0"/>
            <a:t>PCI</a:t>
          </a:r>
        </a:p>
      </dgm:t>
    </dgm:pt>
    <dgm:pt modelId="{5ACAC649-B317-4A90-9B74-DB3B94108CBF}" type="parTrans" cxnId="{A0AE7C0F-BA2E-4805-965C-AF454027137F}">
      <dgm:prSet/>
      <dgm:spPr/>
      <dgm:t>
        <a:bodyPr/>
        <a:lstStyle/>
        <a:p>
          <a:endParaRPr lang="fr-CA"/>
        </a:p>
      </dgm:t>
    </dgm:pt>
    <dgm:pt modelId="{F7F3446C-0F60-478B-8220-7F8C7195F355}" type="sibTrans" cxnId="{A0AE7C0F-BA2E-4805-965C-AF454027137F}">
      <dgm:prSet/>
      <dgm:spPr/>
      <dgm:t>
        <a:bodyPr/>
        <a:lstStyle/>
        <a:p>
          <a:endParaRPr lang="fr-CA"/>
        </a:p>
      </dgm:t>
    </dgm:pt>
    <dgm:pt modelId="{940A974E-AA11-4162-894A-4911C7FF39CD}" type="pres">
      <dgm:prSet presAssocID="{3E22945F-B689-45E7-9F3E-164E860D5C7F}" presName="cycle" presStyleCnt="0">
        <dgm:presLayoutVars>
          <dgm:dir/>
          <dgm:resizeHandles val="exact"/>
        </dgm:presLayoutVars>
      </dgm:prSet>
      <dgm:spPr/>
    </dgm:pt>
    <dgm:pt modelId="{BE3EEAED-A5A0-4C58-A3D7-6B9F38AA9947}" type="pres">
      <dgm:prSet presAssocID="{B9357478-C97A-4493-B44F-1C7920D6C2CA}" presName="node" presStyleLbl="node1" presStyleIdx="0" presStyleCnt="3">
        <dgm:presLayoutVars>
          <dgm:bulletEnabled val="1"/>
        </dgm:presLayoutVars>
      </dgm:prSet>
      <dgm:spPr/>
    </dgm:pt>
    <dgm:pt modelId="{E7FC2CE9-5A77-4311-A81C-32E4C5B854C6}" type="pres">
      <dgm:prSet presAssocID="{E58F24F3-B0E5-4178-B403-396B402A35E9}" presName="sibTrans" presStyleLbl="sibTrans2D1" presStyleIdx="0" presStyleCnt="3"/>
      <dgm:spPr/>
    </dgm:pt>
    <dgm:pt modelId="{280C8E71-6EDC-48B0-B89F-F7ED138F7800}" type="pres">
      <dgm:prSet presAssocID="{E58F24F3-B0E5-4178-B403-396B402A35E9}" presName="connectorText" presStyleLbl="sibTrans2D1" presStyleIdx="0" presStyleCnt="3"/>
      <dgm:spPr/>
    </dgm:pt>
    <dgm:pt modelId="{235391BD-D69C-4382-B63E-FDCDA01FB0B2}" type="pres">
      <dgm:prSet presAssocID="{31C62764-FAD8-4642-A341-1133A329D359}" presName="node" presStyleLbl="node1" presStyleIdx="1" presStyleCnt="3">
        <dgm:presLayoutVars>
          <dgm:bulletEnabled val="1"/>
        </dgm:presLayoutVars>
      </dgm:prSet>
      <dgm:spPr/>
    </dgm:pt>
    <dgm:pt modelId="{010EC887-52A4-4EA7-851C-6A7000C36C2A}" type="pres">
      <dgm:prSet presAssocID="{DA55B3D1-E425-4951-BEC7-5BE0A32B972A}" presName="sibTrans" presStyleLbl="sibTrans2D1" presStyleIdx="1" presStyleCnt="3"/>
      <dgm:spPr/>
    </dgm:pt>
    <dgm:pt modelId="{4F7A5820-4876-44AB-B545-104C21DB970D}" type="pres">
      <dgm:prSet presAssocID="{DA55B3D1-E425-4951-BEC7-5BE0A32B972A}" presName="connectorText" presStyleLbl="sibTrans2D1" presStyleIdx="1" presStyleCnt="3"/>
      <dgm:spPr/>
    </dgm:pt>
    <dgm:pt modelId="{4365C74A-043F-4F05-AECB-858D31E438B7}" type="pres">
      <dgm:prSet presAssocID="{59C08BEA-C0B9-44DF-9E1B-89BF1B395E4C}" presName="node" presStyleLbl="node1" presStyleIdx="2" presStyleCnt="3">
        <dgm:presLayoutVars>
          <dgm:bulletEnabled val="1"/>
        </dgm:presLayoutVars>
      </dgm:prSet>
      <dgm:spPr/>
    </dgm:pt>
    <dgm:pt modelId="{A0C70EC8-5F37-4945-8D02-21EC5FC60D09}" type="pres">
      <dgm:prSet presAssocID="{F7F3446C-0F60-478B-8220-7F8C7195F355}" presName="sibTrans" presStyleLbl="sibTrans2D1" presStyleIdx="2" presStyleCnt="3"/>
      <dgm:spPr/>
    </dgm:pt>
    <dgm:pt modelId="{728CD426-C49A-4279-A4F9-0F81F05B64C7}" type="pres">
      <dgm:prSet presAssocID="{F7F3446C-0F60-478B-8220-7F8C7195F355}" presName="connectorText" presStyleLbl="sibTrans2D1" presStyleIdx="2" presStyleCnt="3"/>
      <dgm:spPr/>
    </dgm:pt>
  </dgm:ptLst>
  <dgm:cxnLst>
    <dgm:cxn modelId="{5B2D9300-26E9-4FD3-AC89-49287A3972E3}" type="presOf" srcId="{DA55B3D1-E425-4951-BEC7-5BE0A32B972A}" destId="{010EC887-52A4-4EA7-851C-6A7000C36C2A}" srcOrd="0" destOrd="0" presId="urn:microsoft.com/office/officeart/2005/8/layout/cycle2"/>
    <dgm:cxn modelId="{27BC7106-DE2A-4640-8603-9146403509FF}" srcId="{3E22945F-B689-45E7-9F3E-164E860D5C7F}" destId="{31C62764-FAD8-4642-A341-1133A329D359}" srcOrd="1" destOrd="0" parTransId="{266B238F-D6A0-412B-9269-18883980C677}" sibTransId="{DA55B3D1-E425-4951-BEC7-5BE0A32B972A}"/>
    <dgm:cxn modelId="{A0AE7C0F-BA2E-4805-965C-AF454027137F}" srcId="{3E22945F-B689-45E7-9F3E-164E860D5C7F}" destId="{59C08BEA-C0B9-44DF-9E1B-89BF1B395E4C}" srcOrd="2" destOrd="0" parTransId="{5ACAC649-B317-4A90-9B74-DB3B94108CBF}" sibTransId="{F7F3446C-0F60-478B-8220-7F8C7195F355}"/>
    <dgm:cxn modelId="{BDD7951E-4590-4402-A95F-5CB92F5FA222}" type="presOf" srcId="{E58F24F3-B0E5-4178-B403-396B402A35E9}" destId="{E7FC2CE9-5A77-4311-A81C-32E4C5B854C6}" srcOrd="0" destOrd="0" presId="urn:microsoft.com/office/officeart/2005/8/layout/cycle2"/>
    <dgm:cxn modelId="{4D03855D-ABA5-4960-B703-7785F362B017}" type="presOf" srcId="{3E22945F-B689-45E7-9F3E-164E860D5C7F}" destId="{940A974E-AA11-4162-894A-4911C7FF39CD}" srcOrd="0" destOrd="0" presId="urn:microsoft.com/office/officeart/2005/8/layout/cycle2"/>
    <dgm:cxn modelId="{2ADDD847-A55E-4A2D-AA29-C6A85429B3D5}" type="presOf" srcId="{B9357478-C97A-4493-B44F-1C7920D6C2CA}" destId="{BE3EEAED-A5A0-4C58-A3D7-6B9F38AA9947}" srcOrd="0" destOrd="0" presId="urn:microsoft.com/office/officeart/2005/8/layout/cycle2"/>
    <dgm:cxn modelId="{7CF84397-CE1A-4B4B-93DE-EF1E45E78EC3}" type="presOf" srcId="{F7F3446C-0F60-478B-8220-7F8C7195F355}" destId="{728CD426-C49A-4279-A4F9-0F81F05B64C7}" srcOrd="1" destOrd="0" presId="urn:microsoft.com/office/officeart/2005/8/layout/cycle2"/>
    <dgm:cxn modelId="{0DF5FAA2-57E2-488F-B3E6-ED66C9F2AA72}" type="presOf" srcId="{31C62764-FAD8-4642-A341-1133A329D359}" destId="{235391BD-D69C-4382-B63E-FDCDA01FB0B2}" srcOrd="0" destOrd="0" presId="urn:microsoft.com/office/officeart/2005/8/layout/cycle2"/>
    <dgm:cxn modelId="{E9CEC7AA-D615-4C1E-8E85-883D4BEF91AC}" srcId="{3E22945F-B689-45E7-9F3E-164E860D5C7F}" destId="{B9357478-C97A-4493-B44F-1C7920D6C2CA}" srcOrd="0" destOrd="0" parTransId="{DB270049-11AB-4657-A469-65F3F071FA40}" sibTransId="{E58F24F3-B0E5-4178-B403-396B402A35E9}"/>
    <dgm:cxn modelId="{52AA00C0-6C9C-41C9-BD82-626388C852A9}" type="presOf" srcId="{F7F3446C-0F60-478B-8220-7F8C7195F355}" destId="{A0C70EC8-5F37-4945-8D02-21EC5FC60D09}" srcOrd="0" destOrd="0" presId="urn:microsoft.com/office/officeart/2005/8/layout/cycle2"/>
    <dgm:cxn modelId="{162B24DE-184C-489B-A4D6-B60998A4C7D0}" type="presOf" srcId="{DA55B3D1-E425-4951-BEC7-5BE0A32B972A}" destId="{4F7A5820-4876-44AB-B545-104C21DB970D}" srcOrd="1" destOrd="0" presId="urn:microsoft.com/office/officeart/2005/8/layout/cycle2"/>
    <dgm:cxn modelId="{3BD029E2-B384-476E-B2FC-B4F60BC73A07}" type="presOf" srcId="{59C08BEA-C0B9-44DF-9E1B-89BF1B395E4C}" destId="{4365C74A-043F-4F05-AECB-858D31E438B7}" srcOrd="0" destOrd="0" presId="urn:microsoft.com/office/officeart/2005/8/layout/cycle2"/>
    <dgm:cxn modelId="{A72A4BF4-2B84-4DA7-ACAE-1CCDC0AE76D8}" type="presOf" srcId="{E58F24F3-B0E5-4178-B403-396B402A35E9}" destId="{280C8E71-6EDC-48B0-B89F-F7ED138F7800}" srcOrd="1" destOrd="0" presId="urn:microsoft.com/office/officeart/2005/8/layout/cycle2"/>
    <dgm:cxn modelId="{D2C9395C-1585-4587-9701-991BBAE05693}" type="presParOf" srcId="{940A974E-AA11-4162-894A-4911C7FF39CD}" destId="{BE3EEAED-A5A0-4C58-A3D7-6B9F38AA9947}" srcOrd="0" destOrd="0" presId="urn:microsoft.com/office/officeart/2005/8/layout/cycle2"/>
    <dgm:cxn modelId="{8711594E-0ED1-4F42-8026-A26FD4A05B57}" type="presParOf" srcId="{940A974E-AA11-4162-894A-4911C7FF39CD}" destId="{E7FC2CE9-5A77-4311-A81C-32E4C5B854C6}" srcOrd="1" destOrd="0" presId="urn:microsoft.com/office/officeart/2005/8/layout/cycle2"/>
    <dgm:cxn modelId="{DEF4E661-443D-4EE8-9302-146966C56D31}" type="presParOf" srcId="{E7FC2CE9-5A77-4311-A81C-32E4C5B854C6}" destId="{280C8E71-6EDC-48B0-B89F-F7ED138F7800}" srcOrd="0" destOrd="0" presId="urn:microsoft.com/office/officeart/2005/8/layout/cycle2"/>
    <dgm:cxn modelId="{7614ABA0-6EEF-45CD-931F-3BD685073452}" type="presParOf" srcId="{940A974E-AA11-4162-894A-4911C7FF39CD}" destId="{235391BD-D69C-4382-B63E-FDCDA01FB0B2}" srcOrd="2" destOrd="0" presId="urn:microsoft.com/office/officeart/2005/8/layout/cycle2"/>
    <dgm:cxn modelId="{F269F700-02CC-44B4-833A-2ADA851F6168}" type="presParOf" srcId="{940A974E-AA11-4162-894A-4911C7FF39CD}" destId="{010EC887-52A4-4EA7-851C-6A7000C36C2A}" srcOrd="3" destOrd="0" presId="urn:microsoft.com/office/officeart/2005/8/layout/cycle2"/>
    <dgm:cxn modelId="{2F686942-CF7D-46B6-AE7B-339436D3FD6A}" type="presParOf" srcId="{010EC887-52A4-4EA7-851C-6A7000C36C2A}" destId="{4F7A5820-4876-44AB-B545-104C21DB970D}" srcOrd="0" destOrd="0" presId="urn:microsoft.com/office/officeart/2005/8/layout/cycle2"/>
    <dgm:cxn modelId="{80A30A7F-53FE-48B9-AD9B-DBCA068F33BA}" type="presParOf" srcId="{940A974E-AA11-4162-894A-4911C7FF39CD}" destId="{4365C74A-043F-4F05-AECB-858D31E438B7}" srcOrd="4" destOrd="0" presId="urn:microsoft.com/office/officeart/2005/8/layout/cycle2"/>
    <dgm:cxn modelId="{BDC7B80C-DA0A-4B72-8BF8-9A388AC2D45D}" type="presParOf" srcId="{940A974E-AA11-4162-894A-4911C7FF39CD}" destId="{A0C70EC8-5F37-4945-8D02-21EC5FC60D09}" srcOrd="5" destOrd="0" presId="urn:microsoft.com/office/officeart/2005/8/layout/cycle2"/>
    <dgm:cxn modelId="{56D3A863-4323-426B-9A77-8F1D13DAFB51}" type="presParOf" srcId="{A0C70EC8-5F37-4945-8D02-21EC5FC60D09}" destId="{728CD426-C49A-4279-A4F9-0F81F05B64C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EEAED-A5A0-4C58-A3D7-6B9F38AA9947}">
      <dsp:nvSpPr>
        <dsp:cNvPr id="0" name=""/>
        <dsp:cNvSpPr/>
      </dsp:nvSpPr>
      <dsp:spPr>
        <a:xfrm>
          <a:off x="4455138" y="919"/>
          <a:ext cx="2125857" cy="212585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1" kern="1200"/>
            <a:t>Centre de responsabilité</a:t>
          </a:r>
        </a:p>
      </dsp:txBody>
      <dsp:txXfrm>
        <a:off x="4766463" y="312244"/>
        <a:ext cx="1503207" cy="1503207"/>
      </dsp:txXfrm>
    </dsp:sp>
    <dsp:sp modelId="{E7FC2CE9-5A77-4311-A81C-32E4C5B854C6}">
      <dsp:nvSpPr>
        <dsp:cNvPr id="0" name=""/>
        <dsp:cNvSpPr/>
      </dsp:nvSpPr>
      <dsp:spPr>
        <a:xfrm rot="3600000">
          <a:off x="6025535" y="2073585"/>
          <a:ext cx="565244" cy="7174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3000" kern="1200"/>
        </a:p>
      </dsp:txBody>
      <dsp:txXfrm>
        <a:off x="6067928" y="2143653"/>
        <a:ext cx="395671" cy="430486"/>
      </dsp:txXfrm>
    </dsp:sp>
    <dsp:sp modelId="{235391BD-D69C-4382-B63E-FDCDA01FB0B2}">
      <dsp:nvSpPr>
        <dsp:cNvPr id="0" name=""/>
        <dsp:cNvSpPr/>
      </dsp:nvSpPr>
      <dsp:spPr>
        <a:xfrm>
          <a:off x="6051316" y="2765580"/>
          <a:ext cx="2125857" cy="2125857"/>
        </a:xfrm>
        <a:prstGeom prst="ellips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b="1" kern="1200"/>
            <a:t>Mesure de la performance</a:t>
          </a:r>
        </a:p>
      </dsp:txBody>
      <dsp:txXfrm>
        <a:off x="6362641" y="3076905"/>
        <a:ext cx="1503207" cy="1503207"/>
      </dsp:txXfrm>
    </dsp:sp>
    <dsp:sp modelId="{010EC887-52A4-4EA7-851C-6A7000C36C2A}">
      <dsp:nvSpPr>
        <dsp:cNvPr id="0" name=""/>
        <dsp:cNvSpPr/>
      </dsp:nvSpPr>
      <dsp:spPr>
        <a:xfrm rot="10800000">
          <a:off x="5251442" y="3469770"/>
          <a:ext cx="565244" cy="7174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3000" kern="1200"/>
        </a:p>
      </dsp:txBody>
      <dsp:txXfrm rot="10800000">
        <a:off x="5421015" y="3613265"/>
        <a:ext cx="395671" cy="430486"/>
      </dsp:txXfrm>
    </dsp:sp>
    <dsp:sp modelId="{4365C74A-043F-4F05-AECB-858D31E438B7}">
      <dsp:nvSpPr>
        <dsp:cNvPr id="0" name=""/>
        <dsp:cNvSpPr/>
      </dsp:nvSpPr>
      <dsp:spPr>
        <a:xfrm>
          <a:off x="2858961" y="2765580"/>
          <a:ext cx="2125857" cy="2125857"/>
        </a:xfrm>
        <a:prstGeom prst="ellips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b="1" kern="1200"/>
            <a:t>PCI</a:t>
          </a:r>
          <a:endParaRPr lang="fr-CA" sz="2400" b="1" kern="1200"/>
        </a:p>
      </dsp:txBody>
      <dsp:txXfrm>
        <a:off x="3170286" y="3076905"/>
        <a:ext cx="1503207" cy="1503207"/>
      </dsp:txXfrm>
    </dsp:sp>
    <dsp:sp modelId="{A0C70EC8-5F37-4945-8D02-21EC5FC60D09}">
      <dsp:nvSpPr>
        <dsp:cNvPr id="0" name=""/>
        <dsp:cNvSpPr/>
      </dsp:nvSpPr>
      <dsp:spPr>
        <a:xfrm rot="18000000">
          <a:off x="4429357" y="2101294"/>
          <a:ext cx="565244" cy="7174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3000" kern="1200"/>
        </a:p>
      </dsp:txBody>
      <dsp:txXfrm>
        <a:off x="4471750" y="2318216"/>
        <a:ext cx="395671" cy="4304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EEAED-A5A0-4C58-A3D7-6B9F38AA9947}">
      <dsp:nvSpPr>
        <dsp:cNvPr id="0" name=""/>
        <dsp:cNvSpPr/>
      </dsp:nvSpPr>
      <dsp:spPr>
        <a:xfrm>
          <a:off x="1845766" y="976"/>
          <a:ext cx="1693267" cy="1693267"/>
        </a:xfrm>
        <a:prstGeom prst="ellipse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/>
            <a:t>Centre de responsabilité</a:t>
          </a:r>
        </a:p>
      </dsp:txBody>
      <dsp:txXfrm>
        <a:off x="2093739" y="248949"/>
        <a:ext cx="1197321" cy="1197321"/>
      </dsp:txXfrm>
    </dsp:sp>
    <dsp:sp modelId="{E7FC2CE9-5A77-4311-A81C-32E4C5B854C6}">
      <dsp:nvSpPr>
        <dsp:cNvPr id="0" name=""/>
        <dsp:cNvSpPr/>
      </dsp:nvSpPr>
      <dsp:spPr>
        <a:xfrm rot="3600000">
          <a:off x="3096597" y="1651987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200" kern="1200"/>
        </a:p>
      </dsp:txBody>
      <dsp:txXfrm>
        <a:off x="3130374" y="1707779"/>
        <a:ext cx="315253" cy="342887"/>
      </dsp:txXfrm>
    </dsp:sp>
    <dsp:sp modelId="{235391BD-D69C-4382-B63E-FDCDA01FB0B2}">
      <dsp:nvSpPr>
        <dsp:cNvPr id="0" name=""/>
        <dsp:cNvSpPr/>
      </dsp:nvSpPr>
      <dsp:spPr>
        <a:xfrm>
          <a:off x="3117269" y="2203285"/>
          <a:ext cx="1693267" cy="16932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/>
            <a:t>Mesure de la performance</a:t>
          </a:r>
        </a:p>
      </dsp:txBody>
      <dsp:txXfrm>
        <a:off x="3365242" y="2451258"/>
        <a:ext cx="1197321" cy="1197321"/>
      </dsp:txXfrm>
    </dsp:sp>
    <dsp:sp modelId="{010EC887-52A4-4EA7-851C-6A7000C36C2A}">
      <dsp:nvSpPr>
        <dsp:cNvPr id="0" name=""/>
        <dsp:cNvSpPr/>
      </dsp:nvSpPr>
      <dsp:spPr>
        <a:xfrm rot="10800000">
          <a:off x="2479965" y="2764179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200" kern="1200"/>
        </a:p>
      </dsp:txBody>
      <dsp:txXfrm rot="10800000">
        <a:off x="2615073" y="2878474"/>
        <a:ext cx="315253" cy="342887"/>
      </dsp:txXfrm>
    </dsp:sp>
    <dsp:sp modelId="{4365C74A-043F-4F05-AECB-858D31E438B7}">
      <dsp:nvSpPr>
        <dsp:cNvPr id="0" name=""/>
        <dsp:cNvSpPr/>
      </dsp:nvSpPr>
      <dsp:spPr>
        <a:xfrm>
          <a:off x="574263" y="2203285"/>
          <a:ext cx="1693267" cy="16932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/>
            <a:t>PCI</a:t>
          </a:r>
        </a:p>
      </dsp:txBody>
      <dsp:txXfrm>
        <a:off x="822236" y="2451258"/>
        <a:ext cx="1197321" cy="1197321"/>
      </dsp:txXfrm>
    </dsp:sp>
    <dsp:sp modelId="{A0C70EC8-5F37-4945-8D02-21EC5FC60D09}">
      <dsp:nvSpPr>
        <dsp:cNvPr id="0" name=""/>
        <dsp:cNvSpPr/>
      </dsp:nvSpPr>
      <dsp:spPr>
        <a:xfrm rot="18000000">
          <a:off x="1825094" y="1674064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200" kern="1200"/>
        </a:p>
      </dsp:txBody>
      <dsp:txXfrm>
        <a:off x="1858871" y="1846862"/>
        <a:ext cx="315253" cy="3428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EEAED-A5A0-4C58-A3D7-6B9F38AA9947}">
      <dsp:nvSpPr>
        <dsp:cNvPr id="0" name=""/>
        <dsp:cNvSpPr/>
      </dsp:nvSpPr>
      <dsp:spPr>
        <a:xfrm>
          <a:off x="1845766" y="976"/>
          <a:ext cx="1693267" cy="16932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/>
            <a:t>Centre de responsabilité</a:t>
          </a:r>
        </a:p>
      </dsp:txBody>
      <dsp:txXfrm>
        <a:off x="2093739" y="248949"/>
        <a:ext cx="1197321" cy="1197321"/>
      </dsp:txXfrm>
    </dsp:sp>
    <dsp:sp modelId="{E7FC2CE9-5A77-4311-A81C-32E4C5B854C6}">
      <dsp:nvSpPr>
        <dsp:cNvPr id="0" name=""/>
        <dsp:cNvSpPr/>
      </dsp:nvSpPr>
      <dsp:spPr>
        <a:xfrm rot="3600000">
          <a:off x="3096597" y="1651987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200" kern="1200"/>
        </a:p>
      </dsp:txBody>
      <dsp:txXfrm>
        <a:off x="3130374" y="1707779"/>
        <a:ext cx="315253" cy="342887"/>
      </dsp:txXfrm>
    </dsp:sp>
    <dsp:sp modelId="{235391BD-D69C-4382-B63E-FDCDA01FB0B2}">
      <dsp:nvSpPr>
        <dsp:cNvPr id="0" name=""/>
        <dsp:cNvSpPr/>
      </dsp:nvSpPr>
      <dsp:spPr>
        <a:xfrm>
          <a:off x="3117269" y="2203285"/>
          <a:ext cx="1693267" cy="1693267"/>
        </a:xfrm>
        <a:prstGeom prst="ellipse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/>
            <a:t>Mesure de la performance</a:t>
          </a:r>
        </a:p>
      </dsp:txBody>
      <dsp:txXfrm>
        <a:off x="3365242" y="2451258"/>
        <a:ext cx="1197321" cy="1197321"/>
      </dsp:txXfrm>
    </dsp:sp>
    <dsp:sp modelId="{010EC887-52A4-4EA7-851C-6A7000C36C2A}">
      <dsp:nvSpPr>
        <dsp:cNvPr id="0" name=""/>
        <dsp:cNvSpPr/>
      </dsp:nvSpPr>
      <dsp:spPr>
        <a:xfrm rot="10800000">
          <a:off x="2479965" y="2764179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200" kern="1200"/>
        </a:p>
      </dsp:txBody>
      <dsp:txXfrm rot="10800000">
        <a:off x="2615073" y="2878474"/>
        <a:ext cx="315253" cy="342887"/>
      </dsp:txXfrm>
    </dsp:sp>
    <dsp:sp modelId="{4365C74A-043F-4F05-AECB-858D31E438B7}">
      <dsp:nvSpPr>
        <dsp:cNvPr id="0" name=""/>
        <dsp:cNvSpPr/>
      </dsp:nvSpPr>
      <dsp:spPr>
        <a:xfrm>
          <a:off x="574263" y="2203285"/>
          <a:ext cx="1693267" cy="16932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/>
            <a:t>PCI</a:t>
          </a:r>
        </a:p>
      </dsp:txBody>
      <dsp:txXfrm>
        <a:off x="822236" y="2451258"/>
        <a:ext cx="1197321" cy="1197321"/>
      </dsp:txXfrm>
    </dsp:sp>
    <dsp:sp modelId="{A0C70EC8-5F37-4945-8D02-21EC5FC60D09}">
      <dsp:nvSpPr>
        <dsp:cNvPr id="0" name=""/>
        <dsp:cNvSpPr/>
      </dsp:nvSpPr>
      <dsp:spPr>
        <a:xfrm rot="18000000">
          <a:off x="1825094" y="1674064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200" kern="1200"/>
        </a:p>
      </dsp:txBody>
      <dsp:txXfrm>
        <a:off x="1858871" y="1846862"/>
        <a:ext cx="315253" cy="3428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EEAED-A5A0-4C58-A3D7-6B9F38AA9947}">
      <dsp:nvSpPr>
        <dsp:cNvPr id="0" name=""/>
        <dsp:cNvSpPr/>
      </dsp:nvSpPr>
      <dsp:spPr>
        <a:xfrm>
          <a:off x="1845766" y="976"/>
          <a:ext cx="1693267" cy="16932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/>
            <a:t>Centre de responsabilité</a:t>
          </a:r>
        </a:p>
      </dsp:txBody>
      <dsp:txXfrm>
        <a:off x="2093739" y="248949"/>
        <a:ext cx="1197321" cy="1197321"/>
      </dsp:txXfrm>
    </dsp:sp>
    <dsp:sp modelId="{E7FC2CE9-5A77-4311-A81C-32E4C5B854C6}">
      <dsp:nvSpPr>
        <dsp:cNvPr id="0" name=""/>
        <dsp:cNvSpPr/>
      </dsp:nvSpPr>
      <dsp:spPr>
        <a:xfrm rot="3600000">
          <a:off x="3096597" y="1651987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200" kern="1200"/>
        </a:p>
      </dsp:txBody>
      <dsp:txXfrm>
        <a:off x="3130374" y="1707779"/>
        <a:ext cx="315253" cy="342887"/>
      </dsp:txXfrm>
    </dsp:sp>
    <dsp:sp modelId="{235391BD-D69C-4382-B63E-FDCDA01FB0B2}">
      <dsp:nvSpPr>
        <dsp:cNvPr id="0" name=""/>
        <dsp:cNvSpPr/>
      </dsp:nvSpPr>
      <dsp:spPr>
        <a:xfrm>
          <a:off x="3117269" y="2203285"/>
          <a:ext cx="1693267" cy="1693267"/>
        </a:xfrm>
        <a:prstGeom prst="ellipse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/>
            <a:t>Mesure de la performance</a:t>
          </a:r>
        </a:p>
      </dsp:txBody>
      <dsp:txXfrm>
        <a:off x="3365242" y="2451258"/>
        <a:ext cx="1197321" cy="1197321"/>
      </dsp:txXfrm>
    </dsp:sp>
    <dsp:sp modelId="{010EC887-52A4-4EA7-851C-6A7000C36C2A}">
      <dsp:nvSpPr>
        <dsp:cNvPr id="0" name=""/>
        <dsp:cNvSpPr/>
      </dsp:nvSpPr>
      <dsp:spPr>
        <a:xfrm rot="10800000">
          <a:off x="2479965" y="2764179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200" kern="1200"/>
        </a:p>
      </dsp:txBody>
      <dsp:txXfrm rot="10800000">
        <a:off x="2615073" y="2878474"/>
        <a:ext cx="315253" cy="342887"/>
      </dsp:txXfrm>
    </dsp:sp>
    <dsp:sp modelId="{4365C74A-043F-4F05-AECB-858D31E438B7}">
      <dsp:nvSpPr>
        <dsp:cNvPr id="0" name=""/>
        <dsp:cNvSpPr/>
      </dsp:nvSpPr>
      <dsp:spPr>
        <a:xfrm>
          <a:off x="574263" y="2203285"/>
          <a:ext cx="1693267" cy="169326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/>
            <a:t>PCI</a:t>
          </a:r>
        </a:p>
      </dsp:txBody>
      <dsp:txXfrm>
        <a:off x="822236" y="2451258"/>
        <a:ext cx="1197321" cy="1197321"/>
      </dsp:txXfrm>
    </dsp:sp>
    <dsp:sp modelId="{A0C70EC8-5F37-4945-8D02-21EC5FC60D09}">
      <dsp:nvSpPr>
        <dsp:cNvPr id="0" name=""/>
        <dsp:cNvSpPr/>
      </dsp:nvSpPr>
      <dsp:spPr>
        <a:xfrm rot="18000000">
          <a:off x="1825094" y="1674064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200" kern="1200"/>
        </a:p>
      </dsp:txBody>
      <dsp:txXfrm>
        <a:off x="1858871" y="1846862"/>
        <a:ext cx="315253" cy="3428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EEAED-A5A0-4C58-A3D7-6B9F38AA9947}">
      <dsp:nvSpPr>
        <dsp:cNvPr id="0" name=""/>
        <dsp:cNvSpPr/>
      </dsp:nvSpPr>
      <dsp:spPr>
        <a:xfrm>
          <a:off x="1845766" y="976"/>
          <a:ext cx="1693267" cy="16932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/>
            <a:t>Centre de responsabilité</a:t>
          </a:r>
        </a:p>
      </dsp:txBody>
      <dsp:txXfrm>
        <a:off x="2093739" y="248949"/>
        <a:ext cx="1197321" cy="1197321"/>
      </dsp:txXfrm>
    </dsp:sp>
    <dsp:sp modelId="{E7FC2CE9-5A77-4311-A81C-32E4C5B854C6}">
      <dsp:nvSpPr>
        <dsp:cNvPr id="0" name=""/>
        <dsp:cNvSpPr/>
      </dsp:nvSpPr>
      <dsp:spPr>
        <a:xfrm rot="3600000">
          <a:off x="3096597" y="1651987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200" kern="1200"/>
        </a:p>
      </dsp:txBody>
      <dsp:txXfrm>
        <a:off x="3130374" y="1707779"/>
        <a:ext cx="315253" cy="342887"/>
      </dsp:txXfrm>
    </dsp:sp>
    <dsp:sp modelId="{235391BD-D69C-4382-B63E-FDCDA01FB0B2}">
      <dsp:nvSpPr>
        <dsp:cNvPr id="0" name=""/>
        <dsp:cNvSpPr/>
      </dsp:nvSpPr>
      <dsp:spPr>
        <a:xfrm>
          <a:off x="3117269" y="2203285"/>
          <a:ext cx="1693267" cy="1693267"/>
        </a:xfrm>
        <a:prstGeom prst="ellipse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/>
            <a:t>Mesure de la performance</a:t>
          </a:r>
        </a:p>
      </dsp:txBody>
      <dsp:txXfrm>
        <a:off x="3365242" y="2451258"/>
        <a:ext cx="1197321" cy="1197321"/>
      </dsp:txXfrm>
    </dsp:sp>
    <dsp:sp modelId="{010EC887-52A4-4EA7-851C-6A7000C36C2A}">
      <dsp:nvSpPr>
        <dsp:cNvPr id="0" name=""/>
        <dsp:cNvSpPr/>
      </dsp:nvSpPr>
      <dsp:spPr>
        <a:xfrm rot="10800000">
          <a:off x="2479965" y="2764179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200" kern="1200"/>
        </a:p>
      </dsp:txBody>
      <dsp:txXfrm rot="10800000">
        <a:off x="2615073" y="2878474"/>
        <a:ext cx="315253" cy="342887"/>
      </dsp:txXfrm>
    </dsp:sp>
    <dsp:sp modelId="{4365C74A-043F-4F05-AECB-858D31E438B7}">
      <dsp:nvSpPr>
        <dsp:cNvPr id="0" name=""/>
        <dsp:cNvSpPr/>
      </dsp:nvSpPr>
      <dsp:spPr>
        <a:xfrm>
          <a:off x="574263" y="2203285"/>
          <a:ext cx="1693267" cy="169326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/>
            <a:t>PCI</a:t>
          </a:r>
        </a:p>
      </dsp:txBody>
      <dsp:txXfrm>
        <a:off x="822236" y="2451258"/>
        <a:ext cx="1197321" cy="1197321"/>
      </dsp:txXfrm>
    </dsp:sp>
    <dsp:sp modelId="{A0C70EC8-5F37-4945-8D02-21EC5FC60D09}">
      <dsp:nvSpPr>
        <dsp:cNvPr id="0" name=""/>
        <dsp:cNvSpPr/>
      </dsp:nvSpPr>
      <dsp:spPr>
        <a:xfrm rot="18000000">
          <a:off x="1825094" y="1674064"/>
          <a:ext cx="450361" cy="571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200" kern="1200"/>
        </a:p>
      </dsp:txBody>
      <dsp:txXfrm>
        <a:off x="1858871" y="1846862"/>
        <a:ext cx="315253" cy="342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16A06-9DC3-4597-A55D-6F088C86AB00}" type="datetimeFigureOut">
              <a:rPr lang="fr-CA" smtClean="0"/>
              <a:t>2025-03-19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3BBB41-8134-4C8C-BE7B-C2D3C2EF09F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2687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CA" altLang="fr-FR" dirty="0"/>
          </a:p>
        </p:txBody>
      </p:sp>
      <p:sp>
        <p:nvSpPr>
          <p:cNvPr id="153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fld id="{39D4C4EC-6020-45EB-9137-A7C230BFA16A}" type="slidenum">
              <a:rPr lang="fr-CA" altLang="fr-FR" sz="1200"/>
              <a:pPr/>
              <a:t>1</a:t>
            </a:fld>
            <a:endParaRPr lang="fr-CA" altLang="fr-FR" sz="1200"/>
          </a:p>
        </p:txBody>
      </p:sp>
    </p:spTree>
    <p:extLst>
      <p:ext uri="{BB962C8B-B14F-4D97-AF65-F5344CB8AC3E}">
        <p14:creationId xmlns:p14="http://schemas.microsoft.com/office/powerpoint/2010/main" val="2721553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Mon PCI est le dernier analyser donc on commence pas par CR et MP </a:t>
            </a:r>
          </a:p>
          <a:p>
            <a:r>
              <a:rPr lang="fr-FR" dirty="0" err="1"/>
              <a:t>Décentralisatin</a:t>
            </a:r>
            <a:r>
              <a:rPr lang="fr-FR" dirty="0"/>
              <a:t> est un choix de l’organisation n’est pas en obligation </a:t>
            </a:r>
          </a:p>
          <a:p>
            <a:r>
              <a:rPr lang="fr-FR" dirty="0"/>
              <a:t>On va </a:t>
            </a:r>
            <a:r>
              <a:rPr lang="fr-FR" dirty="0" err="1"/>
              <a:t>détréminer</a:t>
            </a:r>
            <a:r>
              <a:rPr lang="fr-FR" dirty="0"/>
              <a:t> le CR selon les stratégie de l’entreprise </a:t>
            </a:r>
          </a:p>
          <a:p>
            <a:r>
              <a:rPr lang="fr-CA" dirty="0"/>
              <a:t>Centre de cout :les délais la qualité et le processus de production </a:t>
            </a:r>
          </a:p>
          <a:p>
            <a:r>
              <a:rPr lang="fr-CA" dirty="0"/>
              <a:t>Analyse et </a:t>
            </a:r>
            <a:r>
              <a:rPr lang="fr-CA"/>
              <a:t>analyse et analyse 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67884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7054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BBB41-8134-4C8C-BE7B-C2D3C2EF09F2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83378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75587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Donc il faut trouver un </a:t>
            </a:r>
            <a:r>
              <a:rPr lang="fr-CA" dirty="0" err="1"/>
              <a:t>pci</a:t>
            </a:r>
            <a:r>
              <a:rPr lang="fr-CA" dirty="0"/>
              <a:t> qui </a:t>
            </a:r>
            <a:r>
              <a:rPr lang="fr-CA" dirty="0" err="1"/>
              <a:t>alligne</a:t>
            </a:r>
            <a:r>
              <a:rPr lang="fr-CA" dirty="0"/>
              <a:t> avec le MP (affecte pas la </a:t>
            </a:r>
            <a:r>
              <a:rPr lang="fr-CA" dirty="0" err="1"/>
              <a:t>rémunuraion</a:t>
            </a:r>
            <a:r>
              <a:rPr lang="fr-CA" dirty="0"/>
              <a:t> des gestionnaires) 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2866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53171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fr-CA"/>
              <a:t>Michel Vézina- École des HÉC</a:t>
            </a:r>
          </a:p>
        </p:txBody>
      </p:sp>
      <p:sp>
        <p:nvSpPr>
          <p:cNvPr id="389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C54A88-59DA-4DEF-A728-26F67797FEC4}" type="slidenum">
              <a:rPr lang="fr-CA" smtClean="0"/>
              <a:pPr/>
              <a:t>11</a:t>
            </a:fld>
            <a:endParaRPr lang="fr-CA"/>
          </a:p>
        </p:txBody>
      </p:sp>
      <p:sp>
        <p:nvSpPr>
          <p:cNvPr id="38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</p:spPr>
        <p:txBody>
          <a:bodyPr/>
          <a:lstStyle/>
          <a:p>
            <a:r>
              <a:rPr lang="fr-FR" dirty="0"/>
              <a:t>Le cout complet=CV+CF unitaire (qui est variable en unité donc si on augmente la capacité de production le CFU baisse) c’est la logique qui dit cout complet engendre un PCI variable </a:t>
            </a:r>
          </a:p>
          <a:p>
            <a:r>
              <a:rPr lang="fr-FR" dirty="0"/>
              <a:t>Par contre par le cout variable qui est fixe en unité c’est la logique qui donne un PIC fixe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2882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1B4D5-9FEF-4E7D-BF06-703760C66A08}" type="slidenum">
              <a:rPr lang="fr-CA" smtClean="0"/>
              <a:pPr/>
              <a:t>12</a:t>
            </a:fld>
            <a:endParaRPr lang="fr-CA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DV c’est la division 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BBB41-8134-4C8C-BE7B-C2D3C2EF09F2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49157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BBB41-8134-4C8C-BE7B-C2D3C2EF09F2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59170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B06A19-FE46-4DCF-B9AB-14239DAA4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B024607-AA18-483D-9651-8019FE30F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90990A-7B04-41A7-9264-93115CA4F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226C0-9849-4E8F-8B8B-D8902D8CEE01}" type="datetimeFigureOut">
              <a:rPr lang="fr-CA" smtClean="0"/>
              <a:t>2025-03-19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E00A16-B36A-4432-8759-55BC037E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0AED0C-4C22-4030-8898-05CEF2D8D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D0572-72CD-4C28-BFA6-CCF7035F59A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049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B0AF5F-B442-44FC-81F8-EA0A7C807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3FC6C7-C4C2-4D9A-BC98-156B8CD07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4EBECA-DBBC-4680-B99E-BE840DF3F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226C0-9849-4E8F-8B8B-D8902D8CEE01}" type="datetimeFigureOut">
              <a:rPr lang="fr-CA" smtClean="0"/>
              <a:t>2025-03-19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F32B2C-A909-4C87-9A96-846752654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FE5297-0B8B-4BBC-867F-D9F74E15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D0572-72CD-4C28-BFA6-CCF7035F59A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8023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EDF198-C17A-41AA-9E44-E33FFBF4A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B6829C-F340-44C2-AB0E-7DCCBCB66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949ECD-9BE1-4C79-BFE1-6EC6CE169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226C0-9849-4E8F-8B8B-D8902D8CEE01}" type="datetimeFigureOut">
              <a:rPr lang="fr-CA" smtClean="0"/>
              <a:t>2025-03-19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0F089A-355B-4A27-9B91-C212B4DF0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30CCF3-B98B-42B1-9FCD-56ABBBD5D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D0572-72CD-4C28-BFA6-CCF7035F59A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27847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764669-9DF9-4839-9A6C-E9AEB65E5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358896-AE3A-40CE-BB61-16C9DB97C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9E1897D-0C94-44A7-91E4-B5614121E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707A3C-372D-407D-94BB-1CB7FD5E9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226C0-9849-4E8F-8B8B-D8902D8CEE01}" type="datetimeFigureOut">
              <a:rPr lang="fr-CA" smtClean="0"/>
              <a:t>2025-03-19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C25B6F-0F22-453E-B561-641C425CE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27CDB4-4B60-408B-9B15-549CCDEDC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D0572-72CD-4C28-BFA6-CCF7035F59A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46918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800384-5CB8-4727-AF0E-43575DBF9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F51F06-8956-4CE1-A3F9-F26202BE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2009638-DA88-4E3A-B400-410B10680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046B9E3-DE6F-4692-90B3-9D3AE5829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3FFC9A5-514B-4BBF-8169-324152161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CF7B666-D3DB-4ED5-959E-552AF883E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226C0-9849-4E8F-8B8B-D8902D8CEE01}" type="datetimeFigureOut">
              <a:rPr lang="fr-CA" smtClean="0"/>
              <a:t>2025-03-19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157179D-F55B-422F-A20D-7D15687B5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D4D52AC-73C9-4D12-A8F7-262B62A7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D0572-72CD-4C28-BFA6-CCF7035F59A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4612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6A739B-FAF4-473B-9308-F092A11F3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4BDBD35-E054-4587-8847-65AD443C7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226C0-9849-4E8F-8B8B-D8902D8CEE01}" type="datetimeFigureOut">
              <a:rPr lang="fr-CA" smtClean="0"/>
              <a:t>2025-03-19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84EC0BB-2E44-4D3E-B7C8-67539368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6B0543C-41E6-47D9-9882-CCA6ED913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D0572-72CD-4C28-BFA6-CCF7035F59A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3344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9EBD9A6-43EE-4720-90F8-1F94523F6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226C0-9849-4E8F-8B8B-D8902D8CEE01}" type="datetimeFigureOut">
              <a:rPr lang="fr-CA" smtClean="0"/>
              <a:t>2025-03-19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F8FA819-CE7A-4671-82AB-AD6574E81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1F0B60-FCBA-4614-A269-9421643E6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D0572-72CD-4C28-BFA6-CCF7035F59A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15410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A9887A-37CD-4E8E-A44B-C4B8470D3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09C099-2901-40EC-8B94-0A88FEC74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E99F22-81E0-4EE4-ACC3-335A9F9A2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A66405-5B9D-4907-A6BB-39027F80F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226C0-9849-4E8F-8B8B-D8902D8CEE01}" type="datetimeFigureOut">
              <a:rPr lang="fr-CA" smtClean="0"/>
              <a:t>2025-03-19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A54E09-F25B-434D-8C1B-8E7B8B9E3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B7026A-89C5-478C-BB26-DE6C0866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D0572-72CD-4C28-BFA6-CCF7035F59A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13994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45C84A-F3CC-4856-A6FB-ADB2D34E7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17C55D-D293-433B-89AD-CB41DFB02B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CF1EAD9-DEA3-4856-9E87-72E140F80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0E3E8AF-8211-4E55-A7DE-9CEB6B313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226C0-9849-4E8F-8B8B-D8902D8CEE01}" type="datetimeFigureOut">
              <a:rPr lang="fr-CA" smtClean="0"/>
              <a:t>2025-03-19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C5359B5-38AC-4EE7-AC0A-F67B0D68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9B0797-EAC2-4C57-AA7E-C3331448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D0572-72CD-4C28-BFA6-CCF7035F59A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7471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6ED923-98FD-4E73-9948-5E96D3A54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0F90F70-0C3F-4DA7-86A2-A2EE6F66A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4CDA22-C772-4608-A423-10709AC05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226C0-9849-4E8F-8B8B-D8902D8CEE01}" type="datetimeFigureOut">
              <a:rPr lang="fr-CA" smtClean="0"/>
              <a:t>2025-03-19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BAB56E-4F17-4F9A-B2C2-A90ED9ADA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2CFE34-0EE6-46B2-B3E6-564A919A0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D0572-72CD-4C28-BFA6-CCF7035F59A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11358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8FD2849-5A84-4754-B26A-46C27BFC2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917323-4D54-4EBD-8F85-42F8F972C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BF9CE1-82C3-4D53-ABBA-32ADC00AF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226C0-9849-4E8F-8B8B-D8902D8CEE01}" type="datetimeFigureOut">
              <a:rPr lang="fr-CA" smtClean="0"/>
              <a:t>2025-03-19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424893-BA33-40AA-97AE-1FFEDA1F6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49B188-CA12-47E1-9F74-96A22426A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D0572-72CD-4C28-BFA6-CCF7035F59A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03313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0DF44F9-8FC0-489C-A520-97C14B6D5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15F926-58C1-44E6-ACC3-58A1EB904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9590B5-1B39-45E0-BFB7-6E232D5C9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226C0-9849-4E8F-8B8B-D8902D8CEE01}" type="datetimeFigureOut">
              <a:rPr lang="fr-CA" smtClean="0"/>
              <a:t>2025-03-19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E77BEA-9105-4FB5-8D73-A8A3E0383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0DEF52-13D3-4CE6-B89D-844CC73C0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D0572-72CD-4C28-BFA6-CCF7035F59A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18994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.xml"/><Relationship Id="rId7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tags" Target="../tags/tag7.xml"/><Relationship Id="rId7" Type="http://schemas.openxmlformats.org/officeDocument/2006/relationships/diagramData" Target="../diagrams/data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11" Type="http://schemas.microsoft.com/office/2007/relationships/diagramDrawing" Target="../diagrams/drawing1.xml"/><Relationship Id="rId5" Type="http://schemas.openxmlformats.org/officeDocument/2006/relationships/slideLayout" Target="../slideLayouts/slideLayout4.xml"/><Relationship Id="rId10" Type="http://schemas.openxmlformats.org/officeDocument/2006/relationships/diagramColors" Target="../diagrams/colors1.xml"/><Relationship Id="rId4" Type="http://schemas.openxmlformats.org/officeDocument/2006/relationships/tags" Target="../tags/tag8.xml"/><Relationship Id="rId9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18/10/relationships/comments" Target="../comments/modernComment_13B_CFEE7103.xml"/><Relationship Id="rId13" Type="http://schemas.microsoft.com/office/2007/relationships/diagramDrawing" Target="../diagrams/drawing2.xml"/><Relationship Id="rId3" Type="http://schemas.openxmlformats.org/officeDocument/2006/relationships/tags" Target="../tags/tag11.xml"/><Relationship Id="rId7" Type="http://schemas.openxmlformats.org/officeDocument/2006/relationships/notesSlide" Target="../notesSlides/notesSlide3.xml"/><Relationship Id="rId12" Type="http://schemas.openxmlformats.org/officeDocument/2006/relationships/diagramColors" Target="../diagrams/colors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Layout" Target="../slideLayouts/slideLayout4.xml"/><Relationship Id="rId11" Type="http://schemas.openxmlformats.org/officeDocument/2006/relationships/diagramQuickStyle" Target="../diagrams/quickStyle2.xml"/><Relationship Id="rId5" Type="http://schemas.openxmlformats.org/officeDocument/2006/relationships/tags" Target="../tags/tag13.xml"/><Relationship Id="rId10" Type="http://schemas.openxmlformats.org/officeDocument/2006/relationships/diagramLayout" Target="../diagrams/layout2.xml"/><Relationship Id="rId4" Type="http://schemas.openxmlformats.org/officeDocument/2006/relationships/tags" Target="../tags/tag12.xml"/><Relationship Id="rId9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tags" Target="../tags/tag16.xml"/><Relationship Id="rId7" Type="http://schemas.openxmlformats.org/officeDocument/2006/relationships/notesSlide" Target="../notesSlides/notesSlide5.xml"/><Relationship Id="rId12" Type="http://schemas.microsoft.com/office/2007/relationships/diagramDrawing" Target="../diagrams/drawing3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4.xml"/><Relationship Id="rId11" Type="http://schemas.openxmlformats.org/officeDocument/2006/relationships/diagramColors" Target="../diagrams/colors3.xml"/><Relationship Id="rId5" Type="http://schemas.openxmlformats.org/officeDocument/2006/relationships/tags" Target="../tags/tag18.xml"/><Relationship Id="rId10" Type="http://schemas.openxmlformats.org/officeDocument/2006/relationships/diagramQuickStyle" Target="../diagrams/quickStyle3.xml"/><Relationship Id="rId4" Type="http://schemas.openxmlformats.org/officeDocument/2006/relationships/tags" Target="../tags/tag17.xml"/><Relationship Id="rId9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tags" Target="../tags/tag21.xml"/><Relationship Id="rId7" Type="http://schemas.openxmlformats.org/officeDocument/2006/relationships/notesSlide" Target="../notesSlides/notesSlide6.xml"/><Relationship Id="rId12" Type="http://schemas.microsoft.com/office/2007/relationships/diagramDrawing" Target="../diagrams/drawing4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4.xml"/><Relationship Id="rId11" Type="http://schemas.openxmlformats.org/officeDocument/2006/relationships/diagramColors" Target="../diagrams/colors4.xml"/><Relationship Id="rId5" Type="http://schemas.openxmlformats.org/officeDocument/2006/relationships/tags" Target="../tags/tag23.xml"/><Relationship Id="rId10" Type="http://schemas.openxmlformats.org/officeDocument/2006/relationships/diagramQuickStyle" Target="../diagrams/quickStyle4.xml"/><Relationship Id="rId4" Type="http://schemas.openxmlformats.org/officeDocument/2006/relationships/tags" Target="../tags/tag22.xml"/><Relationship Id="rId9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tags" Target="../tags/tag26.xml"/><Relationship Id="rId7" Type="http://schemas.openxmlformats.org/officeDocument/2006/relationships/notesSlide" Target="../notesSlides/notesSlide7.xml"/><Relationship Id="rId12" Type="http://schemas.microsoft.com/office/2007/relationships/diagramDrawing" Target="../diagrams/drawing5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Layout" Target="../slideLayouts/slideLayout4.xml"/><Relationship Id="rId11" Type="http://schemas.openxmlformats.org/officeDocument/2006/relationships/diagramColors" Target="../diagrams/colors5.xml"/><Relationship Id="rId5" Type="http://schemas.openxmlformats.org/officeDocument/2006/relationships/tags" Target="../tags/tag28.xml"/><Relationship Id="rId10" Type="http://schemas.openxmlformats.org/officeDocument/2006/relationships/diagramQuickStyle" Target="../diagrams/quickStyle5.xml"/><Relationship Id="rId4" Type="http://schemas.openxmlformats.org/officeDocument/2006/relationships/tags" Target="../tags/tag27.xml"/><Relationship Id="rId9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tags" Target="../tags/tag41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12" Type="http://schemas.openxmlformats.org/officeDocument/2006/relationships/tags" Target="../tags/tag40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5" Type="http://schemas.openxmlformats.org/officeDocument/2006/relationships/tags" Target="../tags/tag33.xml"/><Relationship Id="rId15" Type="http://schemas.openxmlformats.org/officeDocument/2006/relationships/notesSlide" Target="../notesSlides/notesSlide8.xml"/><Relationship Id="rId10" Type="http://schemas.openxmlformats.org/officeDocument/2006/relationships/tags" Target="../tags/tag38.xml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18" Type="http://schemas.openxmlformats.org/officeDocument/2006/relationships/notesSlide" Target="../notesSlides/notesSlide10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75F4D120-3921-42A8-A063-46B023CB0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541"/>
          <a:stretch/>
        </p:blipFill>
        <p:spPr>
          <a:xfrm>
            <a:off x="4476307" y="595421"/>
            <a:ext cx="7715693" cy="5658438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9D01B3E5-85F4-41A9-A504-D5E6268DE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29"/>
          <a:stretch>
            <a:fillRect/>
          </a:stretch>
        </p:blipFill>
        <p:spPr>
          <a:xfrm>
            <a:off x="3466214" y="550975"/>
            <a:ext cx="8725786" cy="5756049"/>
          </a:xfrm>
          <a:custGeom>
            <a:avLst/>
            <a:gdLst>
              <a:gd name="connsiteX0" fmla="*/ 0 w 8725786"/>
              <a:gd name="connsiteY0" fmla="*/ 0 h 5756049"/>
              <a:gd name="connsiteX1" fmla="*/ 8725786 w 8725786"/>
              <a:gd name="connsiteY1" fmla="*/ 0 h 5756049"/>
              <a:gd name="connsiteX2" fmla="*/ 8725786 w 8725786"/>
              <a:gd name="connsiteY2" fmla="*/ 5756049 h 5756049"/>
              <a:gd name="connsiteX3" fmla="*/ 0 w 8725786"/>
              <a:gd name="connsiteY3" fmla="*/ 5756049 h 5756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25786" h="5756049">
                <a:moveTo>
                  <a:pt x="0" y="0"/>
                </a:moveTo>
                <a:lnTo>
                  <a:pt x="8725786" y="0"/>
                </a:lnTo>
                <a:lnTo>
                  <a:pt x="8725786" y="5756049"/>
                </a:lnTo>
                <a:lnTo>
                  <a:pt x="0" y="5756049"/>
                </a:lnTo>
                <a:close/>
              </a:path>
            </a:pathLst>
          </a:custGeom>
        </p:spPr>
      </p:pic>
      <p:sp>
        <p:nvSpPr>
          <p:cNvPr id="5" name="Espace réservé du texte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04788" y="1485718"/>
            <a:ext cx="4834012" cy="1061105"/>
          </a:xfr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r>
              <a:rPr lang="en-US" altLang="fr-FR" sz="3600" b="1">
                <a:solidFill>
                  <a:srgbClr val="000000"/>
                </a:solidFill>
              </a:rPr>
              <a:t>Séance 9:</a:t>
            </a:r>
          </a:p>
          <a:p>
            <a:r>
              <a:rPr lang="en-US" altLang="fr-FR" sz="3600" b="1">
                <a:solidFill>
                  <a:srgbClr val="000000"/>
                </a:solidFill>
              </a:rPr>
              <a:t>La gestion </a:t>
            </a:r>
            <a:r>
              <a:rPr lang="en-US" altLang="fr-FR" sz="3600" b="1" err="1">
                <a:solidFill>
                  <a:srgbClr val="000000"/>
                </a:solidFill>
              </a:rPr>
              <a:t>décentralisée</a:t>
            </a:r>
            <a:endParaRPr lang="en-US" altLang="fr-FR" sz="3600" b="1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0825930" y="6223702"/>
            <a:ext cx="570728" cy="314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630DCED-CB10-4B64-9EAE-1C5281F00361}" type="slidenum">
              <a:rPr lang="en-US" altLang="fr-FR" sz="1000">
                <a:solidFill>
                  <a:srgbClr val="898989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</a:t>
            </a:fld>
            <a:endParaRPr lang="en-US" altLang="fr-FR" sz="1000">
              <a:solidFill>
                <a:srgbClr val="898989"/>
              </a:solidFill>
              <a:latin typeface="Calibri" panose="020F0502020204030204"/>
            </a:endParaRPr>
          </a:p>
        </p:txBody>
      </p:sp>
      <p:sp>
        <p:nvSpPr>
          <p:cNvPr id="55301" name="ZoneTexte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8125" y="3971899"/>
            <a:ext cx="5214939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>
              <a:spcAft>
                <a:spcPts val="600"/>
              </a:spcAft>
            </a:pPr>
            <a:r>
              <a:rPr lang="fr-CA" altLang="fr-FR" sz="2000" b="1">
                <a:solidFill>
                  <a:srgbClr val="FF0000"/>
                </a:solidFill>
                <a:latin typeface="Clarendon" pitchFamily="18" charset="0"/>
              </a:rPr>
              <a:t>Objectif d’apprentissage</a:t>
            </a:r>
            <a:r>
              <a:rPr lang="fr-CA" altLang="fr-FR" sz="2000">
                <a:latin typeface="Clarendon" pitchFamily="18" charset="0"/>
              </a:rPr>
              <a:t>:</a:t>
            </a:r>
          </a:p>
          <a:p>
            <a:pPr>
              <a:spcAft>
                <a:spcPts val="600"/>
              </a:spcAft>
            </a:pPr>
            <a:r>
              <a:rPr lang="fr-CA" altLang="fr-FR" sz="2000">
                <a:solidFill>
                  <a:srgbClr val="000000"/>
                </a:solidFill>
                <a:latin typeface="Clarendon" pitchFamily="18" charset="0"/>
              </a:rPr>
              <a:t>Comprendre les concepts de la gestion décentralisé et apprendre déterminer les prix de cession interne approprié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4267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19BEE6F-C636-4C6E-996B-1A1E05F4A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fr-CA" sz="5600"/>
              <a:t>Plan de la séance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oche">
            <a:extLst>
              <a:ext uri="{FF2B5EF4-FFF2-40B4-BE49-F238E27FC236}">
                <a16:creationId xmlns:a16="http://schemas.microsoft.com/office/drawing/2014/main" id="{181F44C9-5500-4F1E-9850-18F17FFA4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143" y="818188"/>
            <a:ext cx="5221625" cy="5221625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3085D0-DE84-4FD7-B425-58D52A608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2710" y="2217906"/>
            <a:ext cx="4434721" cy="3710427"/>
          </a:xfrm>
        </p:spPr>
        <p:txBody>
          <a:bodyPr anchor="t">
            <a:normAutofit fontScale="92500"/>
          </a:bodyPr>
          <a:lstStyle/>
          <a:p>
            <a:r>
              <a:rPr lang="fr-CA" sz="2000" dirty="0">
                <a:solidFill>
                  <a:schemeClr val="tx1">
                    <a:alpha val="80000"/>
                  </a:schemeClr>
                </a:solidFill>
              </a:rPr>
              <a:t>Préparation pour la séance 10</a:t>
            </a:r>
          </a:p>
          <a:p>
            <a:pPr lvl="1"/>
            <a:r>
              <a:rPr lang="fr-CA" sz="2000" dirty="0">
                <a:solidFill>
                  <a:schemeClr val="tx1">
                    <a:alpha val="80000"/>
                  </a:schemeClr>
                </a:solidFill>
              </a:rPr>
              <a:t>Voir le travail à faire dans la section remise de travaux</a:t>
            </a:r>
          </a:p>
          <a:p>
            <a:r>
              <a:rPr lang="fr-CA" sz="2000" dirty="0">
                <a:solidFill>
                  <a:schemeClr val="tx1">
                    <a:alpha val="80000"/>
                  </a:schemeClr>
                </a:solidFill>
              </a:rPr>
              <a:t>Travail préparatoire séance 11</a:t>
            </a:r>
          </a:p>
          <a:p>
            <a:pPr lvl="1"/>
            <a:r>
              <a:rPr lang="fr-CA" sz="2000" dirty="0">
                <a:solidFill>
                  <a:schemeClr val="tx1">
                    <a:alpha val="80000"/>
                  </a:schemeClr>
                </a:solidFill>
              </a:rPr>
              <a:t>Travail sur Power BI</a:t>
            </a:r>
          </a:p>
          <a:p>
            <a:pPr lvl="1"/>
            <a:r>
              <a:rPr lang="fr-CA" sz="2000" dirty="0">
                <a:solidFill>
                  <a:schemeClr val="tx1">
                    <a:alpha val="80000"/>
                  </a:schemeClr>
                </a:solidFill>
              </a:rPr>
              <a:t>Vous pouvez le faire en équipe mais chaque étudiant doit remettre une copie pour avoir son point</a:t>
            </a:r>
          </a:p>
          <a:p>
            <a:r>
              <a:rPr lang="fr-CA" sz="2000" dirty="0">
                <a:solidFill>
                  <a:schemeClr val="tx1">
                    <a:alpha val="80000"/>
                  </a:schemeClr>
                </a:solidFill>
              </a:rPr>
              <a:t>Mise en contexte (théorique)</a:t>
            </a:r>
          </a:p>
          <a:p>
            <a:r>
              <a:rPr lang="fr-CA" sz="2000" dirty="0">
                <a:solidFill>
                  <a:schemeClr val="tx1">
                    <a:alpha val="80000"/>
                  </a:schemeClr>
                </a:solidFill>
              </a:rPr>
              <a:t>Mises en situations</a:t>
            </a:r>
          </a:p>
          <a:p>
            <a:r>
              <a:rPr lang="fr-CA" sz="2000" dirty="0">
                <a:solidFill>
                  <a:schemeClr val="tx1">
                    <a:alpha val="80000"/>
                  </a:schemeClr>
                </a:solidFill>
              </a:rPr>
              <a:t>Cas MML</a:t>
            </a:r>
          </a:p>
          <a:p>
            <a:endParaRPr lang="fr-CA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94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7E45C-4BFE-4549-C172-21DEAC806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B05F97-F9E2-4993-4B46-BAFE52337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fr-CA" sz="5600">
                <a:solidFill>
                  <a:srgbClr val="FFFFFF"/>
                </a:solidFill>
              </a:rPr>
              <a:t>Examen final</a:t>
            </a:r>
          </a:p>
        </p:txBody>
      </p:sp>
      <p:sp>
        <p:nvSpPr>
          <p:cNvPr id="36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Espace réservé du contenu 2">
            <a:extLst>
              <a:ext uri="{FF2B5EF4-FFF2-40B4-BE49-F238E27FC236}">
                <a16:creationId xmlns:a16="http://schemas.microsoft.com/office/drawing/2014/main" id="{49644F19-761C-DFC1-2DD2-8001740AC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fr-CA" sz="2000">
                <a:solidFill>
                  <a:schemeClr val="tx1">
                    <a:alpha val="80000"/>
                  </a:schemeClr>
                </a:solidFill>
              </a:rPr>
              <a:t>Composé de 2 questions de 90 minutes</a:t>
            </a:r>
          </a:p>
          <a:p>
            <a:r>
              <a:rPr lang="fr-CA" sz="2000">
                <a:solidFill>
                  <a:schemeClr val="tx1">
                    <a:alpha val="80000"/>
                  </a:schemeClr>
                </a:solidFill>
              </a:rPr>
              <a:t>Cumulatif de la matière des séances 1 à 12</a:t>
            </a:r>
          </a:p>
          <a:p>
            <a:r>
              <a:rPr lang="fr-CA" sz="2000">
                <a:solidFill>
                  <a:schemeClr val="tx1">
                    <a:alpha val="80000"/>
                  </a:schemeClr>
                </a:solidFill>
              </a:rPr>
              <a:t>5 questions à votre disposition pour vous pratiquer</a:t>
            </a:r>
          </a:p>
          <a:p>
            <a:pPr lvl="1"/>
            <a:r>
              <a:rPr lang="fr-CA" sz="2000">
                <a:solidFill>
                  <a:schemeClr val="tx1">
                    <a:alpha val="80000"/>
                  </a:schemeClr>
                </a:solidFill>
              </a:rPr>
              <a:t>Fenêtres Rive Nord (Travail préparatoire S10)</a:t>
            </a:r>
          </a:p>
          <a:p>
            <a:pPr lvl="1"/>
            <a:r>
              <a:rPr lang="fr-CA" sz="2000">
                <a:solidFill>
                  <a:schemeClr val="tx1">
                    <a:alpha val="80000"/>
                  </a:schemeClr>
                </a:solidFill>
              </a:rPr>
              <a:t>Simulation séance 11</a:t>
            </a:r>
          </a:p>
          <a:p>
            <a:pPr lvl="1"/>
            <a:r>
              <a:rPr lang="fr-CA" sz="2000">
                <a:solidFill>
                  <a:schemeClr val="tx1">
                    <a:alpha val="80000"/>
                  </a:schemeClr>
                </a:solidFill>
              </a:rPr>
              <a:t>Simulation séance 12</a:t>
            </a:r>
          </a:p>
          <a:p>
            <a:pPr lvl="1"/>
            <a:r>
              <a:rPr lang="fr-CA" sz="2000">
                <a:solidFill>
                  <a:schemeClr val="tx1">
                    <a:alpha val="80000"/>
                  </a:schemeClr>
                </a:solidFill>
              </a:rPr>
              <a:t>2 questions supplémentaires dans la section </a:t>
            </a:r>
            <a:r>
              <a:rPr lang="fr-CA" sz="2000" i="1">
                <a:solidFill>
                  <a:schemeClr val="tx1">
                    <a:alpha val="80000"/>
                  </a:schemeClr>
                </a:solidFill>
              </a:rPr>
              <a:t>Évaluations </a:t>
            </a:r>
            <a:r>
              <a:rPr lang="fr-CA" sz="2000">
                <a:solidFill>
                  <a:schemeClr val="tx1">
                    <a:alpha val="80000"/>
                  </a:schemeClr>
                </a:solidFill>
              </a:rPr>
              <a:t>sur ZC</a:t>
            </a:r>
          </a:p>
          <a:p>
            <a:endParaRPr lang="fr-CA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3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0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984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C0B9F8-FEEA-8F53-B74F-7E84C3C74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Pour la séance 10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BE9EE4-D311-2998-8410-F079ED860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Fenêtres Rive Nord</a:t>
            </a:r>
          </a:p>
          <a:p>
            <a:pPr lvl="1"/>
            <a:r>
              <a:rPr lang="fr-CA" dirty="0"/>
              <a:t>Faire le cas dans un environnement comparable à celui des examens</a:t>
            </a:r>
          </a:p>
          <a:p>
            <a:pPr lvl="1"/>
            <a:r>
              <a:rPr lang="fr-CA" dirty="0"/>
              <a:t>Faire le cas en 90 minutes en tentant de répondre à toutes les OE</a:t>
            </a:r>
          </a:p>
          <a:p>
            <a:pPr lvl="1"/>
            <a:r>
              <a:rPr lang="fr-CA" dirty="0"/>
              <a:t>Planifier votre réponse en attribuant du temps à chaque OE</a:t>
            </a:r>
          </a:p>
          <a:p>
            <a:pPr lvl="1"/>
            <a:r>
              <a:rPr lang="fr-CA" dirty="0"/>
              <a:t>À la fin du 90 minutes, ajouter 10 minutes et compléter votre rapport en changeant de couleur</a:t>
            </a:r>
          </a:p>
          <a:p>
            <a:pPr lvl="1"/>
            <a:r>
              <a:rPr lang="fr-CA" dirty="0"/>
              <a:t>Faire le cas le plus près possible de la séance 10 pour l’avoir bien en tête</a:t>
            </a:r>
          </a:p>
          <a:p>
            <a:pPr lvl="1"/>
            <a:endParaRPr lang="fr-CA" dirty="0"/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958509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DF9672B-1549-487B-B70C-76E508FB158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8400" y="577216"/>
            <a:ext cx="10915200" cy="988033"/>
          </a:xfrm>
        </p:spPr>
        <p:txBody>
          <a:bodyPr/>
          <a:lstStyle/>
          <a:p>
            <a:r>
              <a:rPr lang="en-US"/>
              <a:t>Triade de la </a:t>
            </a:r>
            <a:r>
              <a:rPr lang="en-US" err="1"/>
              <a:t>décentralisation</a:t>
            </a:r>
            <a:r>
              <a:rPr lang="en-US"/>
              <a:t> 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fr-CA" sz="500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005FEA6D-E733-4646-8126-BD0E4E31EDFF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60285871"/>
              </p:ext>
            </p:extLst>
          </p:nvPr>
        </p:nvGraphicFramePr>
        <p:xfrm>
          <a:off x="546265" y="1733797"/>
          <a:ext cx="11036135" cy="4892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D22FF906-7BD6-BDC4-4983-9F568355D003}"/>
              </a:ext>
            </a:extLst>
          </p:cNvPr>
          <p:cNvSpPr/>
          <p:nvPr/>
        </p:nvSpPr>
        <p:spPr>
          <a:xfrm>
            <a:off x="638400" y="231845"/>
            <a:ext cx="10388906" cy="1146889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sz="4000" b="1"/>
              <a:t>Triade de la décentralisation</a:t>
            </a:r>
          </a:p>
        </p:txBody>
      </p:sp>
    </p:spTree>
    <p:extLst>
      <p:ext uri="{BB962C8B-B14F-4D97-AF65-F5344CB8AC3E}">
        <p14:creationId xmlns:p14="http://schemas.microsoft.com/office/powerpoint/2010/main" val="314414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DF9672B-1549-487B-B70C-76E508FB158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8400" y="577216"/>
            <a:ext cx="10915200" cy="988033"/>
          </a:xfrm>
        </p:spPr>
        <p:txBody>
          <a:bodyPr/>
          <a:lstStyle/>
          <a:p>
            <a:r>
              <a:rPr lang="en-US" dirty="0"/>
              <a:t>Triade de la </a:t>
            </a:r>
            <a:r>
              <a:rPr lang="en-US" dirty="0" err="1"/>
              <a:t>décentralisation</a:t>
            </a:r>
            <a:r>
              <a:rPr lang="en-US" dirty="0"/>
              <a:t>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B40353-75BF-4686-9A70-7153C6D6D128}"/>
              </a:ext>
            </a:extLst>
          </p:cNvPr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9600" y="1821282"/>
            <a:ext cx="5384800" cy="38975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fr-CA" dirty="0"/>
          </a:p>
          <a:p>
            <a:r>
              <a:rPr lang="fr-CA" dirty="0"/>
              <a:t>Stratégie de l’entreprise</a:t>
            </a:r>
          </a:p>
          <a:p>
            <a:r>
              <a:rPr lang="fr-CA" dirty="0"/>
              <a:t>Niveau souhaité de décentralisation</a:t>
            </a:r>
          </a:p>
          <a:p>
            <a:r>
              <a:rPr lang="fr-CA" dirty="0"/>
              <a:t>Nature des opérations effectuées</a:t>
            </a:r>
          </a:p>
          <a:p>
            <a:r>
              <a:rPr lang="fr-CA" dirty="0"/>
              <a:t>Niveau d’intégration de l’entreprise </a:t>
            </a:r>
          </a:p>
          <a:p>
            <a:r>
              <a:rPr lang="fr-CA" dirty="0"/>
              <a:t>Présence d’un marché externe et volonté de développer ce marché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fr-CA" sz="500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005FEA6D-E733-4646-8126-BD0E4E31EDFF}"/>
              </a:ext>
            </a:extLst>
          </p:cNvPr>
          <p:cNvGraphicFramePr/>
          <p:nvPr>
            <p:custDataLst>
              <p:tags r:id="rId5"/>
            </p:custDataLst>
          </p:nvPr>
        </p:nvGraphicFramePr>
        <p:xfrm>
          <a:off x="6197600" y="1821282"/>
          <a:ext cx="5384800" cy="3897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4885102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8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48ACD1A-0648-E442-66AA-FC32F0953CA2}"/>
              </a:ext>
            </a:extLst>
          </p:cNvPr>
          <p:cNvSpPr/>
          <p:nvPr/>
        </p:nvSpPr>
        <p:spPr>
          <a:xfrm>
            <a:off x="2599981" y="1927952"/>
            <a:ext cx="5739788" cy="4698204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44CFE0F7-79EA-60BD-8AEA-728CD533B94C}"/>
              </a:ext>
            </a:extLst>
          </p:cNvPr>
          <p:cNvGrpSpPr/>
          <p:nvPr/>
        </p:nvGrpSpPr>
        <p:grpSpPr>
          <a:xfrm>
            <a:off x="2776250" y="2776251"/>
            <a:ext cx="4649118" cy="3550720"/>
            <a:chOff x="2798284" y="1690688"/>
            <a:chExt cx="4649118" cy="4104184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F4B45B2C-066D-4913-B0AA-D700F5E3262F}"/>
                </a:ext>
              </a:extLst>
            </p:cNvPr>
            <p:cNvSpPr/>
            <p:nvPr/>
          </p:nvSpPr>
          <p:spPr>
            <a:xfrm>
              <a:off x="2798284" y="1690688"/>
              <a:ext cx="4649118" cy="410418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E8046C92-6672-661D-8F78-186FFAC6C58D}"/>
                </a:ext>
              </a:extLst>
            </p:cNvPr>
            <p:cNvSpPr/>
            <p:nvPr/>
          </p:nvSpPr>
          <p:spPr>
            <a:xfrm>
              <a:off x="2901109" y="2667398"/>
              <a:ext cx="3073706" cy="1077125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CA"/>
                <a:t>Centre de coûts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7F3AAE3B-4082-E663-E61E-A4E3AD6AEA98}"/>
                </a:ext>
              </a:extLst>
            </p:cNvPr>
            <p:cNvSpPr/>
            <p:nvPr/>
          </p:nvSpPr>
          <p:spPr>
            <a:xfrm>
              <a:off x="2901109" y="3984593"/>
              <a:ext cx="3073706" cy="123763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CA"/>
                <a:t>Centre de revenus</a:t>
              </a:r>
            </a:p>
          </p:txBody>
        </p:sp>
      </p:grpSp>
      <p:sp>
        <p:nvSpPr>
          <p:cNvPr id="9" name="ZoneTexte 8">
            <a:extLst>
              <a:ext uri="{FF2B5EF4-FFF2-40B4-BE49-F238E27FC236}">
                <a16:creationId xmlns:a16="http://schemas.microsoft.com/office/drawing/2014/main" id="{E23B7F00-4DBD-D02C-8B34-F6DE0CBDC9AB}"/>
              </a:ext>
            </a:extLst>
          </p:cNvPr>
          <p:cNvSpPr txBox="1"/>
          <p:nvPr/>
        </p:nvSpPr>
        <p:spPr>
          <a:xfrm>
            <a:off x="2963538" y="2993966"/>
            <a:ext cx="3338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>
                <a:solidFill>
                  <a:schemeClr val="bg1"/>
                </a:solidFill>
              </a:rPr>
              <a:t>Centre de profits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751C1E50-90BD-64F5-6203-601A2CF80924}"/>
              </a:ext>
            </a:extLst>
          </p:cNvPr>
          <p:cNvSpPr/>
          <p:nvPr/>
        </p:nvSpPr>
        <p:spPr>
          <a:xfrm>
            <a:off x="638400" y="231845"/>
            <a:ext cx="10388906" cy="1146889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sz="4000" b="1"/>
              <a:t>Type de centres de responsabilité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0AD71B4-FE96-87F4-4AAF-075A054B05C3}"/>
              </a:ext>
            </a:extLst>
          </p:cNvPr>
          <p:cNvSpPr txBox="1"/>
          <p:nvPr/>
        </p:nvSpPr>
        <p:spPr>
          <a:xfrm>
            <a:off x="2879075" y="2230290"/>
            <a:ext cx="3338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>
                <a:solidFill>
                  <a:schemeClr val="bg1"/>
                </a:solidFill>
              </a:rPr>
              <a:t>Centre d’investissement</a:t>
            </a:r>
          </a:p>
        </p:txBody>
      </p:sp>
    </p:spTree>
    <p:extLst>
      <p:ext uri="{BB962C8B-B14F-4D97-AF65-F5344CB8AC3E}">
        <p14:creationId xmlns:p14="http://schemas.microsoft.com/office/powerpoint/2010/main" val="3418372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DF9672B-1549-487B-B70C-76E508FB158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8400" y="577216"/>
            <a:ext cx="10915200" cy="988033"/>
          </a:xfrm>
        </p:spPr>
        <p:txBody>
          <a:bodyPr/>
          <a:lstStyle/>
          <a:p>
            <a:r>
              <a:rPr lang="en-US" dirty="0"/>
              <a:t>Triade de la </a:t>
            </a:r>
            <a:r>
              <a:rPr lang="en-US" dirty="0" err="1"/>
              <a:t>décentralisation</a:t>
            </a:r>
            <a:r>
              <a:rPr lang="en-US" dirty="0"/>
              <a:t>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B40353-75BF-4686-9A70-7153C6D6D128}"/>
              </a:ext>
            </a:extLst>
          </p:cNvPr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9600" y="1821282"/>
            <a:ext cx="5384800" cy="389752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CA" dirty="0"/>
              <a:t>Identifier les mesures de performance qui permettent d’évaluer correctement le résultat du centre de responsabilité:</a:t>
            </a:r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Éléments contrôlables par le gestionnaire</a:t>
            </a:r>
          </a:p>
          <a:p>
            <a:r>
              <a:rPr lang="fr-CA" dirty="0"/>
              <a:t>Responsabilités clairement définies</a:t>
            </a:r>
          </a:p>
          <a:p>
            <a:r>
              <a:rPr lang="fr-CA" dirty="0"/>
              <a:t>Gestionnaire participe à l’élaboration des cibles</a:t>
            </a:r>
          </a:p>
          <a:p>
            <a:r>
              <a:rPr lang="fr-CA" dirty="0"/>
              <a:t>Rémunération incitative cohérente avec l’imputabilité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fr-CA" sz="500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005FEA6D-E733-4646-8126-BD0E4E31EDFF}"/>
              </a:ext>
            </a:extLst>
          </p:cNvPr>
          <p:cNvGraphicFramePr/>
          <p:nvPr>
            <p:custDataLst>
              <p:tags r:id="rId5"/>
            </p:custDataLst>
          </p:nvPr>
        </p:nvGraphicFramePr>
        <p:xfrm>
          <a:off x="6197600" y="1821282"/>
          <a:ext cx="5384800" cy="3897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219447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DF9672B-1549-487B-B70C-76E508FB158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8400" y="577216"/>
            <a:ext cx="10915200" cy="988033"/>
          </a:xfrm>
        </p:spPr>
        <p:txBody>
          <a:bodyPr/>
          <a:lstStyle/>
          <a:p>
            <a:r>
              <a:rPr lang="en-US" dirty="0"/>
              <a:t>Triade de la </a:t>
            </a:r>
            <a:r>
              <a:rPr lang="en-US" dirty="0" err="1"/>
              <a:t>décentralisation</a:t>
            </a:r>
            <a:r>
              <a:rPr lang="en-US" dirty="0"/>
              <a:t>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B40353-75BF-4686-9A70-7153C6D6D128}"/>
              </a:ext>
            </a:extLst>
          </p:cNvPr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9600" y="1821282"/>
            <a:ext cx="5384800" cy="3897529"/>
          </a:xfrm>
        </p:spPr>
        <p:txBody>
          <a:bodyPr/>
          <a:lstStyle/>
          <a:p>
            <a:pPr marL="0" indent="0">
              <a:buNone/>
            </a:pPr>
            <a:r>
              <a:rPr lang="fr-CA" b="1" dirty="0"/>
              <a:t>Utilité 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Mesurer le rendement du centre </a:t>
            </a:r>
          </a:p>
          <a:p>
            <a:r>
              <a:rPr lang="fr-CA" dirty="0"/>
              <a:t>Prendre des décisions conformes aux intérêts de l’entreprise</a:t>
            </a:r>
          </a:p>
          <a:p>
            <a:endParaRPr lang="fr-CA" dirty="0"/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fr-CA" sz="500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005FEA6D-E733-4646-8126-BD0E4E31EDFF}"/>
              </a:ext>
            </a:extLst>
          </p:cNvPr>
          <p:cNvGraphicFramePr/>
          <p:nvPr>
            <p:custDataLst>
              <p:tags r:id="rId5"/>
            </p:custDataLst>
          </p:nvPr>
        </p:nvGraphicFramePr>
        <p:xfrm>
          <a:off x="6197600" y="1821282"/>
          <a:ext cx="5384800" cy="3897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003508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DF9672B-1549-487B-B70C-76E508FB158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8400" y="577216"/>
            <a:ext cx="10915200" cy="988033"/>
          </a:xfrm>
        </p:spPr>
        <p:txBody>
          <a:bodyPr/>
          <a:lstStyle/>
          <a:p>
            <a:r>
              <a:rPr lang="en-US" dirty="0"/>
              <a:t>Triade de la </a:t>
            </a:r>
            <a:r>
              <a:rPr lang="en-US" dirty="0" err="1"/>
              <a:t>décentralisation</a:t>
            </a:r>
            <a:r>
              <a:rPr lang="en-US" dirty="0"/>
              <a:t>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B40353-75BF-4686-9A70-7153C6D6D128}"/>
              </a:ext>
            </a:extLst>
          </p:cNvPr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9600" y="1821282"/>
            <a:ext cx="5384800" cy="3897529"/>
          </a:xfrm>
        </p:spPr>
        <p:txBody>
          <a:bodyPr/>
          <a:lstStyle/>
          <a:p>
            <a:pPr marL="0" indent="0">
              <a:buNone/>
            </a:pPr>
            <a:r>
              <a:rPr lang="fr-CA" dirty="0"/>
              <a:t>Choix de la politique de PCI: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Prise en compte de la capacité disponible</a:t>
            </a:r>
          </a:p>
          <a:p>
            <a:r>
              <a:rPr lang="fr-CA" dirty="0"/>
              <a:t>Présence d’un marché externe</a:t>
            </a:r>
          </a:p>
          <a:p>
            <a:r>
              <a:rPr lang="fr-CA" dirty="0"/>
              <a:t>En lien avec les objectifs stratégiques 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/>
              <a:t>(C) Préparé par Chan Sitha Méas, Marie-Eve Quenneville et Michel Vézina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fr-CA" sz="500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005FEA6D-E733-4646-8126-BD0E4E31EDFF}"/>
              </a:ext>
            </a:extLst>
          </p:cNvPr>
          <p:cNvGraphicFramePr/>
          <p:nvPr>
            <p:custDataLst>
              <p:tags r:id="rId5"/>
            </p:custDataLst>
          </p:nvPr>
        </p:nvGraphicFramePr>
        <p:xfrm>
          <a:off x="6197600" y="1821282"/>
          <a:ext cx="5384800" cy="3897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52882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567068" y="2271245"/>
            <a:ext cx="1023097" cy="801221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PCI</a:t>
            </a:r>
          </a:p>
        </p:txBody>
      </p:sp>
      <p:sp>
        <p:nvSpPr>
          <p:cNvPr id="1331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120203" y="1161863"/>
            <a:ext cx="1023097" cy="801221"/>
          </a:xfrm>
          <a:prstGeom prst="rect">
            <a:avLst/>
          </a:prstGeom>
          <a:solidFill>
            <a:schemeClr val="accent5"/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Prix</a:t>
            </a:r>
          </a:p>
        </p:txBody>
      </p:sp>
      <p:sp>
        <p:nvSpPr>
          <p:cNvPr id="1331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20203" y="3676463"/>
            <a:ext cx="1023097" cy="801221"/>
          </a:xfrm>
          <a:prstGeom prst="rect">
            <a:avLst/>
          </a:prstGeom>
          <a:solidFill>
            <a:schemeClr val="accent5"/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Coût</a:t>
            </a:r>
          </a:p>
        </p:txBody>
      </p:sp>
      <p:sp>
        <p:nvSpPr>
          <p:cNvPr id="13320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811452" y="1049619"/>
            <a:ext cx="2148447" cy="431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Prix du marché</a:t>
            </a:r>
          </a:p>
        </p:txBody>
      </p:sp>
      <p:sp>
        <p:nvSpPr>
          <p:cNvPr id="13321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860272" y="1696758"/>
            <a:ext cx="2099627" cy="431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Prix négocié</a:t>
            </a:r>
          </a:p>
        </p:txBody>
      </p:sp>
      <p:sp>
        <p:nvSpPr>
          <p:cNvPr id="13324" name="Rectangle 1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043132" y="3034180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Coût variable</a:t>
            </a:r>
          </a:p>
        </p:txBody>
      </p:sp>
      <p:sp>
        <p:nvSpPr>
          <p:cNvPr id="13325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043132" y="4528902"/>
            <a:ext cx="2280397" cy="4314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none" lIns="89367" tIns="44684" rIns="89367" bIns="44684" anchor="ctr"/>
          <a:lstStyle/>
          <a:p>
            <a:pPr algn="ctr"/>
            <a:r>
              <a:rPr lang="fr-CA" sz="1941"/>
              <a:t>Coût complet</a:t>
            </a:r>
          </a:p>
        </p:txBody>
      </p:sp>
      <p:sp>
        <p:nvSpPr>
          <p:cNvPr id="13328" name="Line 14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V="1">
            <a:off x="2152575" y="1599453"/>
            <a:ext cx="961465" cy="665629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29" name="Line 15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078616" y="3078629"/>
            <a:ext cx="1035424" cy="1035424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0" name="Line 16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V="1">
            <a:off x="4149463" y="1297451"/>
            <a:ext cx="661989" cy="332817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1" name="Line 17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149463" y="1747371"/>
            <a:ext cx="661989" cy="172569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2" name="Line 18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V="1">
            <a:off x="4149463" y="3300506"/>
            <a:ext cx="887506" cy="665629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13333" name="Line 19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149464" y="4261970"/>
            <a:ext cx="881342" cy="517713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fr-CA" sz="1941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42CBD974-2768-4F52-BB92-B5B8BE803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65509" y="2812434"/>
            <a:ext cx="6134875" cy="630751"/>
          </a:xfrm>
        </p:spPr>
        <p:txBody>
          <a:bodyPr>
            <a:normAutofit/>
          </a:bodyPr>
          <a:lstStyle/>
          <a:p>
            <a:r>
              <a:rPr lang="fr-CA" sz="3200"/>
              <a:t>Pleine capacité ou sous-capacité</a:t>
            </a:r>
          </a:p>
        </p:txBody>
      </p:sp>
    </p:spTree>
    <p:extLst>
      <p:ext uri="{BB962C8B-B14F-4D97-AF65-F5344CB8AC3E}">
        <p14:creationId xmlns:p14="http://schemas.microsoft.com/office/powerpoint/2010/main" val="3098006691"/>
      </p:ext>
    </p:extLst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136648" y="228600"/>
            <a:ext cx="8317070" cy="990600"/>
          </a:xfrm>
        </p:spPr>
        <p:txBody>
          <a:bodyPr>
            <a:normAutofit/>
          </a:bodyPr>
          <a:lstStyle/>
          <a:p>
            <a:r>
              <a:rPr lang="fr-CA" dirty="0"/>
              <a:t>Prix de cession interne 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fr-CA" dirty="0"/>
              <a:t>Définition : prix fictif chargé par une division pour transférer un bien/service à une autre division.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fr-CA" dirty="0"/>
              <a:t>Nécessaire lorsque le processus d’évaluation divisionnaire est influencé par une mesure de profit divisionnaire.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fr-CA" dirty="0"/>
              <a:t>Politiques courantes :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fr-CA" dirty="0"/>
              <a:t>Prix du marché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fr-CA" dirty="0"/>
              <a:t>Coût complet + marge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fr-CA" dirty="0"/>
              <a:t>Coût variable + marge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fr-CA" dirty="0"/>
              <a:t>Prix négocié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endParaRPr lang="fr-CA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136648" y="228600"/>
            <a:ext cx="8317070" cy="990600"/>
          </a:xfrm>
        </p:spPr>
        <p:txBody>
          <a:bodyPr>
            <a:normAutofit/>
          </a:bodyPr>
          <a:lstStyle/>
          <a:p>
            <a:r>
              <a:rPr lang="fr-CA" dirty="0"/>
              <a:t>Politique de prix de cession interne 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2136648" y="1600200"/>
            <a:ext cx="8153400" cy="4757758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CA" dirty="0"/>
              <a:t>Doit tenir compte du contexte :</a:t>
            </a:r>
          </a:p>
          <a:p>
            <a:pPr lvl="1">
              <a:defRPr/>
            </a:pPr>
            <a:r>
              <a:rPr lang="fr-CA" dirty="0"/>
              <a:t>Existence d’un marché externe.</a:t>
            </a:r>
          </a:p>
          <a:p>
            <a:pPr lvl="1">
              <a:defRPr/>
            </a:pPr>
            <a:r>
              <a:rPr lang="fr-CA" dirty="0"/>
              <a:t>Liberté des gestionnaires en matière d’approvisionnement et de vente.</a:t>
            </a:r>
          </a:p>
          <a:p>
            <a:pPr lvl="1">
              <a:defRPr/>
            </a:pPr>
            <a:r>
              <a:rPr lang="fr-CA" dirty="0"/>
              <a:t>Présence de surplus de capacité.</a:t>
            </a:r>
          </a:p>
          <a:p>
            <a:pPr>
              <a:lnSpc>
                <a:spcPct val="80000"/>
              </a:lnSpc>
              <a:spcBef>
                <a:spcPts val="2400"/>
              </a:spcBef>
            </a:pPr>
            <a:r>
              <a:rPr lang="fr-CA" dirty="0"/>
              <a:t>Le prix de cession interne devrait être fixé en prenant en considération :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fr-CA" dirty="0"/>
              <a:t>Le coût additionnel (coûts variables, coûts fixes spécifiques) encouru pour la production du bien / service.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fr-CA" dirty="0"/>
              <a:t>Le coût d’opportunité de vendre à l’interne. 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endParaRPr lang="fr-CA" dirty="0"/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Char char="q"/>
            </a:pPr>
            <a:r>
              <a:rPr lang="fr-CA" b="1" dirty="0">
                <a:solidFill>
                  <a:schemeClr val="accent2"/>
                </a:solidFill>
              </a:rPr>
              <a:t>Le 2</a:t>
            </a:r>
            <a:r>
              <a:rPr lang="fr-CA" b="1" baseline="30000" dirty="0">
                <a:solidFill>
                  <a:schemeClr val="accent2"/>
                </a:solidFill>
              </a:rPr>
              <a:t>e</a:t>
            </a:r>
            <a:r>
              <a:rPr lang="fr-CA" b="1" dirty="0">
                <a:solidFill>
                  <a:schemeClr val="accent2"/>
                </a:solidFill>
              </a:rPr>
              <a:t> point est celui d’où émergent le plus souvent les conflits.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endParaRPr lang="fr-CA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136775" y="228600"/>
            <a:ext cx="8388381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fr-CA" sz="3800" dirty="0"/>
              <a:t>Choix au niveau du prix de cession interne</a:t>
            </a:r>
          </a:p>
        </p:txBody>
      </p:sp>
      <p:sp>
        <p:nvSpPr>
          <p:cNvPr id="23555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fr-CA" dirty="0"/>
              <a:t>(c) Sachenne Wagner - HEC Montréal</a:t>
            </a:r>
          </a:p>
        </p:txBody>
      </p:sp>
      <p:sp>
        <p:nvSpPr>
          <p:cNvPr id="18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E5798990-0077-4300-B798-A88F0D850116}" type="slidenum">
              <a:rPr lang="fr-CA"/>
              <a:pPr>
                <a:defRPr/>
              </a:pPr>
              <a:t>14</a:t>
            </a:fld>
            <a:endParaRPr lang="fr-CA" dirty="0"/>
          </a:p>
        </p:txBody>
      </p:sp>
      <p:sp>
        <p:nvSpPr>
          <p:cNvPr id="23557" name="Text Box 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19289" y="4143376"/>
            <a:ext cx="20161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fr-FR" dirty="0"/>
          </a:p>
        </p:txBody>
      </p:sp>
      <p:sp>
        <p:nvSpPr>
          <p:cNvPr id="23558" name="Text Box 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27180" y="3567114"/>
            <a:ext cx="1439863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2800" dirty="0"/>
              <a:t>PCI basé sur….</a:t>
            </a:r>
          </a:p>
        </p:txBody>
      </p:sp>
      <p:sp>
        <p:nvSpPr>
          <p:cNvPr id="23559" name="Text Box 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648076" y="2767012"/>
            <a:ext cx="1584325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2800" dirty="0"/>
              <a:t>Le coût</a:t>
            </a:r>
          </a:p>
        </p:txBody>
      </p:sp>
      <p:sp>
        <p:nvSpPr>
          <p:cNvPr id="23560" name="Text Box 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575051" y="5054601"/>
            <a:ext cx="43926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2800" dirty="0"/>
              <a:t>Le prix du marché</a:t>
            </a:r>
          </a:p>
        </p:txBody>
      </p:sp>
      <p:sp>
        <p:nvSpPr>
          <p:cNvPr id="23561" name="Text Box 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788308" y="3124202"/>
            <a:ext cx="230822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sz="2800" dirty="0"/>
              <a:t>coût variable</a:t>
            </a:r>
          </a:p>
        </p:txBody>
      </p:sp>
      <p:sp>
        <p:nvSpPr>
          <p:cNvPr id="23562" name="Text Box 8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788308" y="4071943"/>
            <a:ext cx="23764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2800" dirty="0"/>
              <a:t>coût complet</a:t>
            </a:r>
          </a:p>
        </p:txBody>
      </p:sp>
      <p:sp>
        <p:nvSpPr>
          <p:cNvPr id="23564" name="Text Box 10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792539" y="3214686"/>
            <a:ext cx="3311525" cy="1865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1450" indent="-171450">
              <a:spcBef>
                <a:spcPct val="50000"/>
              </a:spcBef>
              <a:buFontTx/>
              <a:buChar char="•"/>
            </a:pPr>
            <a:r>
              <a:rPr lang="fr-CA" dirty="0"/>
              <a:t>DV ne fonctionne pas à pleine capacité</a:t>
            </a:r>
          </a:p>
          <a:p>
            <a:pPr marL="171450" indent="-171450">
              <a:spcBef>
                <a:spcPct val="20000"/>
              </a:spcBef>
            </a:pPr>
            <a:r>
              <a:rPr lang="fr-CA" dirty="0"/>
              <a:t>		- ou - </a:t>
            </a:r>
          </a:p>
          <a:p>
            <a:pPr marL="171450" indent="-171450">
              <a:spcBef>
                <a:spcPct val="20000"/>
              </a:spcBef>
              <a:buFontTx/>
              <a:buChar char="•"/>
            </a:pPr>
            <a:r>
              <a:rPr lang="fr-CA" dirty="0"/>
              <a:t>Fonctionne à pleine capacité, mais vente à l’interne seulement</a:t>
            </a:r>
          </a:p>
        </p:txBody>
      </p:sp>
      <p:sp>
        <p:nvSpPr>
          <p:cNvPr id="23565" name="Text Box 1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935414" y="5595938"/>
            <a:ext cx="4608859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1450" indent="-171450">
              <a:spcBef>
                <a:spcPct val="50000"/>
              </a:spcBef>
              <a:buFontTx/>
              <a:buChar char="•"/>
            </a:pPr>
            <a:r>
              <a:rPr lang="fr-CA" dirty="0"/>
              <a:t>DV fonctionne à pleine capacité et proportion élevée de vente à l’externe</a:t>
            </a:r>
          </a:p>
        </p:txBody>
      </p:sp>
      <p:sp>
        <p:nvSpPr>
          <p:cNvPr id="23566" name="Line 12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7096132" y="3429000"/>
            <a:ext cx="64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CA" dirty="0"/>
          </a:p>
        </p:txBody>
      </p:sp>
      <p:sp>
        <p:nvSpPr>
          <p:cNvPr id="23567" name="Line 13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V="1">
            <a:off x="7096132" y="4357694"/>
            <a:ext cx="64294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CA" dirty="0"/>
          </a:p>
        </p:txBody>
      </p:sp>
      <p:sp>
        <p:nvSpPr>
          <p:cNvPr id="23568" name="Text Box 14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919289" y="1916113"/>
            <a:ext cx="8353425" cy="523220"/>
          </a:xfrm>
          <a:prstGeom prst="rect">
            <a:avLst/>
          </a:prstGeom>
          <a:noFill/>
          <a:ln w="57150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2800" dirty="0"/>
              <a:t>PCI minimum = Coûts </a:t>
            </a:r>
            <a:r>
              <a:rPr lang="fr-CA" sz="2800" dirty="0" err="1"/>
              <a:t>add</a:t>
            </a:r>
            <a:r>
              <a:rPr lang="fr-CA" sz="2800" dirty="0"/>
              <a:t>. + Coût de renonciation</a:t>
            </a:r>
          </a:p>
        </p:txBody>
      </p:sp>
      <p:cxnSp>
        <p:nvCxnSpPr>
          <p:cNvPr id="20" name="Connecteur droit avec flèche 19"/>
          <p:cNvCxnSpPr>
            <a:stCxn id="23558" idx="3"/>
            <a:endCxn id="23559" idx="1"/>
          </p:cNvCxnSpPr>
          <p:nvPr>
            <p:custDataLst>
              <p:tags r:id="rId15"/>
            </p:custDataLst>
          </p:nvPr>
        </p:nvCxnSpPr>
        <p:spPr>
          <a:xfrm flipV="1">
            <a:off x="3167043" y="3026569"/>
            <a:ext cx="481033" cy="101759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>
            <a:stCxn id="23558" idx="3"/>
            <a:endCxn id="23560" idx="1"/>
          </p:cNvCxnSpPr>
          <p:nvPr>
            <p:custDataLst>
              <p:tags r:id="rId16"/>
            </p:custDataLst>
          </p:nvPr>
        </p:nvCxnSpPr>
        <p:spPr>
          <a:xfrm>
            <a:off x="3167042" y="4044167"/>
            <a:ext cx="408008" cy="126999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1EB8A5A-2BC6-EA36-C115-4589F0564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Cas MML</a:t>
            </a:r>
          </a:p>
        </p:txBody>
      </p:sp>
      <p:cxnSp>
        <p:nvCxnSpPr>
          <p:cNvPr id="51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399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E024F08-03F2-39ED-065B-70CAE9A73D2D}"/>
              </a:ext>
            </a:extLst>
          </p:cNvPr>
          <p:cNvSpPr txBox="1"/>
          <p:nvPr/>
        </p:nvSpPr>
        <p:spPr>
          <a:xfrm>
            <a:off x="2555631" y="1441938"/>
            <a:ext cx="7080738" cy="3974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Mises </a:t>
            </a:r>
            <a:r>
              <a:rPr lang="en-US" sz="5400" err="1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 situation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Que </a:t>
            </a:r>
            <a:r>
              <a:rPr lang="en-US" sz="5400" err="1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suggérez-vous</a:t>
            </a:r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 pour </a:t>
            </a:r>
            <a:r>
              <a:rPr lang="en-US" sz="5400" err="1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améliorer</a:t>
            </a:r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 les situations </a:t>
            </a:r>
            <a:r>
              <a:rPr lang="en-US" sz="5400" err="1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suivantes</a:t>
            </a:r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?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err="1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Voir</a:t>
            </a:r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 le document sur Teams</a:t>
            </a:r>
          </a:p>
        </p:txBody>
      </p:sp>
    </p:spTree>
    <p:extLst>
      <p:ext uri="{BB962C8B-B14F-4D97-AF65-F5344CB8AC3E}">
        <p14:creationId xmlns:p14="http://schemas.microsoft.com/office/powerpoint/2010/main" val="409142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4B283919F7A04E9CDC443BFD166F77" ma:contentTypeVersion="4" ma:contentTypeDescription="Crée un document." ma:contentTypeScope="" ma:versionID="a43088f3ee8cd81ad227f3346af4d87b">
  <xsd:schema xmlns:xsd="http://www.w3.org/2001/XMLSchema" xmlns:xs="http://www.w3.org/2001/XMLSchema" xmlns:p="http://schemas.microsoft.com/office/2006/metadata/properties" xmlns:ns2="5674f0a4-3645-4119-81c3-d28b34f876e3" targetNamespace="http://schemas.microsoft.com/office/2006/metadata/properties" ma:root="true" ma:fieldsID="01bd94f172d1c41123b02406fd297b1c" ns2:_="">
    <xsd:import namespace="5674f0a4-3645-4119-81c3-d28b34f87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74f0a4-3645-4119-81c3-d28b34f876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32FFE2-A718-4388-ABA5-B5B2003814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45AAB1-164E-4E47-9EF5-6CB26D6E4CF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8A7415-EFFB-4EC5-B58A-B8F743FEA9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74f0a4-3645-4119-81c3-d28b34f876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857</Words>
  <Application>Microsoft Office PowerPoint</Application>
  <PresentationFormat>Grand écran</PresentationFormat>
  <Paragraphs>152</Paragraphs>
  <Slides>16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Clarendon</vt:lpstr>
      <vt:lpstr>Wingdings</vt:lpstr>
      <vt:lpstr>Thème Office</vt:lpstr>
      <vt:lpstr>Présentation PowerPoint</vt:lpstr>
      <vt:lpstr>Plan de la séance </vt:lpstr>
      <vt:lpstr>Examen final</vt:lpstr>
      <vt:lpstr>Pour la séance 10</vt:lpstr>
      <vt:lpstr>Triade de la décentralisation </vt:lpstr>
      <vt:lpstr>Triade de la décentralisation </vt:lpstr>
      <vt:lpstr>Présentation PowerPoint</vt:lpstr>
      <vt:lpstr>Triade de la décentralisation </vt:lpstr>
      <vt:lpstr>Triade de la décentralisation </vt:lpstr>
      <vt:lpstr>Triade de la décentralisation </vt:lpstr>
      <vt:lpstr>Pleine capacité ou sous-capacité</vt:lpstr>
      <vt:lpstr>Prix de cession interne </vt:lpstr>
      <vt:lpstr>Politique de prix de cession interne </vt:lpstr>
      <vt:lpstr>Choix au niveau du prix de cession interne</vt:lpstr>
      <vt:lpstr>Cas MML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marie-eve quenneville</dc:creator>
  <cp:lastModifiedBy>SOKRI Marzouk</cp:lastModifiedBy>
  <cp:revision>3</cp:revision>
  <dcterms:created xsi:type="dcterms:W3CDTF">2021-03-23T16:12:44Z</dcterms:created>
  <dcterms:modified xsi:type="dcterms:W3CDTF">2025-03-19T13:45:09Z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0x010100DF4B283919F7A04E9CDC443BFD166F77</vt:lpwstr>
  </property>
</Properties>
</file>