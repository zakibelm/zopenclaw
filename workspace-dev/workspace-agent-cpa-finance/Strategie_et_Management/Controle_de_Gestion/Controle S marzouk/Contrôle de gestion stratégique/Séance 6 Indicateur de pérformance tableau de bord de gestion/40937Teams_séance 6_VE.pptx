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12"/>
  </p:notesMasterIdLst>
  <p:sldIdLst>
    <p:sldId id="258" r:id="rId5"/>
    <p:sldId id="320" r:id="rId6"/>
    <p:sldId id="374" r:id="rId7"/>
    <p:sldId id="370" r:id="rId8"/>
    <p:sldId id="373" r:id="rId9"/>
    <p:sldId id="271" r:id="rId10"/>
    <p:sldId id="29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133354-650E-4FAF-A7AC-1C9550607C73}" v="2" dt="2025-02-12T12:57:29.285"/>
    <p1510:client id="{F9C9086D-B6A4-4EB0-9E2F-9379954F0FE7}" v="1" dt="2025-02-12T14:36:07.4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C32B05-62EA-407A-B21C-2310C7945705}" type="doc">
      <dgm:prSet loTypeId="urn:microsoft.com/office/officeart/2005/8/layout/venn3" loCatId="relationship"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pPr algn="ctr"/>
          <a:r>
            <a:rPr lang="en-US"/>
            <a:t>1</a:t>
          </a:r>
        </a:p>
        <a:p>
          <a:pPr algn="ctr"/>
          <a:r>
            <a:rPr lang="fr-CA" noProof="0"/>
            <a:t>Retour sur la capsule</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54A10F5D-C417-4F97-8612-CE684295DDDD}">
      <dgm:prSet phldrT="[Text]"/>
      <dgm:spPr/>
      <dgm:t>
        <a:bodyPr/>
        <a:lstStyle/>
        <a:p>
          <a:pPr algn="ctr"/>
          <a:r>
            <a:rPr lang="fr-CA" noProof="0"/>
            <a:t>2   </a:t>
          </a:r>
        </a:p>
        <a:p>
          <a:pPr algn="ctr"/>
          <a:r>
            <a:rPr lang="fr-CA" noProof="0"/>
            <a:t>Activité carte stratégique</a:t>
          </a:r>
        </a:p>
      </dgm:t>
    </dgm:pt>
    <dgm:pt modelId="{8ABDAA28-1E03-411B-BC21-8D931DE3C43E}" type="parTrans" cxnId="{517AFA30-BB19-43D1-84E3-E6B4C9B9E30A}">
      <dgm:prSet/>
      <dgm:spPr/>
      <dgm:t>
        <a:bodyPr/>
        <a:lstStyle/>
        <a:p>
          <a:endParaRPr lang="en-US">
            <a:solidFill>
              <a:schemeClr val="tx2"/>
            </a:solidFill>
          </a:endParaRPr>
        </a:p>
      </dgm:t>
    </dgm:pt>
    <dgm:pt modelId="{60811977-1F2E-41FC-8E06-EBD37DD18733}" type="sibTrans" cxnId="{517AFA30-BB19-43D1-84E3-E6B4C9B9E30A}">
      <dgm:prSet/>
      <dgm:spPr/>
      <dgm:t>
        <a:bodyPr/>
        <a:lstStyle/>
        <a:p>
          <a:endParaRPr lang="en-US">
            <a:solidFill>
              <a:schemeClr val="tx2"/>
            </a:solidFill>
          </a:endParaRPr>
        </a:p>
      </dgm:t>
    </dgm:pt>
    <dgm:pt modelId="{8AC18E91-3E04-48A6-AF21-42B7266E807E}">
      <dgm:prSet phldrT="[Text]"/>
      <dgm:spPr/>
      <dgm:t>
        <a:bodyPr/>
        <a:lstStyle/>
        <a:p>
          <a:pPr algn="ctr"/>
          <a:r>
            <a:rPr lang="fr-CA" noProof="0"/>
            <a:t>3  </a:t>
          </a:r>
        </a:p>
        <a:p>
          <a:pPr algn="ctr"/>
          <a:r>
            <a:rPr lang="fr-CA" noProof="0"/>
            <a:t>Activité tableau de bord</a:t>
          </a:r>
        </a:p>
      </dgm:t>
    </dgm:pt>
    <dgm:pt modelId="{8F5878AB-21E1-4F17-B38B-0C6B0184A6C5}" type="parTrans" cxnId="{4169C49D-0251-4F9D-9953-904575E43421}">
      <dgm:prSet/>
      <dgm:spPr/>
      <dgm:t>
        <a:bodyPr/>
        <a:lstStyle/>
        <a:p>
          <a:endParaRPr lang="fr-CA"/>
        </a:p>
      </dgm:t>
    </dgm:pt>
    <dgm:pt modelId="{EC5EF467-414C-4D52-9A7B-147E36F2C1C2}" type="sibTrans" cxnId="{4169C49D-0251-4F9D-9953-904575E43421}">
      <dgm:prSet/>
      <dgm:spPr/>
      <dgm:t>
        <a:bodyPr/>
        <a:lstStyle/>
        <a:p>
          <a:endParaRPr lang="fr-CA"/>
        </a:p>
      </dgm:t>
    </dgm:pt>
    <dgm:pt modelId="{BB2E7D61-FAE1-4189-8B45-9FB5BB1C6D16}" type="pres">
      <dgm:prSet presAssocID="{B9C32B05-62EA-407A-B21C-2310C7945705}" presName="Name0" presStyleCnt="0">
        <dgm:presLayoutVars>
          <dgm:dir/>
          <dgm:resizeHandles val="exact"/>
        </dgm:presLayoutVars>
      </dgm:prSet>
      <dgm:spPr/>
    </dgm:pt>
    <dgm:pt modelId="{5841E8E3-F2DC-48FE-B8DB-BABB55C4BAF1}" type="pres">
      <dgm:prSet presAssocID="{8EA7219F-BDB2-48EB-9EEB-3133522D132E}" presName="Name5" presStyleLbl="vennNode1" presStyleIdx="0" presStyleCnt="3" custLinFactNeighborX="22905" custLinFactNeighborY="232">
        <dgm:presLayoutVars>
          <dgm:bulletEnabled val="1"/>
        </dgm:presLayoutVars>
      </dgm:prSet>
      <dgm:spPr/>
    </dgm:pt>
    <dgm:pt modelId="{27A579DC-FC4A-4F31-8918-6103F62FC75D}" type="pres">
      <dgm:prSet presAssocID="{C94B7947-85DC-4B21-BB99-DF8438356F98}" presName="space" presStyleCnt="0"/>
      <dgm:spPr/>
    </dgm:pt>
    <dgm:pt modelId="{E8C547DD-E668-4A3C-829E-AF9075B83A2E}" type="pres">
      <dgm:prSet presAssocID="{54A10F5D-C417-4F97-8612-CE684295DDDD}" presName="Name5" presStyleLbl="vennNode1" presStyleIdx="1" presStyleCnt="3" custLinFactNeighborX="-10832" custLinFactNeighborY="-735">
        <dgm:presLayoutVars>
          <dgm:bulletEnabled val="1"/>
        </dgm:presLayoutVars>
      </dgm:prSet>
      <dgm:spPr/>
    </dgm:pt>
    <dgm:pt modelId="{09D80A99-CE67-42A8-944D-FF00D3E83CB5}" type="pres">
      <dgm:prSet presAssocID="{60811977-1F2E-41FC-8E06-EBD37DD18733}" presName="space" presStyleCnt="0"/>
      <dgm:spPr/>
    </dgm:pt>
    <dgm:pt modelId="{75FA22F8-73C4-48DC-AC81-06D1994A6280}" type="pres">
      <dgm:prSet presAssocID="{8AC18E91-3E04-48A6-AF21-42B7266E807E}" presName="Name5" presStyleLbl="vennNode1" presStyleIdx="2" presStyleCnt="3">
        <dgm:presLayoutVars>
          <dgm:bulletEnabled val="1"/>
        </dgm:presLayoutVars>
      </dgm:prSet>
      <dgm:spPr/>
    </dgm:pt>
  </dgm:ptLst>
  <dgm:cxnLst>
    <dgm:cxn modelId="{05EB0818-6CF3-4712-A9E3-D20AAF839DFD}" type="presOf" srcId="{B9C32B05-62EA-407A-B21C-2310C7945705}" destId="{BB2E7D61-FAE1-4189-8B45-9FB5BB1C6D16}" srcOrd="0" destOrd="0" presId="urn:microsoft.com/office/officeart/2005/8/layout/venn3"/>
    <dgm:cxn modelId="{517AFA30-BB19-43D1-84E3-E6B4C9B9E30A}" srcId="{B9C32B05-62EA-407A-B21C-2310C7945705}" destId="{54A10F5D-C417-4F97-8612-CE684295DDDD}" srcOrd="1" destOrd="0" parTransId="{8ABDAA28-1E03-411B-BC21-8D931DE3C43E}" sibTransId="{60811977-1F2E-41FC-8E06-EBD37DD18733}"/>
    <dgm:cxn modelId="{82D11776-5201-4F63-9105-A82EBC092BD0}" type="presOf" srcId="{8AC18E91-3E04-48A6-AF21-42B7266E807E}" destId="{75FA22F8-73C4-48DC-AC81-06D1994A6280}" srcOrd="0" destOrd="0" presId="urn:microsoft.com/office/officeart/2005/8/layout/venn3"/>
    <dgm:cxn modelId="{4169C49D-0251-4F9D-9953-904575E43421}" srcId="{B9C32B05-62EA-407A-B21C-2310C7945705}" destId="{8AC18E91-3E04-48A6-AF21-42B7266E807E}" srcOrd="2" destOrd="0" parTransId="{8F5878AB-21E1-4F17-B38B-0C6B0184A6C5}" sibTransId="{EC5EF467-414C-4D52-9A7B-147E36F2C1C2}"/>
    <dgm:cxn modelId="{006F74B2-DF76-47DD-AA73-B6CA7D265052}" type="presOf" srcId="{8EA7219F-BDB2-48EB-9EEB-3133522D132E}" destId="{5841E8E3-F2DC-48FE-B8DB-BABB55C4BAF1}" srcOrd="0" destOrd="0" presId="urn:microsoft.com/office/officeart/2005/8/layout/venn3"/>
    <dgm:cxn modelId="{CA740CDA-3122-4476-B9A7-24E66F8FA082}" type="presOf" srcId="{54A10F5D-C417-4F97-8612-CE684295DDDD}" destId="{E8C547DD-E668-4A3C-829E-AF9075B83A2E}" srcOrd="0" destOrd="0" presId="urn:microsoft.com/office/officeart/2005/8/layout/venn3"/>
    <dgm:cxn modelId="{58AD7EEF-D408-406B-87EE-4691D4C30668}" srcId="{B9C32B05-62EA-407A-B21C-2310C7945705}" destId="{8EA7219F-BDB2-48EB-9EEB-3133522D132E}" srcOrd="0" destOrd="0" parTransId="{3EE8403A-CB7C-4815-85BD-AEBCAEB71B37}" sibTransId="{C94B7947-85DC-4B21-BB99-DF8438356F98}"/>
    <dgm:cxn modelId="{CC461550-37C2-4836-9BEF-7AD62237DF21}" type="presParOf" srcId="{BB2E7D61-FAE1-4189-8B45-9FB5BB1C6D16}" destId="{5841E8E3-F2DC-48FE-B8DB-BABB55C4BAF1}" srcOrd="0" destOrd="0" presId="urn:microsoft.com/office/officeart/2005/8/layout/venn3"/>
    <dgm:cxn modelId="{E2599144-3339-4D32-82AC-42BEB1A74E19}" type="presParOf" srcId="{BB2E7D61-FAE1-4189-8B45-9FB5BB1C6D16}" destId="{27A579DC-FC4A-4F31-8918-6103F62FC75D}" srcOrd="1" destOrd="0" presId="urn:microsoft.com/office/officeart/2005/8/layout/venn3"/>
    <dgm:cxn modelId="{B86149BC-8D56-43CC-8533-C7BD15F561CC}" type="presParOf" srcId="{BB2E7D61-FAE1-4189-8B45-9FB5BB1C6D16}" destId="{E8C547DD-E668-4A3C-829E-AF9075B83A2E}" srcOrd="2" destOrd="0" presId="urn:microsoft.com/office/officeart/2005/8/layout/venn3"/>
    <dgm:cxn modelId="{220C1B3A-21B4-484C-91C9-E0A1480B708A}" type="presParOf" srcId="{BB2E7D61-FAE1-4189-8B45-9FB5BB1C6D16}" destId="{09D80A99-CE67-42A8-944D-FF00D3E83CB5}" srcOrd="3" destOrd="0" presId="urn:microsoft.com/office/officeart/2005/8/layout/venn3"/>
    <dgm:cxn modelId="{428732AD-97A8-4A07-8721-F36EEEAD353C}" type="presParOf" srcId="{BB2E7D61-FAE1-4189-8B45-9FB5BB1C6D16}" destId="{75FA22F8-73C4-48DC-AC81-06D1994A6280}" srcOrd="4" destOrd="0" presId="urn:microsoft.com/office/officeart/2005/8/layout/venn3"/>
  </dgm:cxnLst>
  <dgm:bg>
    <a:noFill/>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41E8E3-F2DC-48FE-B8DB-BABB55C4BAF1}">
      <dsp:nvSpPr>
        <dsp:cNvPr id="0" name=""/>
        <dsp:cNvSpPr/>
      </dsp:nvSpPr>
      <dsp:spPr>
        <a:xfrm>
          <a:off x="181747" y="206578"/>
          <a:ext cx="3870793" cy="3870793"/>
        </a:xfrm>
        <a:prstGeom prst="ellipse">
          <a:avLst/>
        </a:prstGeom>
        <a:gradFill rotWithShape="0">
          <a:gsLst>
            <a:gs pos="0">
              <a:schemeClr val="accent2">
                <a:alpha val="50000"/>
                <a:hueOff val="0"/>
                <a:satOff val="0"/>
                <a:lumOff val="0"/>
                <a:alphaOff val="0"/>
                <a:satMod val="103000"/>
                <a:lumMod val="102000"/>
                <a:tint val="94000"/>
              </a:schemeClr>
            </a:gs>
            <a:gs pos="50000">
              <a:schemeClr val="accent2">
                <a:alpha val="50000"/>
                <a:hueOff val="0"/>
                <a:satOff val="0"/>
                <a:lumOff val="0"/>
                <a:alphaOff val="0"/>
                <a:satMod val="110000"/>
                <a:lumMod val="100000"/>
                <a:shade val="100000"/>
              </a:schemeClr>
            </a:gs>
            <a:gs pos="100000">
              <a:schemeClr val="accent2">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13023" tIns="49530" rIns="213023" bIns="49530" numCol="1" spcCol="1270" anchor="ctr" anchorCtr="0">
          <a:noAutofit/>
        </a:bodyPr>
        <a:lstStyle/>
        <a:p>
          <a:pPr marL="0" lvl="0" indent="0" algn="ctr" defTabSz="1733550">
            <a:lnSpc>
              <a:spcPct val="90000"/>
            </a:lnSpc>
            <a:spcBef>
              <a:spcPct val="0"/>
            </a:spcBef>
            <a:spcAft>
              <a:spcPct val="35000"/>
            </a:spcAft>
            <a:buNone/>
          </a:pPr>
          <a:r>
            <a:rPr lang="en-US" sz="3900" kern="1200"/>
            <a:t>1</a:t>
          </a:r>
        </a:p>
        <a:p>
          <a:pPr marL="0" lvl="0" indent="0" algn="ctr" defTabSz="1733550">
            <a:lnSpc>
              <a:spcPct val="90000"/>
            </a:lnSpc>
            <a:spcBef>
              <a:spcPct val="0"/>
            </a:spcBef>
            <a:spcAft>
              <a:spcPct val="35000"/>
            </a:spcAft>
            <a:buNone/>
          </a:pPr>
          <a:r>
            <a:rPr lang="fr-CA" sz="3900" kern="1200" noProof="0"/>
            <a:t>Retour sur la capsule</a:t>
          </a:r>
        </a:p>
      </dsp:txBody>
      <dsp:txXfrm>
        <a:off x="748612" y="773443"/>
        <a:ext cx="2737063" cy="2737063"/>
      </dsp:txXfrm>
    </dsp:sp>
    <dsp:sp modelId="{E8C547DD-E668-4A3C-829E-AF9075B83A2E}">
      <dsp:nvSpPr>
        <dsp:cNvPr id="0" name=""/>
        <dsp:cNvSpPr/>
      </dsp:nvSpPr>
      <dsp:spPr>
        <a:xfrm>
          <a:off x="3017204" y="169147"/>
          <a:ext cx="3870793" cy="3870793"/>
        </a:xfrm>
        <a:prstGeom prst="ellipse">
          <a:avLst/>
        </a:prstGeom>
        <a:gradFill rotWithShape="0">
          <a:gsLst>
            <a:gs pos="0">
              <a:schemeClr val="accent3">
                <a:alpha val="50000"/>
                <a:hueOff val="0"/>
                <a:satOff val="0"/>
                <a:lumOff val="0"/>
                <a:alphaOff val="0"/>
                <a:satMod val="103000"/>
                <a:lumMod val="102000"/>
                <a:tint val="94000"/>
              </a:schemeClr>
            </a:gs>
            <a:gs pos="50000">
              <a:schemeClr val="accent3">
                <a:alpha val="50000"/>
                <a:hueOff val="0"/>
                <a:satOff val="0"/>
                <a:lumOff val="0"/>
                <a:alphaOff val="0"/>
                <a:satMod val="110000"/>
                <a:lumMod val="100000"/>
                <a:shade val="100000"/>
              </a:schemeClr>
            </a:gs>
            <a:gs pos="100000">
              <a:schemeClr val="accent3">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13023" tIns="49530" rIns="213023" bIns="49530" numCol="1" spcCol="1270" anchor="ctr" anchorCtr="0">
          <a:noAutofit/>
        </a:bodyPr>
        <a:lstStyle/>
        <a:p>
          <a:pPr marL="0" lvl="0" indent="0" algn="ctr" defTabSz="1733550">
            <a:lnSpc>
              <a:spcPct val="90000"/>
            </a:lnSpc>
            <a:spcBef>
              <a:spcPct val="0"/>
            </a:spcBef>
            <a:spcAft>
              <a:spcPct val="35000"/>
            </a:spcAft>
            <a:buNone/>
          </a:pPr>
          <a:r>
            <a:rPr lang="fr-CA" sz="3900" kern="1200" noProof="0"/>
            <a:t>2   </a:t>
          </a:r>
        </a:p>
        <a:p>
          <a:pPr marL="0" lvl="0" indent="0" algn="ctr" defTabSz="1733550">
            <a:lnSpc>
              <a:spcPct val="90000"/>
            </a:lnSpc>
            <a:spcBef>
              <a:spcPct val="0"/>
            </a:spcBef>
            <a:spcAft>
              <a:spcPct val="35000"/>
            </a:spcAft>
            <a:buNone/>
          </a:pPr>
          <a:r>
            <a:rPr lang="fr-CA" sz="3900" kern="1200" noProof="0"/>
            <a:t>Activité carte stratégique</a:t>
          </a:r>
        </a:p>
      </dsp:txBody>
      <dsp:txXfrm>
        <a:off x="3584069" y="736012"/>
        <a:ext cx="2737063" cy="2737063"/>
      </dsp:txXfrm>
    </dsp:sp>
    <dsp:sp modelId="{75FA22F8-73C4-48DC-AC81-06D1994A6280}">
      <dsp:nvSpPr>
        <dsp:cNvPr id="0" name=""/>
        <dsp:cNvSpPr/>
      </dsp:nvSpPr>
      <dsp:spPr>
        <a:xfrm>
          <a:off x="6197696" y="197598"/>
          <a:ext cx="3870793" cy="3870793"/>
        </a:xfrm>
        <a:prstGeom prst="ellipse">
          <a:avLst/>
        </a:prstGeom>
        <a:gradFill rotWithShape="0">
          <a:gsLst>
            <a:gs pos="0">
              <a:schemeClr val="accent4">
                <a:alpha val="50000"/>
                <a:hueOff val="0"/>
                <a:satOff val="0"/>
                <a:lumOff val="0"/>
                <a:alphaOff val="0"/>
                <a:satMod val="103000"/>
                <a:lumMod val="102000"/>
                <a:tint val="94000"/>
              </a:schemeClr>
            </a:gs>
            <a:gs pos="50000">
              <a:schemeClr val="accent4">
                <a:alpha val="50000"/>
                <a:hueOff val="0"/>
                <a:satOff val="0"/>
                <a:lumOff val="0"/>
                <a:alphaOff val="0"/>
                <a:satMod val="110000"/>
                <a:lumMod val="100000"/>
                <a:shade val="100000"/>
              </a:schemeClr>
            </a:gs>
            <a:gs pos="100000">
              <a:schemeClr val="accent4">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13023" tIns="49530" rIns="213023" bIns="49530" numCol="1" spcCol="1270" anchor="ctr" anchorCtr="0">
          <a:noAutofit/>
        </a:bodyPr>
        <a:lstStyle/>
        <a:p>
          <a:pPr marL="0" lvl="0" indent="0" algn="ctr" defTabSz="1733550">
            <a:lnSpc>
              <a:spcPct val="90000"/>
            </a:lnSpc>
            <a:spcBef>
              <a:spcPct val="0"/>
            </a:spcBef>
            <a:spcAft>
              <a:spcPct val="35000"/>
            </a:spcAft>
            <a:buNone/>
          </a:pPr>
          <a:r>
            <a:rPr lang="fr-CA" sz="3900" kern="1200" noProof="0"/>
            <a:t>3  </a:t>
          </a:r>
        </a:p>
        <a:p>
          <a:pPr marL="0" lvl="0" indent="0" algn="ctr" defTabSz="1733550">
            <a:lnSpc>
              <a:spcPct val="90000"/>
            </a:lnSpc>
            <a:spcBef>
              <a:spcPct val="0"/>
            </a:spcBef>
            <a:spcAft>
              <a:spcPct val="35000"/>
            </a:spcAft>
            <a:buNone/>
          </a:pPr>
          <a:r>
            <a:rPr lang="fr-CA" sz="3900" kern="1200" noProof="0"/>
            <a:t>Activité tableau de bord</a:t>
          </a:r>
        </a:p>
      </dsp:txBody>
      <dsp:txXfrm>
        <a:off x="6764561" y="764463"/>
        <a:ext cx="2737063" cy="2737063"/>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C45314-8565-41AA-9283-405EC012823C}" type="datetimeFigureOut">
              <a:rPr lang="fr-CA" smtClean="0"/>
              <a:t>2025-02-12</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38F12F-71BA-4C6C-BEB4-9AA581BF4BE9}" type="slidenum">
              <a:rPr lang="fr-CA" smtClean="0"/>
              <a:t>‹#›</a:t>
            </a:fld>
            <a:endParaRPr lang="fr-CA"/>
          </a:p>
        </p:txBody>
      </p:sp>
    </p:spTree>
    <p:extLst>
      <p:ext uri="{BB962C8B-B14F-4D97-AF65-F5344CB8AC3E}">
        <p14:creationId xmlns:p14="http://schemas.microsoft.com/office/powerpoint/2010/main" val="37613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1</a:t>
            </a:fld>
            <a:endParaRPr lang="fr-CA"/>
          </a:p>
        </p:txBody>
      </p:sp>
    </p:spTree>
    <p:extLst>
      <p:ext uri="{BB962C8B-B14F-4D97-AF65-F5344CB8AC3E}">
        <p14:creationId xmlns:p14="http://schemas.microsoft.com/office/powerpoint/2010/main" val="1623694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deux premières sections représentent le fondement ou l’assises de toutes les analyses qui seront faites dans le cadre du cours. Que ce soit pour l’analyse d’un projet stratégiques d’envergure ou de problématiques liées aux systèmes de contrôle stratégique, toute problématique doit toujours reposer sur la compréhension de la raison d’être, de la vision et de l’environnement de l’organisation. Une recommandation pourrait permettre à une entreprise de devenir un leader dans son industrie alors que la même recommandation pourrait mettre une autre entreprise dans une situation financière difficile (manque de liquidité, projet contraire aux valeurs de parties prenantes, processus défaillant qui devait être corrigé avant d’entamer le projet, </a:t>
            </a:r>
            <a:r>
              <a:rPr lang="fr-CA" err="1"/>
              <a:t>etc</a:t>
            </a:r>
            <a:r>
              <a:rPr lang="fr-CA"/>
              <a:t>) </a:t>
            </a:r>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2</a:t>
            </a:fld>
            <a:endParaRPr lang="fr-CA"/>
          </a:p>
        </p:txBody>
      </p:sp>
    </p:spTree>
    <p:extLst>
      <p:ext uri="{BB962C8B-B14F-4D97-AF65-F5344CB8AC3E}">
        <p14:creationId xmlns:p14="http://schemas.microsoft.com/office/powerpoint/2010/main" val="2278397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159747"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fr-CA"/>
          </a:p>
        </p:txBody>
      </p:sp>
      <p:sp>
        <p:nvSpPr>
          <p:cNvPr id="159748"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459332D-AD71-49EB-9B39-BF1B8559D321}" type="slidenum">
              <a:rPr lang="en-US" smtClean="0">
                <a:latin typeface="Arial" pitchFamily="34" charset="0"/>
              </a:rPr>
              <a:pPr/>
              <a:t>4</a:t>
            </a:fld>
            <a:endParaRPr lang="en-US">
              <a:latin typeface="Arial" pitchFamily="34" charset="0"/>
            </a:endParaRPr>
          </a:p>
        </p:txBody>
      </p:sp>
    </p:spTree>
    <p:extLst>
      <p:ext uri="{BB962C8B-B14F-4D97-AF65-F5344CB8AC3E}">
        <p14:creationId xmlns:p14="http://schemas.microsoft.com/office/powerpoint/2010/main" val="504502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159747"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fr-CA"/>
          </a:p>
        </p:txBody>
      </p:sp>
      <p:sp>
        <p:nvSpPr>
          <p:cNvPr id="159748"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459332D-AD71-49EB-9B39-BF1B8559D321}" type="slidenum">
              <a:rPr lang="en-US" smtClean="0">
                <a:latin typeface="Arial" pitchFamily="34" charset="0"/>
              </a:rPr>
              <a:pPr/>
              <a:t>5</a:t>
            </a:fld>
            <a:endParaRPr lang="en-US">
              <a:latin typeface="Arial" pitchFamily="34" charset="0"/>
            </a:endParaRPr>
          </a:p>
        </p:txBody>
      </p:sp>
    </p:spTree>
    <p:extLst>
      <p:ext uri="{BB962C8B-B14F-4D97-AF65-F5344CB8AC3E}">
        <p14:creationId xmlns:p14="http://schemas.microsoft.com/office/powerpoint/2010/main" val="230820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a:ln/>
        </p:spPr>
      </p:sp>
      <p:sp>
        <p:nvSpPr>
          <p:cNvPr id="50179" name="Espace réservé des commentaires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fr-FR" altLang="fr-FR"/>
          </a:p>
        </p:txBody>
      </p:sp>
      <p:sp>
        <p:nvSpPr>
          <p:cNvPr id="50180" name="Espace réservé de l'en-tête 3"/>
          <p:cNvSpPr>
            <a:spLocks noGrp="1"/>
          </p:cNvSpPr>
          <p:nvPr>
            <p:ph type="hdr"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17215" eaLnBrk="0" hangingPunct="0">
              <a:defRPr sz="2400">
                <a:solidFill>
                  <a:schemeClr val="tx1"/>
                </a:solidFill>
                <a:latin typeface="Arial" charset="0"/>
              </a:defRPr>
            </a:lvl1pPr>
            <a:lvl2pPr marL="757066" indent="-291179" defTabSz="917215" eaLnBrk="0" hangingPunct="0">
              <a:defRPr sz="2400">
                <a:solidFill>
                  <a:schemeClr val="tx1"/>
                </a:solidFill>
                <a:latin typeface="Arial" charset="0"/>
              </a:defRPr>
            </a:lvl2pPr>
            <a:lvl3pPr marL="1164717" indent="-232943" defTabSz="917215" eaLnBrk="0" hangingPunct="0">
              <a:defRPr sz="2400">
                <a:solidFill>
                  <a:schemeClr val="tx1"/>
                </a:solidFill>
                <a:latin typeface="Arial" charset="0"/>
              </a:defRPr>
            </a:lvl3pPr>
            <a:lvl4pPr marL="1630604" indent="-232943" defTabSz="917215" eaLnBrk="0" hangingPunct="0">
              <a:defRPr sz="2400">
                <a:solidFill>
                  <a:schemeClr val="tx1"/>
                </a:solidFill>
                <a:latin typeface="Arial" charset="0"/>
              </a:defRPr>
            </a:lvl4pPr>
            <a:lvl5pPr marL="2096491" indent="-232943" defTabSz="917215" eaLnBrk="0" hangingPunct="0">
              <a:defRPr sz="2400">
                <a:solidFill>
                  <a:schemeClr val="tx1"/>
                </a:solidFill>
                <a:latin typeface="Arial" charset="0"/>
              </a:defRPr>
            </a:lvl5pPr>
            <a:lvl6pPr marL="2562377" indent="-232943" defTabSz="917215" eaLnBrk="0" fontAlgn="base" hangingPunct="0">
              <a:spcBef>
                <a:spcPct val="0"/>
              </a:spcBef>
              <a:spcAft>
                <a:spcPct val="0"/>
              </a:spcAft>
              <a:defRPr sz="2400">
                <a:solidFill>
                  <a:schemeClr val="tx1"/>
                </a:solidFill>
                <a:latin typeface="Arial" charset="0"/>
              </a:defRPr>
            </a:lvl6pPr>
            <a:lvl7pPr marL="3028264" indent="-232943" defTabSz="917215" eaLnBrk="0" fontAlgn="base" hangingPunct="0">
              <a:spcBef>
                <a:spcPct val="0"/>
              </a:spcBef>
              <a:spcAft>
                <a:spcPct val="0"/>
              </a:spcAft>
              <a:defRPr sz="2400">
                <a:solidFill>
                  <a:schemeClr val="tx1"/>
                </a:solidFill>
                <a:latin typeface="Arial" charset="0"/>
              </a:defRPr>
            </a:lvl7pPr>
            <a:lvl8pPr marL="3494151" indent="-232943" defTabSz="917215" eaLnBrk="0" fontAlgn="base" hangingPunct="0">
              <a:spcBef>
                <a:spcPct val="0"/>
              </a:spcBef>
              <a:spcAft>
                <a:spcPct val="0"/>
              </a:spcAft>
              <a:defRPr sz="2400">
                <a:solidFill>
                  <a:schemeClr val="tx1"/>
                </a:solidFill>
                <a:latin typeface="Arial" charset="0"/>
              </a:defRPr>
            </a:lvl8pPr>
            <a:lvl9pPr marL="3960038" indent="-232943" defTabSz="917215" eaLnBrk="0" fontAlgn="base" hangingPunct="0">
              <a:spcBef>
                <a:spcPct val="0"/>
              </a:spcBef>
              <a:spcAft>
                <a:spcPct val="0"/>
              </a:spcAft>
              <a:defRPr sz="2400">
                <a:solidFill>
                  <a:schemeClr val="tx1"/>
                </a:solidFill>
                <a:latin typeface="Arial" charset="0"/>
              </a:defRPr>
            </a:lvl9pPr>
          </a:lstStyle>
          <a:p>
            <a:r>
              <a:rPr lang="fr-FR" altLang="fr-FR" sz="1200">
                <a:latin typeface="Times New Roman" pitchFamily="18" charset="0"/>
              </a:rPr>
              <a:t>Contrôle stratégique</a:t>
            </a:r>
          </a:p>
        </p:txBody>
      </p:sp>
      <p:sp>
        <p:nvSpPr>
          <p:cNvPr id="50181" name="Espace réservé du pied de page 4"/>
          <p:cNvSpPr>
            <a:spLocks noGrp="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17215" eaLnBrk="0" hangingPunct="0">
              <a:defRPr sz="2400">
                <a:solidFill>
                  <a:schemeClr val="tx1"/>
                </a:solidFill>
                <a:latin typeface="Arial" charset="0"/>
              </a:defRPr>
            </a:lvl1pPr>
            <a:lvl2pPr marL="757066" indent="-291179" defTabSz="917215" eaLnBrk="0" hangingPunct="0">
              <a:defRPr sz="2400">
                <a:solidFill>
                  <a:schemeClr val="tx1"/>
                </a:solidFill>
                <a:latin typeface="Arial" charset="0"/>
              </a:defRPr>
            </a:lvl2pPr>
            <a:lvl3pPr marL="1164717" indent="-232943" defTabSz="917215" eaLnBrk="0" hangingPunct="0">
              <a:defRPr sz="2400">
                <a:solidFill>
                  <a:schemeClr val="tx1"/>
                </a:solidFill>
                <a:latin typeface="Arial" charset="0"/>
              </a:defRPr>
            </a:lvl3pPr>
            <a:lvl4pPr marL="1630604" indent="-232943" defTabSz="917215" eaLnBrk="0" hangingPunct="0">
              <a:defRPr sz="2400">
                <a:solidFill>
                  <a:schemeClr val="tx1"/>
                </a:solidFill>
                <a:latin typeface="Arial" charset="0"/>
              </a:defRPr>
            </a:lvl4pPr>
            <a:lvl5pPr marL="2096491" indent="-232943" defTabSz="917215" eaLnBrk="0" hangingPunct="0">
              <a:defRPr sz="2400">
                <a:solidFill>
                  <a:schemeClr val="tx1"/>
                </a:solidFill>
                <a:latin typeface="Arial" charset="0"/>
              </a:defRPr>
            </a:lvl5pPr>
            <a:lvl6pPr marL="2562377" indent="-232943" defTabSz="917215" eaLnBrk="0" fontAlgn="base" hangingPunct="0">
              <a:spcBef>
                <a:spcPct val="0"/>
              </a:spcBef>
              <a:spcAft>
                <a:spcPct val="0"/>
              </a:spcAft>
              <a:defRPr sz="2400">
                <a:solidFill>
                  <a:schemeClr val="tx1"/>
                </a:solidFill>
                <a:latin typeface="Arial" charset="0"/>
              </a:defRPr>
            </a:lvl6pPr>
            <a:lvl7pPr marL="3028264" indent="-232943" defTabSz="917215" eaLnBrk="0" fontAlgn="base" hangingPunct="0">
              <a:spcBef>
                <a:spcPct val="0"/>
              </a:spcBef>
              <a:spcAft>
                <a:spcPct val="0"/>
              </a:spcAft>
              <a:defRPr sz="2400">
                <a:solidFill>
                  <a:schemeClr val="tx1"/>
                </a:solidFill>
                <a:latin typeface="Arial" charset="0"/>
              </a:defRPr>
            </a:lvl7pPr>
            <a:lvl8pPr marL="3494151" indent="-232943" defTabSz="917215" eaLnBrk="0" fontAlgn="base" hangingPunct="0">
              <a:spcBef>
                <a:spcPct val="0"/>
              </a:spcBef>
              <a:spcAft>
                <a:spcPct val="0"/>
              </a:spcAft>
              <a:defRPr sz="2400">
                <a:solidFill>
                  <a:schemeClr val="tx1"/>
                </a:solidFill>
                <a:latin typeface="Arial" charset="0"/>
              </a:defRPr>
            </a:lvl8pPr>
            <a:lvl9pPr marL="3960038" indent="-232943" defTabSz="917215" eaLnBrk="0" fontAlgn="base" hangingPunct="0">
              <a:spcBef>
                <a:spcPct val="0"/>
              </a:spcBef>
              <a:spcAft>
                <a:spcPct val="0"/>
              </a:spcAft>
              <a:defRPr sz="2400">
                <a:solidFill>
                  <a:schemeClr val="tx1"/>
                </a:solidFill>
                <a:latin typeface="Arial" charset="0"/>
              </a:defRPr>
            </a:lvl9pPr>
          </a:lstStyle>
          <a:p>
            <a:r>
              <a:rPr lang="fr-FR" altLang="fr-FR" sz="1200">
                <a:latin typeface="Times New Roman" pitchFamily="18" charset="0"/>
              </a:rPr>
              <a:t>2002</a:t>
            </a:r>
          </a:p>
        </p:txBody>
      </p:sp>
      <p:sp>
        <p:nvSpPr>
          <p:cNvPr id="50182" name="Espace réservé du numéro de diapositive 5"/>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17215" eaLnBrk="0" hangingPunct="0">
              <a:defRPr sz="2400">
                <a:solidFill>
                  <a:schemeClr val="tx1"/>
                </a:solidFill>
                <a:latin typeface="Arial" charset="0"/>
              </a:defRPr>
            </a:lvl1pPr>
            <a:lvl2pPr marL="757066" indent="-291179" defTabSz="917215" eaLnBrk="0" hangingPunct="0">
              <a:defRPr sz="2400">
                <a:solidFill>
                  <a:schemeClr val="tx1"/>
                </a:solidFill>
                <a:latin typeface="Arial" charset="0"/>
              </a:defRPr>
            </a:lvl2pPr>
            <a:lvl3pPr marL="1164717" indent="-232943" defTabSz="917215" eaLnBrk="0" hangingPunct="0">
              <a:defRPr sz="2400">
                <a:solidFill>
                  <a:schemeClr val="tx1"/>
                </a:solidFill>
                <a:latin typeface="Arial" charset="0"/>
              </a:defRPr>
            </a:lvl3pPr>
            <a:lvl4pPr marL="1630604" indent="-232943" defTabSz="917215" eaLnBrk="0" hangingPunct="0">
              <a:defRPr sz="2400">
                <a:solidFill>
                  <a:schemeClr val="tx1"/>
                </a:solidFill>
                <a:latin typeface="Arial" charset="0"/>
              </a:defRPr>
            </a:lvl4pPr>
            <a:lvl5pPr marL="2096491" indent="-232943" defTabSz="917215" eaLnBrk="0" hangingPunct="0">
              <a:defRPr sz="2400">
                <a:solidFill>
                  <a:schemeClr val="tx1"/>
                </a:solidFill>
                <a:latin typeface="Arial" charset="0"/>
              </a:defRPr>
            </a:lvl5pPr>
            <a:lvl6pPr marL="2562377" indent="-232943" defTabSz="917215" eaLnBrk="0" fontAlgn="base" hangingPunct="0">
              <a:spcBef>
                <a:spcPct val="0"/>
              </a:spcBef>
              <a:spcAft>
                <a:spcPct val="0"/>
              </a:spcAft>
              <a:defRPr sz="2400">
                <a:solidFill>
                  <a:schemeClr val="tx1"/>
                </a:solidFill>
                <a:latin typeface="Arial" charset="0"/>
              </a:defRPr>
            </a:lvl6pPr>
            <a:lvl7pPr marL="3028264" indent="-232943" defTabSz="917215" eaLnBrk="0" fontAlgn="base" hangingPunct="0">
              <a:spcBef>
                <a:spcPct val="0"/>
              </a:spcBef>
              <a:spcAft>
                <a:spcPct val="0"/>
              </a:spcAft>
              <a:defRPr sz="2400">
                <a:solidFill>
                  <a:schemeClr val="tx1"/>
                </a:solidFill>
                <a:latin typeface="Arial" charset="0"/>
              </a:defRPr>
            </a:lvl7pPr>
            <a:lvl8pPr marL="3494151" indent="-232943" defTabSz="917215" eaLnBrk="0" fontAlgn="base" hangingPunct="0">
              <a:spcBef>
                <a:spcPct val="0"/>
              </a:spcBef>
              <a:spcAft>
                <a:spcPct val="0"/>
              </a:spcAft>
              <a:defRPr sz="2400">
                <a:solidFill>
                  <a:schemeClr val="tx1"/>
                </a:solidFill>
                <a:latin typeface="Arial" charset="0"/>
              </a:defRPr>
            </a:lvl8pPr>
            <a:lvl9pPr marL="3960038" indent="-232943" defTabSz="917215" eaLnBrk="0" fontAlgn="base" hangingPunct="0">
              <a:spcBef>
                <a:spcPct val="0"/>
              </a:spcBef>
              <a:spcAft>
                <a:spcPct val="0"/>
              </a:spcAft>
              <a:defRPr sz="2400">
                <a:solidFill>
                  <a:schemeClr val="tx1"/>
                </a:solidFill>
                <a:latin typeface="Arial" charset="0"/>
              </a:defRPr>
            </a:lvl9pPr>
          </a:lstStyle>
          <a:p>
            <a:fld id="{0DCA4685-5AF9-43B4-A855-2559DF6FE903}" type="slidenum">
              <a:rPr lang="fr-FR" altLang="fr-FR" sz="1200">
                <a:latin typeface="Times New Roman" pitchFamily="18" charset="0"/>
              </a:rPr>
              <a:pPr/>
              <a:t>6</a:t>
            </a:fld>
            <a:endParaRPr lang="fr-FR" altLang="fr-FR" sz="1200">
              <a:latin typeface="Times New Roman" pitchFamily="18" charset="0"/>
            </a:endParaRPr>
          </a:p>
        </p:txBody>
      </p:sp>
    </p:spTree>
    <p:extLst>
      <p:ext uri="{BB962C8B-B14F-4D97-AF65-F5344CB8AC3E}">
        <p14:creationId xmlns:p14="http://schemas.microsoft.com/office/powerpoint/2010/main" val="635701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94F074CF-D5A1-4ECA-815A-506CC95D42B4}" type="datetime1">
              <a:rPr lang="fr-CA" smtClean="0"/>
              <a:t>2025-02-12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a:t>
            </a:fld>
            <a:endParaRPr lang="fr-CA"/>
          </a:p>
        </p:txBody>
      </p:sp>
    </p:spTree>
    <p:extLst>
      <p:ext uri="{BB962C8B-B14F-4D97-AF65-F5344CB8AC3E}">
        <p14:creationId xmlns:p14="http://schemas.microsoft.com/office/powerpoint/2010/main" val="1238641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E5BF96D4-927D-4A77-A176-934F46F9C2D3}" type="datetime1">
              <a:rPr lang="fr-CA" smtClean="0"/>
              <a:t>2025-02-12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a:t>
            </a:fld>
            <a:endParaRPr lang="fr-CA"/>
          </a:p>
        </p:txBody>
      </p:sp>
    </p:spTree>
    <p:extLst>
      <p:ext uri="{BB962C8B-B14F-4D97-AF65-F5344CB8AC3E}">
        <p14:creationId xmlns:p14="http://schemas.microsoft.com/office/powerpoint/2010/main" val="572281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6DF0D1B3-E63E-47D7-A8C6-B14D268C2D9C}" type="datetime1">
              <a:rPr lang="fr-CA" smtClean="0"/>
              <a:t>2025-02-12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a:t>
            </a:fld>
            <a:endParaRPr lang="fr-CA"/>
          </a:p>
        </p:txBody>
      </p:sp>
    </p:spTree>
    <p:extLst>
      <p:ext uri="{BB962C8B-B14F-4D97-AF65-F5344CB8AC3E}">
        <p14:creationId xmlns:p14="http://schemas.microsoft.com/office/powerpoint/2010/main" val="1506057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7621C6DF-9400-4874-B8D1-E312246B67E4}" type="datetime1">
              <a:rPr lang="fr-CA" smtClean="0"/>
              <a:t>2025-02-12</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C73EB41D-849B-4C0C-8BB4-E1DF9CA5FEE5}" type="slidenum">
              <a:rPr lang="fr-CA" smtClean="0"/>
              <a:t>‹#›</a:t>
            </a:fld>
            <a:endParaRPr lang="fr-CA"/>
          </a:p>
        </p:txBody>
      </p:sp>
    </p:spTree>
    <p:extLst>
      <p:ext uri="{BB962C8B-B14F-4D97-AF65-F5344CB8AC3E}">
        <p14:creationId xmlns:p14="http://schemas.microsoft.com/office/powerpoint/2010/main" val="1900794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EEE13F7D-22FD-4667-AE8E-9CEA1C9A6AD0}" type="datetime1">
              <a:rPr lang="fr-CA" smtClean="0"/>
              <a:t>2025-02-12</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C73EB41D-849B-4C0C-8BB4-E1DF9CA5FEE5}" type="slidenum">
              <a:rPr lang="fr-CA" smtClean="0"/>
              <a:t>‹#›</a:t>
            </a:fld>
            <a:endParaRPr lang="fr-CA"/>
          </a:p>
        </p:txBody>
      </p:sp>
    </p:spTree>
    <p:extLst>
      <p:ext uri="{BB962C8B-B14F-4D97-AF65-F5344CB8AC3E}">
        <p14:creationId xmlns:p14="http://schemas.microsoft.com/office/powerpoint/2010/main" val="2595562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A75B4557-E0FB-48D2-B847-E150D54C2C24}" type="datetime1">
              <a:rPr lang="fr-CA" smtClean="0"/>
              <a:t>2025-02-12</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C73EB41D-849B-4C0C-8BB4-E1DF9CA5FEE5}" type="slidenum">
              <a:rPr lang="fr-CA" smtClean="0"/>
              <a:t>‹#›</a:t>
            </a:fld>
            <a:endParaRPr lang="fr-CA"/>
          </a:p>
        </p:txBody>
      </p:sp>
    </p:spTree>
    <p:extLst>
      <p:ext uri="{BB962C8B-B14F-4D97-AF65-F5344CB8AC3E}">
        <p14:creationId xmlns:p14="http://schemas.microsoft.com/office/powerpoint/2010/main" val="155671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695083-5551-4294-93CF-C44497872D53}" type="datetime1">
              <a:rPr lang="fr-CA" smtClean="0"/>
              <a:t>2025-02-12</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C73EB41D-849B-4C0C-8BB4-E1DF9CA5FEE5}" type="slidenum">
              <a:rPr lang="fr-CA" smtClean="0"/>
              <a:t>‹#›</a:t>
            </a:fld>
            <a:endParaRPr lang="fr-CA"/>
          </a:p>
        </p:txBody>
      </p:sp>
    </p:spTree>
    <p:extLst>
      <p:ext uri="{BB962C8B-B14F-4D97-AF65-F5344CB8AC3E}">
        <p14:creationId xmlns:p14="http://schemas.microsoft.com/office/powerpoint/2010/main" val="1900585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15447269-29F5-40E6-A763-0FA9862AFB45}" type="datetime1">
              <a:rPr lang="fr-CA" smtClean="0"/>
              <a:t>2025-02-12</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C73EB41D-849B-4C0C-8BB4-E1DF9CA5FEE5}" type="slidenum">
              <a:rPr lang="fr-CA" smtClean="0"/>
              <a:t>‹#›</a:t>
            </a:fld>
            <a:endParaRPr lang="fr-CA"/>
          </a:p>
        </p:txBody>
      </p:sp>
    </p:spTree>
    <p:extLst>
      <p:ext uri="{BB962C8B-B14F-4D97-AF65-F5344CB8AC3E}">
        <p14:creationId xmlns:p14="http://schemas.microsoft.com/office/powerpoint/2010/main" val="3669472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534FD2AB-D8F3-4D00-8CC6-1229A2D991D0}" type="datetime1">
              <a:rPr lang="fr-CA" smtClean="0"/>
              <a:t>2025-02-12</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C73EB41D-849B-4C0C-8BB4-E1DF9CA5FEE5}" type="slidenum">
              <a:rPr lang="fr-CA" smtClean="0"/>
              <a:t>‹#›</a:t>
            </a:fld>
            <a:endParaRPr lang="fr-CA"/>
          </a:p>
        </p:txBody>
      </p:sp>
    </p:spTree>
    <p:extLst>
      <p:ext uri="{BB962C8B-B14F-4D97-AF65-F5344CB8AC3E}">
        <p14:creationId xmlns:p14="http://schemas.microsoft.com/office/powerpoint/2010/main" val="2416285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C32BACCA-EC75-486B-9539-EA8016B721F1}" type="datetime1">
              <a:rPr lang="fr-CA" smtClean="0"/>
              <a:t>2025-02-12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a:t>
            </a:fld>
            <a:endParaRPr lang="fr-CA"/>
          </a:p>
        </p:txBody>
      </p:sp>
    </p:spTree>
    <p:extLst>
      <p:ext uri="{BB962C8B-B14F-4D97-AF65-F5344CB8AC3E}">
        <p14:creationId xmlns:p14="http://schemas.microsoft.com/office/powerpoint/2010/main" val="3417998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59BC0EBE-77FB-402A-B034-B4225D2937BB}" type="datetime1">
              <a:rPr lang="fr-CA" smtClean="0"/>
              <a:t>2025-02-12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a:t>
            </a:fld>
            <a:endParaRPr lang="fr-CA"/>
          </a:p>
        </p:txBody>
      </p:sp>
    </p:spTree>
    <p:extLst>
      <p:ext uri="{BB962C8B-B14F-4D97-AF65-F5344CB8AC3E}">
        <p14:creationId xmlns:p14="http://schemas.microsoft.com/office/powerpoint/2010/main" val="3493970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69CAC-56EF-47B7-88BF-A24454C71550}" type="datetime1">
              <a:rPr lang="fr-CA" smtClean="0"/>
              <a:t>2025-02-12</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3EB41D-849B-4C0C-8BB4-E1DF9CA5FEE5}" type="slidenum">
              <a:rPr lang="fr-CA" smtClean="0"/>
              <a:t>‹#›</a:t>
            </a:fld>
            <a:endParaRPr lang="fr-CA"/>
          </a:p>
        </p:txBody>
      </p:sp>
    </p:spTree>
    <p:extLst>
      <p:ext uri="{BB962C8B-B14F-4D97-AF65-F5344CB8AC3E}">
        <p14:creationId xmlns:p14="http://schemas.microsoft.com/office/powerpoint/2010/main" val="42617392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tags" Target="../tags/tag3.xml"/><Relationship Id="rId7" Type="http://schemas.openxmlformats.org/officeDocument/2006/relationships/notesSlide" Target="../notesSlides/notesSlide1.xml"/><Relationship Id="rId12" Type="http://schemas.microsoft.com/office/2007/relationships/diagramDrawing" Target="../diagrams/drawing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7.xml"/><Relationship Id="rId11" Type="http://schemas.openxmlformats.org/officeDocument/2006/relationships/diagramColors" Target="../diagrams/colors1.xml"/><Relationship Id="rId5" Type="http://schemas.openxmlformats.org/officeDocument/2006/relationships/tags" Target="../tags/tag5.xml"/><Relationship Id="rId10" Type="http://schemas.openxmlformats.org/officeDocument/2006/relationships/diagramQuickStyle" Target="../diagrams/quickStyle1.xml"/><Relationship Id="rId4" Type="http://schemas.openxmlformats.org/officeDocument/2006/relationships/tags" Target="../tags/tag4.xml"/><Relationship Id="rId9"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à coins arrondis 5"/>
          <p:cNvSpPr/>
          <p:nvPr>
            <p:custDataLst>
              <p:tags r:id="rId1"/>
            </p:custDataLst>
          </p:nvPr>
        </p:nvSpPr>
        <p:spPr>
          <a:xfrm>
            <a:off x="854820" y="491490"/>
            <a:ext cx="10849500" cy="12001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extBox 39">
            <a:extLst>
              <a:ext uri="{FF2B5EF4-FFF2-40B4-BE49-F238E27FC236}">
                <a16:creationId xmlns:a16="http://schemas.microsoft.com/office/drawing/2014/main" id="{4F7C04F3-7CCE-184B-8FEF-62BA96BA43D7}"/>
              </a:ext>
            </a:extLst>
          </p:cNvPr>
          <p:cNvSpPr txBox="1"/>
          <p:nvPr>
            <p:custDataLst>
              <p:tags r:id="rId2"/>
            </p:custDataLst>
          </p:nvPr>
        </p:nvSpPr>
        <p:spPr>
          <a:xfrm>
            <a:off x="3886110" y="583359"/>
            <a:ext cx="4419801" cy="461665"/>
          </a:xfrm>
          <a:prstGeom prst="rect">
            <a:avLst/>
          </a:prstGeom>
          <a:noFill/>
        </p:spPr>
        <p:txBody>
          <a:bodyPr wrap="none" rtlCol="0">
            <a:spAutoFit/>
          </a:bodyPr>
          <a:lstStyle/>
          <a:p>
            <a:pPr algn="ctr"/>
            <a:r>
              <a:rPr lang="en-US" sz="2400" b="1">
                <a:solidFill>
                  <a:schemeClr val="bg1"/>
                </a:solidFill>
                <a:latin typeface="Century Gothic" panose="020B0502020202020204" pitchFamily="34" charset="0"/>
                <a:cs typeface="Poppins" pitchFamily="2" charset="77"/>
              </a:rPr>
              <a:t>SÉANCE 6 – Tableau de bord</a:t>
            </a:r>
          </a:p>
        </p:txBody>
      </p:sp>
      <p:sp>
        <p:nvSpPr>
          <p:cNvPr id="4" name="ZoneTexte 3"/>
          <p:cNvSpPr txBox="1"/>
          <p:nvPr>
            <p:custDataLst>
              <p:tags r:id="rId3"/>
            </p:custDataLst>
          </p:nvPr>
        </p:nvSpPr>
        <p:spPr>
          <a:xfrm>
            <a:off x="4577541" y="1045024"/>
            <a:ext cx="3036917" cy="461665"/>
          </a:xfrm>
          <a:prstGeom prst="rect">
            <a:avLst/>
          </a:prstGeom>
          <a:noFill/>
        </p:spPr>
        <p:txBody>
          <a:bodyPr wrap="square" rtlCol="0">
            <a:spAutoFit/>
          </a:bodyPr>
          <a:lstStyle/>
          <a:p>
            <a:r>
              <a:rPr lang="fr-CA" sz="2400">
                <a:solidFill>
                  <a:schemeClr val="bg1"/>
                </a:solidFill>
              </a:rPr>
              <a:t>Objectifs de la séance </a:t>
            </a:r>
          </a:p>
        </p:txBody>
      </p:sp>
      <p:graphicFrame>
        <p:nvGraphicFramePr>
          <p:cNvPr id="7" name="Diagram 5"/>
          <p:cNvGraphicFramePr/>
          <p:nvPr>
            <p:custDataLst>
              <p:tags r:id="rId4"/>
            </p:custDataLst>
            <p:extLst>
              <p:ext uri="{D42A27DB-BD31-4B8C-83A1-F6EECF244321}">
                <p14:modId xmlns:p14="http://schemas.microsoft.com/office/powerpoint/2010/main" val="3369658199"/>
              </p:ext>
            </p:extLst>
          </p:nvPr>
        </p:nvGraphicFramePr>
        <p:xfrm>
          <a:off x="1436913" y="1738690"/>
          <a:ext cx="10072916" cy="426599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Espace réservé du numéro de diapositive 4"/>
          <p:cNvSpPr>
            <a:spLocks noGrp="1"/>
          </p:cNvSpPr>
          <p:nvPr>
            <p:ph type="sldNum" sz="quarter" idx="12"/>
            <p:custDataLst>
              <p:tags r:id="rId5"/>
            </p:custDataLst>
          </p:nvPr>
        </p:nvSpPr>
        <p:spPr/>
        <p:txBody>
          <a:bodyPr/>
          <a:lstStyle/>
          <a:p>
            <a:fld id="{C73EB41D-849B-4C0C-8BB4-E1DF9CA5FEE5}" type="slidenum">
              <a:rPr lang="fr-CA" smtClean="0"/>
              <a:t>1</a:t>
            </a:fld>
            <a:endParaRPr lang="fr-CA"/>
          </a:p>
        </p:txBody>
      </p:sp>
    </p:spTree>
    <p:extLst>
      <p:ext uri="{BB962C8B-B14F-4D97-AF65-F5344CB8AC3E}">
        <p14:creationId xmlns:p14="http://schemas.microsoft.com/office/powerpoint/2010/main" val="647496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0DA834F-95F6-4E37-944B-0EE86ECAB589}"/>
              </a:ext>
            </a:extLst>
          </p:cNvPr>
          <p:cNvSpPr>
            <a:spLocks noGrp="1"/>
          </p:cNvSpPr>
          <p:nvPr>
            <p:ph type="sldNum" sz="quarter" idx="12"/>
          </p:nvPr>
        </p:nvSpPr>
        <p:spPr/>
        <p:txBody>
          <a:bodyPr/>
          <a:lstStyle/>
          <a:p>
            <a:fld id="{C73EB41D-849B-4C0C-8BB4-E1DF9CA5FEE5}" type="slidenum">
              <a:rPr lang="fr-CA" smtClean="0"/>
              <a:t>2</a:t>
            </a:fld>
            <a:endParaRPr lang="fr-CA"/>
          </a:p>
        </p:txBody>
      </p:sp>
      <p:sp>
        <p:nvSpPr>
          <p:cNvPr id="4" name="Rectangle : coins arrondis 3">
            <a:extLst>
              <a:ext uri="{FF2B5EF4-FFF2-40B4-BE49-F238E27FC236}">
                <a16:creationId xmlns:a16="http://schemas.microsoft.com/office/drawing/2014/main" id="{4CF306FC-6EE0-4710-9E8D-B536E2BF4F73}"/>
              </a:ext>
            </a:extLst>
          </p:cNvPr>
          <p:cNvSpPr/>
          <p:nvPr/>
        </p:nvSpPr>
        <p:spPr>
          <a:xfrm>
            <a:off x="3254542" y="1528009"/>
            <a:ext cx="5811252" cy="150455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CA" b="1"/>
              <a:t>Identification des facteurs clés de succès de l’industrie</a:t>
            </a:r>
          </a:p>
          <a:p>
            <a:pPr algn="ctr"/>
            <a:r>
              <a:rPr lang="fr-CA" b="1"/>
              <a:t>Analyse de l’environnement interne et externe</a:t>
            </a:r>
          </a:p>
          <a:p>
            <a:pPr algn="ctr"/>
            <a:r>
              <a:rPr lang="fr-CA" b="1"/>
              <a:t>Analyse de la situation financière</a:t>
            </a:r>
          </a:p>
          <a:p>
            <a:pPr algn="ctr"/>
            <a:r>
              <a:rPr lang="fr-CA" b="1"/>
              <a:t>FFPM </a:t>
            </a:r>
          </a:p>
        </p:txBody>
      </p:sp>
      <p:sp>
        <p:nvSpPr>
          <p:cNvPr id="5" name="Rectangle : coins arrondis 4">
            <a:extLst>
              <a:ext uri="{FF2B5EF4-FFF2-40B4-BE49-F238E27FC236}">
                <a16:creationId xmlns:a16="http://schemas.microsoft.com/office/drawing/2014/main" id="{F614C307-079F-464B-B8D5-DD35E3DA698C}"/>
              </a:ext>
            </a:extLst>
          </p:cNvPr>
          <p:cNvSpPr/>
          <p:nvPr/>
        </p:nvSpPr>
        <p:spPr>
          <a:xfrm>
            <a:off x="3144253" y="136525"/>
            <a:ext cx="6031831" cy="122722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CA" b="1"/>
              <a:t>Vision/Mission/Valeurs </a:t>
            </a:r>
          </a:p>
          <a:p>
            <a:pPr algn="ctr"/>
            <a:r>
              <a:rPr lang="fr-CA" b="1"/>
              <a:t>Stratégie</a:t>
            </a:r>
          </a:p>
          <a:p>
            <a:pPr algn="ctr"/>
            <a:r>
              <a:rPr lang="fr-CA" b="1"/>
              <a:t>Contraintes et limites </a:t>
            </a:r>
          </a:p>
        </p:txBody>
      </p:sp>
      <p:sp>
        <p:nvSpPr>
          <p:cNvPr id="6" name="Rectangle : coins arrondis 5">
            <a:extLst>
              <a:ext uri="{FF2B5EF4-FFF2-40B4-BE49-F238E27FC236}">
                <a16:creationId xmlns:a16="http://schemas.microsoft.com/office/drawing/2014/main" id="{6C135706-776B-4E0A-97DF-5A7BF0478E1F}"/>
              </a:ext>
            </a:extLst>
          </p:cNvPr>
          <p:cNvSpPr/>
          <p:nvPr/>
        </p:nvSpPr>
        <p:spPr>
          <a:xfrm>
            <a:off x="1049488" y="3720049"/>
            <a:ext cx="2430379" cy="263858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CA" b="1"/>
              <a:t>Analyse options stratégiques</a:t>
            </a:r>
          </a:p>
          <a:p>
            <a:pPr marL="285750" indent="-285750">
              <a:buFont typeface="Arial" panose="020B0604020202020204" pitchFamily="34" charset="0"/>
              <a:buChar char="•"/>
            </a:pPr>
            <a:r>
              <a:rPr lang="fr-CA"/>
              <a:t>Analyse quantitative</a:t>
            </a:r>
          </a:p>
          <a:p>
            <a:pPr marL="285750" indent="-285750">
              <a:buFont typeface="Arial" panose="020B0604020202020204" pitchFamily="34" charset="0"/>
              <a:buChar char="•"/>
            </a:pPr>
            <a:r>
              <a:rPr lang="fr-CA"/>
              <a:t>Analyse qualitative</a:t>
            </a:r>
          </a:p>
          <a:p>
            <a:pPr marL="285750" indent="-285750">
              <a:buFont typeface="Arial" panose="020B0604020202020204" pitchFamily="34" charset="0"/>
              <a:buChar char="•"/>
            </a:pPr>
            <a:r>
              <a:rPr lang="fr-CA"/>
              <a:t>Conclusions </a:t>
            </a:r>
          </a:p>
          <a:p>
            <a:pPr algn="ctr"/>
            <a:endParaRPr lang="fr-CA"/>
          </a:p>
        </p:txBody>
      </p:sp>
      <p:cxnSp>
        <p:nvCxnSpPr>
          <p:cNvPr id="8" name="Connecteur droit avec flèche 7">
            <a:extLst>
              <a:ext uri="{FF2B5EF4-FFF2-40B4-BE49-F238E27FC236}">
                <a16:creationId xmlns:a16="http://schemas.microsoft.com/office/drawing/2014/main" id="{92149227-46FB-4400-80DF-9EECC8B230E1}"/>
              </a:ext>
            </a:extLst>
          </p:cNvPr>
          <p:cNvCxnSpPr>
            <a:cxnSpLocks/>
          </p:cNvCxnSpPr>
          <p:nvPr/>
        </p:nvCxnSpPr>
        <p:spPr>
          <a:xfrm flipH="1">
            <a:off x="3043989" y="3032567"/>
            <a:ext cx="590462" cy="685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a:extLst>
              <a:ext uri="{FF2B5EF4-FFF2-40B4-BE49-F238E27FC236}">
                <a16:creationId xmlns:a16="http://schemas.microsoft.com/office/drawing/2014/main" id="{B560BD74-5B17-4FA2-8270-4B9B7D3CFF2D}"/>
              </a:ext>
            </a:extLst>
          </p:cNvPr>
          <p:cNvCxnSpPr>
            <a:cxnSpLocks/>
          </p:cNvCxnSpPr>
          <p:nvPr/>
        </p:nvCxnSpPr>
        <p:spPr>
          <a:xfrm>
            <a:off x="8958805" y="3032567"/>
            <a:ext cx="668461" cy="614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 coins arrondis 11">
            <a:extLst>
              <a:ext uri="{FF2B5EF4-FFF2-40B4-BE49-F238E27FC236}">
                <a16:creationId xmlns:a16="http://schemas.microsoft.com/office/drawing/2014/main" id="{48B60383-9932-4F37-9076-CD79C744D7AB}"/>
              </a:ext>
            </a:extLst>
          </p:cNvPr>
          <p:cNvSpPr/>
          <p:nvPr/>
        </p:nvSpPr>
        <p:spPr>
          <a:xfrm>
            <a:off x="9118933" y="3668425"/>
            <a:ext cx="2438611" cy="268792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CA" b="1"/>
              <a:t>Enjeux opérationnels et de contrôle</a:t>
            </a:r>
          </a:p>
          <a:p>
            <a:pPr marL="285750" indent="-285750">
              <a:buFont typeface="Arial" panose="020B0604020202020204" pitchFamily="34" charset="0"/>
              <a:buChar char="•"/>
            </a:pPr>
            <a:r>
              <a:rPr lang="fr-CA"/>
              <a:t>Gestion des risques </a:t>
            </a:r>
          </a:p>
          <a:p>
            <a:pPr marL="285750" indent="-285750">
              <a:buFont typeface="Arial" panose="020B0604020202020204" pitchFamily="34" charset="0"/>
              <a:buChar char="•"/>
            </a:pPr>
            <a:r>
              <a:rPr lang="fr-CA"/>
              <a:t>Performance</a:t>
            </a:r>
          </a:p>
          <a:p>
            <a:pPr marL="285750" indent="-285750">
              <a:buFont typeface="Arial" panose="020B0604020202020204" pitchFamily="34" charset="0"/>
              <a:buChar char="•"/>
            </a:pPr>
            <a:r>
              <a:rPr lang="fr-CA"/>
              <a:t>Éthique d’affaires</a:t>
            </a:r>
          </a:p>
          <a:p>
            <a:pPr marL="285750" indent="-285750">
              <a:buFont typeface="Arial" panose="020B0604020202020204" pitchFamily="34" charset="0"/>
              <a:buChar char="•"/>
            </a:pPr>
            <a:r>
              <a:rPr lang="fr-CA"/>
              <a:t>Gouvernance</a:t>
            </a:r>
          </a:p>
          <a:p>
            <a:pPr marL="285750" indent="-285750">
              <a:buFont typeface="Arial" panose="020B0604020202020204" pitchFamily="34" charset="0"/>
              <a:buChar char="•"/>
            </a:pPr>
            <a:r>
              <a:rPr lang="fr-CA"/>
              <a:t>Contrôle de gestion</a:t>
            </a:r>
          </a:p>
        </p:txBody>
      </p:sp>
      <p:sp>
        <p:nvSpPr>
          <p:cNvPr id="19" name="Rectangle : coins arrondis 18">
            <a:extLst>
              <a:ext uri="{FF2B5EF4-FFF2-40B4-BE49-F238E27FC236}">
                <a16:creationId xmlns:a16="http://schemas.microsoft.com/office/drawing/2014/main" id="{375D7C13-2742-DE05-35F9-3B4EC5B523EF}"/>
              </a:ext>
            </a:extLst>
          </p:cNvPr>
          <p:cNvSpPr/>
          <p:nvPr/>
        </p:nvSpPr>
        <p:spPr>
          <a:xfrm>
            <a:off x="4883956" y="3693093"/>
            <a:ext cx="2430379" cy="263858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CA" b="1"/>
              <a:t>Recommandations / choix stratégiques </a:t>
            </a:r>
          </a:p>
          <a:p>
            <a:pPr algn="ctr"/>
            <a:r>
              <a:rPr lang="fr-FR" b="1"/>
              <a:t>Recommandation</a:t>
            </a:r>
          </a:p>
          <a:p>
            <a:pPr algn="ctr"/>
            <a:r>
              <a:rPr lang="fr-FR" b="1"/>
              <a:t>stratégique</a:t>
            </a:r>
          </a:p>
          <a:p>
            <a:pPr algn="ctr"/>
            <a:r>
              <a:rPr lang="fr-CA" b="1"/>
              <a:t>Financement</a:t>
            </a:r>
          </a:p>
          <a:p>
            <a:pPr algn="ctr"/>
            <a:r>
              <a:rPr lang="fr-CA" b="1"/>
              <a:t>Mise en œuvre </a:t>
            </a:r>
          </a:p>
          <a:p>
            <a:pPr algn="ctr"/>
            <a:endParaRPr lang="fr-CA" b="1"/>
          </a:p>
        </p:txBody>
      </p:sp>
      <p:cxnSp>
        <p:nvCxnSpPr>
          <p:cNvPr id="20" name="Connecteur droit avec flèche 19">
            <a:extLst>
              <a:ext uri="{FF2B5EF4-FFF2-40B4-BE49-F238E27FC236}">
                <a16:creationId xmlns:a16="http://schemas.microsoft.com/office/drawing/2014/main" id="{C6434881-9D64-C38F-B83C-48DAC42B4709}"/>
              </a:ext>
            </a:extLst>
          </p:cNvPr>
          <p:cNvCxnSpPr>
            <a:cxnSpLocks/>
          </p:cNvCxnSpPr>
          <p:nvPr/>
        </p:nvCxnSpPr>
        <p:spPr>
          <a:xfrm>
            <a:off x="6160168" y="3067743"/>
            <a:ext cx="0" cy="579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572D7376-DDEB-CC8E-3006-2D8DE6586AF2}"/>
              </a:ext>
            </a:extLst>
          </p:cNvPr>
          <p:cNvCxnSpPr>
            <a:cxnSpLocks/>
          </p:cNvCxnSpPr>
          <p:nvPr/>
        </p:nvCxnSpPr>
        <p:spPr>
          <a:xfrm>
            <a:off x="3479867" y="4795231"/>
            <a:ext cx="1404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E697505E-EB43-1003-4D9B-5925BBFE1CA5}"/>
              </a:ext>
            </a:extLst>
          </p:cNvPr>
          <p:cNvCxnSpPr>
            <a:cxnSpLocks/>
          </p:cNvCxnSpPr>
          <p:nvPr/>
        </p:nvCxnSpPr>
        <p:spPr>
          <a:xfrm flipV="1">
            <a:off x="7314335" y="4799587"/>
            <a:ext cx="175145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Rectangle : coins arrondis 2">
            <a:extLst>
              <a:ext uri="{FF2B5EF4-FFF2-40B4-BE49-F238E27FC236}">
                <a16:creationId xmlns:a16="http://schemas.microsoft.com/office/drawing/2014/main" id="{35341546-C5FB-2CE0-43DA-C0F1F9C49151}"/>
              </a:ext>
            </a:extLst>
          </p:cNvPr>
          <p:cNvSpPr/>
          <p:nvPr/>
        </p:nvSpPr>
        <p:spPr>
          <a:xfrm>
            <a:off x="9118933" y="4829824"/>
            <a:ext cx="2430379" cy="365125"/>
          </a:xfrm>
          <a:prstGeom prst="round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Tree>
    <p:extLst>
      <p:ext uri="{BB962C8B-B14F-4D97-AF65-F5344CB8AC3E}">
        <p14:creationId xmlns:p14="http://schemas.microsoft.com/office/powerpoint/2010/main" val="2655519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BD8F85EC-ABA5-4B31-9F86-B659EF6D9306}"/>
              </a:ext>
            </a:extLst>
          </p:cNvPr>
          <p:cNvSpPr>
            <a:spLocks noGrp="1"/>
          </p:cNvSpPr>
          <p:nvPr>
            <p:ph type="sldNum" sz="quarter" idx="12"/>
          </p:nvPr>
        </p:nvSpPr>
        <p:spPr/>
        <p:txBody>
          <a:bodyPr/>
          <a:lstStyle/>
          <a:p>
            <a:fld id="{C73EB41D-849B-4C0C-8BB4-E1DF9CA5FEE5}" type="slidenum">
              <a:rPr lang="fr-CA" smtClean="0"/>
              <a:t>3</a:t>
            </a:fld>
            <a:endParaRPr lang="fr-CA"/>
          </a:p>
        </p:txBody>
      </p:sp>
      <p:sp>
        <p:nvSpPr>
          <p:cNvPr id="5" name="Rectangle : coins arrondis 4">
            <a:extLst>
              <a:ext uri="{FF2B5EF4-FFF2-40B4-BE49-F238E27FC236}">
                <a16:creationId xmlns:a16="http://schemas.microsoft.com/office/drawing/2014/main" id="{55F96540-546D-4F83-86E8-AE8A99AFC1E6}"/>
              </a:ext>
            </a:extLst>
          </p:cNvPr>
          <p:cNvSpPr/>
          <p:nvPr/>
        </p:nvSpPr>
        <p:spPr>
          <a:xfrm>
            <a:off x="831850" y="2268537"/>
            <a:ext cx="9392194" cy="18302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6600" b="1"/>
              <a:t>Carte stratégique </a:t>
            </a:r>
          </a:p>
        </p:txBody>
      </p:sp>
    </p:spTree>
    <p:extLst>
      <p:ext uri="{BB962C8B-B14F-4D97-AF65-F5344CB8AC3E}">
        <p14:creationId xmlns:p14="http://schemas.microsoft.com/office/powerpoint/2010/main" val="4227727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Espace réservé du numéro de diapositive 1"/>
          <p:cNvSpPr>
            <a:spLocks noGrp="1"/>
          </p:cNvSpPr>
          <p:nvPr>
            <p:ph type="sldNum" sz="quarter" idx="12"/>
          </p:nvPr>
        </p:nvSpPr>
        <p:spPr>
          <a:xfrm>
            <a:off x="1981200" y="6356351"/>
            <a:ext cx="2133600" cy="365125"/>
          </a:xfrm>
        </p:spPr>
        <p:txBody>
          <a:bodyPr/>
          <a:lstStyle/>
          <a:p>
            <a:pPr algn="l">
              <a:defRPr/>
            </a:pPr>
            <a:fld id="{14E649E4-2C37-4C0C-A53A-88BBAD8F16FD}" type="slidenum">
              <a:rPr/>
              <a:pPr algn="l">
                <a:defRPr/>
              </a:pPr>
              <a:t>4</a:t>
            </a:fld>
            <a:endParaRPr/>
          </a:p>
        </p:txBody>
      </p:sp>
      <p:sp>
        <p:nvSpPr>
          <p:cNvPr id="53251" name="Rectangle 2"/>
          <p:cNvSpPr>
            <a:spLocks noChangeArrowheads="1"/>
          </p:cNvSpPr>
          <p:nvPr/>
        </p:nvSpPr>
        <p:spPr bwMode="auto">
          <a:xfrm>
            <a:off x="1539876" y="0"/>
            <a:ext cx="9128125" cy="1066800"/>
          </a:xfrm>
          <a:prstGeom prst="rect">
            <a:avLst/>
          </a:prstGeom>
          <a:solidFill>
            <a:schemeClr val="accent5">
              <a:lumMod val="75000"/>
            </a:schemeClr>
          </a:solidFill>
          <a:ln w="28575">
            <a:solidFill>
              <a:schemeClr val="tx1"/>
            </a:solidFill>
            <a:miter lim="800000"/>
            <a:headEnd/>
            <a:tailEnd/>
          </a:ln>
        </p:spPr>
        <p:txBody>
          <a:bodyPr wrap="none" lIns="91427" tIns="45713" rIns="91427" bIns="45713" anchor="ctr"/>
          <a:lstStyle/>
          <a:p>
            <a:pPr algn="ctr" eaLnBrk="0" hangingPunct="0"/>
            <a:endParaRPr lang="fr-FR" sz="1400">
              <a:latin typeface="Constantia" pitchFamily="18" charset="0"/>
              <a:cs typeface="Arial" pitchFamily="34" charset="0"/>
            </a:endParaRPr>
          </a:p>
        </p:txBody>
      </p:sp>
      <p:sp>
        <p:nvSpPr>
          <p:cNvPr id="53252" name="Rectangle 3"/>
          <p:cNvSpPr>
            <a:spLocks noChangeArrowheads="1"/>
          </p:cNvSpPr>
          <p:nvPr/>
        </p:nvSpPr>
        <p:spPr bwMode="auto">
          <a:xfrm>
            <a:off x="1523999" y="1086414"/>
            <a:ext cx="9128125" cy="964173"/>
          </a:xfrm>
          <a:prstGeom prst="rect">
            <a:avLst/>
          </a:prstGeom>
          <a:solidFill>
            <a:schemeClr val="bg1"/>
          </a:solidFill>
          <a:ln w="2857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53" name="Rectangle 4"/>
          <p:cNvSpPr>
            <a:spLocks noChangeArrowheads="1"/>
          </p:cNvSpPr>
          <p:nvPr/>
        </p:nvSpPr>
        <p:spPr bwMode="auto">
          <a:xfrm>
            <a:off x="1555753" y="2066927"/>
            <a:ext cx="9096372" cy="1391774"/>
          </a:xfrm>
          <a:prstGeom prst="rect">
            <a:avLst/>
          </a:prstGeom>
          <a:solidFill>
            <a:schemeClr val="bg1"/>
          </a:solidFill>
          <a:ln w="2857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54" name="Rectangle 5"/>
          <p:cNvSpPr>
            <a:spLocks noChangeArrowheads="1"/>
          </p:cNvSpPr>
          <p:nvPr/>
        </p:nvSpPr>
        <p:spPr bwMode="auto">
          <a:xfrm>
            <a:off x="1539876" y="3429001"/>
            <a:ext cx="9128125" cy="2066925"/>
          </a:xfrm>
          <a:prstGeom prst="rect">
            <a:avLst/>
          </a:prstGeom>
          <a:solidFill>
            <a:schemeClr val="bg1"/>
          </a:solidFill>
          <a:ln w="2857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55" name="Rectangle 6"/>
          <p:cNvSpPr>
            <a:spLocks noChangeArrowheads="1"/>
          </p:cNvSpPr>
          <p:nvPr/>
        </p:nvSpPr>
        <p:spPr bwMode="auto">
          <a:xfrm>
            <a:off x="1539876" y="5476876"/>
            <a:ext cx="9128125" cy="1381125"/>
          </a:xfrm>
          <a:prstGeom prst="rect">
            <a:avLst/>
          </a:prstGeom>
          <a:solidFill>
            <a:schemeClr val="bg1"/>
          </a:solidFill>
          <a:ln w="2857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56" name="Text Box 7"/>
          <p:cNvSpPr txBox="1">
            <a:spLocks noChangeArrowheads="1"/>
          </p:cNvSpPr>
          <p:nvPr/>
        </p:nvSpPr>
        <p:spPr bwMode="auto">
          <a:xfrm>
            <a:off x="1539875" y="160338"/>
            <a:ext cx="1309688" cy="338540"/>
          </a:xfrm>
          <a:prstGeom prst="rect">
            <a:avLst/>
          </a:prstGeom>
          <a:noFill/>
          <a:ln w="9525">
            <a:noFill/>
            <a:miter lim="800000"/>
            <a:headEnd/>
            <a:tailEnd/>
          </a:ln>
        </p:spPr>
        <p:txBody>
          <a:bodyPr lIns="91427" tIns="45713" rIns="91427" bIns="45713">
            <a:spAutoFit/>
          </a:bodyPr>
          <a:lstStyle/>
          <a:p>
            <a:pPr eaLnBrk="0" hangingPunct="0"/>
            <a:r>
              <a:rPr lang="en-US" sz="1600" b="1">
                <a:solidFill>
                  <a:schemeClr val="bg1"/>
                </a:solidFill>
                <a:latin typeface="Constantia" pitchFamily="18" charset="0"/>
                <a:cs typeface="Arial" pitchFamily="34" charset="0"/>
              </a:rPr>
              <a:t>Vision</a:t>
            </a:r>
          </a:p>
        </p:txBody>
      </p:sp>
      <p:sp>
        <p:nvSpPr>
          <p:cNvPr id="53257" name="Text Box 8"/>
          <p:cNvSpPr txBox="1">
            <a:spLocks noChangeArrowheads="1"/>
          </p:cNvSpPr>
          <p:nvPr/>
        </p:nvSpPr>
        <p:spPr bwMode="auto">
          <a:xfrm>
            <a:off x="1524001" y="1143000"/>
            <a:ext cx="1508125" cy="523206"/>
          </a:xfrm>
          <a:prstGeom prst="rect">
            <a:avLst/>
          </a:prstGeom>
          <a:noFill/>
          <a:ln w="9525">
            <a:noFill/>
            <a:miter lim="800000"/>
            <a:headEnd/>
            <a:tailEnd/>
          </a:ln>
        </p:spPr>
        <p:txBody>
          <a:bodyPr lIns="91427" tIns="45713" rIns="91427" bIns="45713">
            <a:spAutoFit/>
          </a:bodyPr>
          <a:lstStyle/>
          <a:p>
            <a:pPr eaLnBrk="0" hangingPunct="0"/>
            <a:r>
              <a:rPr lang="en-US" sz="1400" b="1">
                <a:latin typeface="Constantia" pitchFamily="18" charset="0"/>
                <a:cs typeface="Arial" pitchFamily="34" charset="0"/>
              </a:rPr>
              <a:t>Perspective</a:t>
            </a:r>
          </a:p>
          <a:p>
            <a:pPr eaLnBrk="0" hangingPunct="0"/>
            <a:r>
              <a:rPr lang="en-US" sz="1400" b="1" i="1">
                <a:latin typeface="Constantia" pitchFamily="18" charset="0"/>
                <a:cs typeface="Arial" pitchFamily="34" charset="0"/>
              </a:rPr>
              <a:t>Financière</a:t>
            </a:r>
          </a:p>
        </p:txBody>
      </p:sp>
      <p:sp>
        <p:nvSpPr>
          <p:cNvPr id="53258" name="Text Box 9"/>
          <p:cNvSpPr txBox="1">
            <a:spLocks noChangeArrowheads="1"/>
          </p:cNvSpPr>
          <p:nvPr/>
        </p:nvSpPr>
        <p:spPr bwMode="auto">
          <a:xfrm>
            <a:off x="1539875" y="2438400"/>
            <a:ext cx="1309688" cy="523206"/>
          </a:xfrm>
          <a:prstGeom prst="rect">
            <a:avLst/>
          </a:prstGeom>
          <a:noFill/>
          <a:ln w="9525">
            <a:noFill/>
            <a:miter lim="800000"/>
            <a:headEnd/>
            <a:tailEnd/>
          </a:ln>
        </p:spPr>
        <p:txBody>
          <a:bodyPr lIns="91427" tIns="45713" rIns="91427" bIns="45713">
            <a:spAutoFit/>
          </a:bodyPr>
          <a:lstStyle/>
          <a:p>
            <a:pPr eaLnBrk="0" hangingPunct="0"/>
            <a:r>
              <a:rPr lang="en-US" sz="1400" b="1">
                <a:latin typeface="Constantia" pitchFamily="18" charset="0"/>
                <a:cs typeface="Arial" pitchFamily="34" charset="0"/>
              </a:rPr>
              <a:t>Perspective</a:t>
            </a:r>
          </a:p>
          <a:p>
            <a:pPr eaLnBrk="0" hangingPunct="0"/>
            <a:r>
              <a:rPr lang="en-US" sz="1400" b="1" i="1">
                <a:latin typeface="Constantia" pitchFamily="18" charset="0"/>
                <a:cs typeface="Arial" pitchFamily="34" charset="0"/>
              </a:rPr>
              <a:t>Client</a:t>
            </a:r>
          </a:p>
        </p:txBody>
      </p:sp>
      <p:sp>
        <p:nvSpPr>
          <p:cNvPr id="53259" name="Text Box 10"/>
          <p:cNvSpPr txBox="1">
            <a:spLocks noChangeArrowheads="1"/>
          </p:cNvSpPr>
          <p:nvPr/>
        </p:nvSpPr>
        <p:spPr bwMode="auto">
          <a:xfrm>
            <a:off x="1524000" y="3611563"/>
            <a:ext cx="1309688" cy="738650"/>
          </a:xfrm>
          <a:prstGeom prst="rect">
            <a:avLst/>
          </a:prstGeom>
          <a:noFill/>
          <a:ln w="9525">
            <a:noFill/>
            <a:miter lim="800000"/>
            <a:headEnd/>
            <a:tailEnd/>
          </a:ln>
        </p:spPr>
        <p:txBody>
          <a:bodyPr lIns="91427" tIns="45713" rIns="91427" bIns="45713">
            <a:spAutoFit/>
          </a:bodyPr>
          <a:lstStyle/>
          <a:p>
            <a:pPr eaLnBrk="0" hangingPunct="0"/>
            <a:r>
              <a:rPr lang="en-US" sz="1400" b="1">
                <a:latin typeface="Constantia" pitchFamily="18" charset="0"/>
                <a:cs typeface="Arial" pitchFamily="34" charset="0"/>
              </a:rPr>
              <a:t>Perspective </a:t>
            </a:r>
            <a:r>
              <a:rPr lang="en-US" sz="1400" b="1" i="1" err="1">
                <a:latin typeface="Constantia" pitchFamily="18" charset="0"/>
                <a:cs typeface="Arial" pitchFamily="34" charset="0"/>
              </a:rPr>
              <a:t>Processus</a:t>
            </a:r>
            <a:endParaRPr lang="en-US" sz="1400" b="1" i="1">
              <a:latin typeface="Constantia" pitchFamily="18" charset="0"/>
              <a:cs typeface="Arial" pitchFamily="34" charset="0"/>
            </a:endParaRPr>
          </a:p>
          <a:p>
            <a:pPr eaLnBrk="0" hangingPunct="0"/>
            <a:r>
              <a:rPr lang="en-US" sz="1400" b="1" i="1" err="1">
                <a:latin typeface="Constantia" pitchFamily="18" charset="0"/>
                <a:cs typeface="Arial" pitchFamily="34" charset="0"/>
              </a:rPr>
              <a:t>internes</a:t>
            </a:r>
            <a:endParaRPr lang="en-US" sz="1400" b="1" i="1">
              <a:latin typeface="Constantia" pitchFamily="18" charset="0"/>
              <a:cs typeface="Arial" pitchFamily="34" charset="0"/>
            </a:endParaRPr>
          </a:p>
        </p:txBody>
      </p:sp>
      <p:sp>
        <p:nvSpPr>
          <p:cNvPr id="53260" name="Text Box 11"/>
          <p:cNvSpPr txBox="1">
            <a:spLocks noChangeArrowheads="1"/>
          </p:cNvSpPr>
          <p:nvPr/>
        </p:nvSpPr>
        <p:spPr bwMode="auto">
          <a:xfrm>
            <a:off x="1524000" y="5592763"/>
            <a:ext cx="1403648" cy="738650"/>
          </a:xfrm>
          <a:prstGeom prst="rect">
            <a:avLst/>
          </a:prstGeom>
          <a:noFill/>
          <a:ln w="9525">
            <a:noFill/>
            <a:miter lim="800000"/>
            <a:headEnd/>
            <a:tailEnd/>
          </a:ln>
        </p:spPr>
        <p:txBody>
          <a:bodyPr wrap="square" lIns="91427" tIns="45713" rIns="91427" bIns="45713">
            <a:spAutoFit/>
          </a:bodyPr>
          <a:lstStyle/>
          <a:p>
            <a:pPr eaLnBrk="0" hangingPunct="0"/>
            <a:r>
              <a:rPr lang="en-US" sz="1400" b="1">
                <a:latin typeface="Constantia" pitchFamily="18" charset="0"/>
                <a:cs typeface="Arial" pitchFamily="34" charset="0"/>
              </a:rPr>
              <a:t>Perspective</a:t>
            </a:r>
          </a:p>
          <a:p>
            <a:pPr eaLnBrk="0" hangingPunct="0"/>
            <a:r>
              <a:rPr lang="en-US" sz="1400" b="1" i="1">
                <a:latin typeface="Constantia" pitchFamily="18" charset="0"/>
                <a:cs typeface="Arial" pitchFamily="34" charset="0"/>
              </a:rPr>
              <a:t>Innovation et </a:t>
            </a:r>
            <a:r>
              <a:rPr lang="en-US" sz="1400" b="1" i="1" err="1">
                <a:latin typeface="Constantia" pitchFamily="18" charset="0"/>
                <a:cs typeface="Arial" pitchFamily="34" charset="0"/>
              </a:rPr>
              <a:t>apprentissage</a:t>
            </a:r>
            <a:endParaRPr lang="en-US" sz="1400" b="1" i="1">
              <a:latin typeface="Constantia" pitchFamily="18" charset="0"/>
              <a:cs typeface="Arial" pitchFamily="34" charset="0"/>
            </a:endParaRPr>
          </a:p>
        </p:txBody>
      </p:sp>
      <p:sp>
        <p:nvSpPr>
          <p:cNvPr id="53261" name="AutoShape 12"/>
          <p:cNvSpPr>
            <a:spLocks noChangeArrowheads="1"/>
          </p:cNvSpPr>
          <p:nvPr/>
        </p:nvSpPr>
        <p:spPr bwMode="auto">
          <a:xfrm>
            <a:off x="1676400" y="5257800"/>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62" name="AutoShape 13"/>
          <p:cNvSpPr>
            <a:spLocks noChangeArrowheads="1"/>
          </p:cNvSpPr>
          <p:nvPr/>
        </p:nvSpPr>
        <p:spPr bwMode="auto">
          <a:xfrm>
            <a:off x="1676400" y="3276600"/>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63" name="AutoShape 14"/>
          <p:cNvSpPr>
            <a:spLocks noChangeArrowheads="1"/>
          </p:cNvSpPr>
          <p:nvPr/>
        </p:nvSpPr>
        <p:spPr bwMode="auto">
          <a:xfrm>
            <a:off x="1676400" y="838200"/>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64" name="AutoShape 15"/>
          <p:cNvSpPr>
            <a:spLocks noChangeArrowheads="1"/>
          </p:cNvSpPr>
          <p:nvPr/>
        </p:nvSpPr>
        <p:spPr bwMode="auto">
          <a:xfrm>
            <a:off x="1752600" y="2057400"/>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728080" name="AutoShape 16"/>
          <p:cNvSpPr>
            <a:spLocks noChangeArrowheads="1"/>
          </p:cNvSpPr>
          <p:nvPr/>
        </p:nvSpPr>
        <p:spPr bwMode="auto">
          <a:xfrm>
            <a:off x="4718878" y="2867397"/>
            <a:ext cx="1143000" cy="489125"/>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Accroître</a:t>
            </a:r>
            <a:r>
              <a:rPr lang="en-US" sz="1050" b="1">
                <a:latin typeface="Constantia" pitchFamily="18" charset="0"/>
                <a:cs typeface="Arial" pitchFamily="34" charset="0"/>
              </a:rPr>
              <a:t> </a:t>
            </a:r>
          </a:p>
          <a:p>
            <a:pPr algn="ctr" eaLnBrk="0" hangingPunct="0">
              <a:defRPr/>
            </a:pPr>
            <a:r>
              <a:rPr lang="en-US" sz="1050" b="1">
                <a:latin typeface="Constantia" pitchFamily="18" charset="0"/>
                <a:cs typeface="Arial" pitchFamily="34" charset="0"/>
              </a:rPr>
              <a:t>les ventes</a:t>
            </a:r>
          </a:p>
        </p:txBody>
      </p:sp>
      <p:sp>
        <p:nvSpPr>
          <p:cNvPr id="728081" name="AutoShape 17"/>
          <p:cNvSpPr>
            <a:spLocks noChangeArrowheads="1"/>
          </p:cNvSpPr>
          <p:nvPr/>
        </p:nvSpPr>
        <p:spPr bwMode="auto">
          <a:xfrm>
            <a:off x="7358063" y="1458227"/>
            <a:ext cx="1143000" cy="50307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Contrôler</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 les </a:t>
            </a:r>
            <a:r>
              <a:rPr lang="en-US" sz="1050" b="1" err="1">
                <a:latin typeface="Constantia" pitchFamily="18" charset="0"/>
                <a:cs typeface="Arial" pitchFamily="34" charset="0"/>
              </a:rPr>
              <a:t>coûts</a:t>
            </a:r>
            <a:endParaRPr lang="en-US" sz="1050" b="1">
              <a:latin typeface="Constantia" pitchFamily="18" charset="0"/>
              <a:cs typeface="Arial" pitchFamily="34" charset="0"/>
            </a:endParaRPr>
          </a:p>
        </p:txBody>
      </p:sp>
      <p:sp>
        <p:nvSpPr>
          <p:cNvPr id="728082" name="AutoShape 18"/>
          <p:cNvSpPr>
            <a:spLocks noChangeArrowheads="1"/>
          </p:cNvSpPr>
          <p:nvPr/>
        </p:nvSpPr>
        <p:spPr bwMode="auto">
          <a:xfrm>
            <a:off x="3190006" y="2857924"/>
            <a:ext cx="1295400" cy="477763"/>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a:latin typeface="Constantia" pitchFamily="18" charset="0"/>
                <a:cs typeface="Arial" pitchFamily="34" charset="0"/>
              </a:rPr>
              <a:t>Assurer un service </a:t>
            </a:r>
          </a:p>
          <a:p>
            <a:pPr algn="ctr" eaLnBrk="0" hangingPunct="0">
              <a:defRPr/>
            </a:pPr>
            <a:r>
              <a:rPr lang="en-US" sz="1050" b="1">
                <a:latin typeface="Constantia" pitchFamily="18" charset="0"/>
                <a:cs typeface="Arial" pitchFamily="34" charset="0"/>
              </a:rPr>
              <a:t>hors pair</a:t>
            </a:r>
          </a:p>
        </p:txBody>
      </p:sp>
      <p:sp>
        <p:nvSpPr>
          <p:cNvPr id="728083" name="AutoShape 19"/>
          <p:cNvSpPr>
            <a:spLocks noChangeArrowheads="1"/>
          </p:cNvSpPr>
          <p:nvPr/>
        </p:nvSpPr>
        <p:spPr bwMode="auto">
          <a:xfrm>
            <a:off x="5084612" y="2432694"/>
            <a:ext cx="1371600" cy="34252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Satisfaire</a:t>
            </a:r>
            <a:r>
              <a:rPr lang="en-US" sz="1050" b="1">
                <a:latin typeface="Constantia" pitchFamily="18" charset="0"/>
                <a:cs typeface="Arial" pitchFamily="34" charset="0"/>
              </a:rPr>
              <a:t> les clients</a:t>
            </a:r>
          </a:p>
        </p:txBody>
      </p:sp>
      <p:sp>
        <p:nvSpPr>
          <p:cNvPr id="728084" name="AutoShape 20"/>
          <p:cNvSpPr>
            <a:spLocks noChangeArrowheads="1"/>
          </p:cNvSpPr>
          <p:nvPr/>
        </p:nvSpPr>
        <p:spPr bwMode="auto">
          <a:xfrm>
            <a:off x="7227016" y="2269663"/>
            <a:ext cx="1219200" cy="34252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a:latin typeface="Constantia" pitchFamily="18" charset="0"/>
                <a:cs typeface="Arial" pitchFamily="34" charset="0"/>
              </a:rPr>
              <a:t>Nouveaux clients</a:t>
            </a:r>
          </a:p>
        </p:txBody>
      </p:sp>
      <p:sp>
        <p:nvSpPr>
          <p:cNvPr id="728085" name="AutoShape 21"/>
          <p:cNvSpPr>
            <a:spLocks noChangeArrowheads="1"/>
          </p:cNvSpPr>
          <p:nvPr/>
        </p:nvSpPr>
        <p:spPr bwMode="auto">
          <a:xfrm>
            <a:off x="5857006" y="4594934"/>
            <a:ext cx="13716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Accroître</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la </a:t>
            </a:r>
            <a:r>
              <a:rPr lang="en-US" sz="1050" b="1" err="1">
                <a:latin typeface="Constantia" pitchFamily="18" charset="0"/>
                <a:cs typeface="Arial" pitchFamily="34" charset="0"/>
              </a:rPr>
              <a:t>productivité</a:t>
            </a:r>
            <a:endParaRPr lang="en-US" sz="1050" b="1">
              <a:latin typeface="Constantia" pitchFamily="18" charset="0"/>
              <a:cs typeface="Arial" pitchFamily="34" charset="0"/>
            </a:endParaRPr>
          </a:p>
          <a:p>
            <a:pPr algn="ctr" eaLnBrk="0" hangingPunct="0">
              <a:defRPr/>
            </a:pPr>
            <a:endParaRPr lang="en-US" sz="1050" b="1">
              <a:latin typeface="Constantia" pitchFamily="18" charset="0"/>
              <a:cs typeface="Arial" pitchFamily="34" charset="0"/>
            </a:endParaRPr>
          </a:p>
        </p:txBody>
      </p:sp>
      <p:sp>
        <p:nvSpPr>
          <p:cNvPr id="728086" name="AutoShape 22"/>
          <p:cNvSpPr>
            <a:spLocks noChangeArrowheads="1"/>
          </p:cNvSpPr>
          <p:nvPr/>
        </p:nvSpPr>
        <p:spPr bwMode="auto">
          <a:xfrm>
            <a:off x="3143399" y="3661039"/>
            <a:ext cx="13716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Réduire</a:t>
            </a:r>
            <a:r>
              <a:rPr lang="en-US" sz="1050" b="1">
                <a:latin typeface="Constantia" pitchFamily="18" charset="0"/>
                <a:cs typeface="Arial" pitchFamily="34" charset="0"/>
              </a:rPr>
              <a:t> les </a:t>
            </a:r>
            <a:r>
              <a:rPr lang="en-US" sz="1050" b="1" err="1">
                <a:latin typeface="Constantia" pitchFamily="18" charset="0"/>
                <a:cs typeface="Arial" pitchFamily="34" charset="0"/>
              </a:rPr>
              <a:t>plaintes</a:t>
            </a:r>
            <a:endParaRPr lang="en-US" sz="1050" b="1">
              <a:latin typeface="Constantia" pitchFamily="18" charset="0"/>
              <a:cs typeface="Arial" pitchFamily="34" charset="0"/>
            </a:endParaRPr>
          </a:p>
        </p:txBody>
      </p:sp>
      <p:sp>
        <p:nvSpPr>
          <p:cNvPr id="728087" name="AutoShape 23"/>
          <p:cNvSpPr>
            <a:spLocks noChangeArrowheads="1"/>
          </p:cNvSpPr>
          <p:nvPr/>
        </p:nvSpPr>
        <p:spPr bwMode="auto">
          <a:xfrm>
            <a:off x="8935320" y="4588738"/>
            <a:ext cx="16002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Gérer</a:t>
            </a:r>
            <a:r>
              <a:rPr lang="en-US" sz="1050" b="1">
                <a:latin typeface="Constantia" pitchFamily="18" charset="0"/>
                <a:cs typeface="Arial" pitchFamily="34" charset="0"/>
              </a:rPr>
              <a:t> les </a:t>
            </a:r>
          </a:p>
          <a:p>
            <a:pPr algn="ctr" eaLnBrk="0" hangingPunct="0">
              <a:defRPr/>
            </a:pPr>
            <a:r>
              <a:rPr lang="en-US" sz="1050" b="1" err="1">
                <a:latin typeface="Constantia" pitchFamily="18" charset="0"/>
                <a:cs typeface="Arial" pitchFamily="34" charset="0"/>
              </a:rPr>
              <a:t>investissements</a:t>
            </a:r>
            <a:endParaRPr lang="en-US" sz="1050" b="1">
              <a:latin typeface="Constantia" pitchFamily="18" charset="0"/>
              <a:cs typeface="Arial" pitchFamily="34" charset="0"/>
            </a:endParaRPr>
          </a:p>
        </p:txBody>
      </p:sp>
      <p:sp>
        <p:nvSpPr>
          <p:cNvPr id="728088" name="AutoShape 24"/>
          <p:cNvSpPr>
            <a:spLocks noChangeArrowheads="1"/>
          </p:cNvSpPr>
          <p:nvPr/>
        </p:nvSpPr>
        <p:spPr bwMode="auto">
          <a:xfrm>
            <a:off x="8596313" y="2947988"/>
            <a:ext cx="1447800" cy="43204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Concevoir</a:t>
            </a:r>
            <a:r>
              <a:rPr lang="en-US" sz="1050" b="1">
                <a:latin typeface="Constantia" pitchFamily="18" charset="0"/>
                <a:cs typeface="Arial" pitchFamily="34" charset="0"/>
              </a:rPr>
              <a:t> des </a:t>
            </a:r>
          </a:p>
          <a:p>
            <a:pPr algn="ctr" eaLnBrk="0" hangingPunct="0">
              <a:defRPr/>
            </a:pPr>
            <a:r>
              <a:rPr lang="en-US" sz="1050" b="1">
                <a:latin typeface="Constantia" pitchFamily="18" charset="0"/>
                <a:cs typeface="Arial" pitchFamily="34" charset="0"/>
              </a:rPr>
              <a:t>pr0duits </a:t>
            </a:r>
            <a:r>
              <a:rPr lang="en-US" sz="1050" b="1" err="1">
                <a:latin typeface="Constantia" pitchFamily="18" charset="0"/>
                <a:cs typeface="Arial" pitchFamily="34" charset="0"/>
              </a:rPr>
              <a:t>attrayants</a:t>
            </a:r>
            <a:endParaRPr lang="en-US" sz="1050" b="1">
              <a:latin typeface="Constantia" pitchFamily="18" charset="0"/>
              <a:cs typeface="Arial" pitchFamily="34" charset="0"/>
            </a:endParaRPr>
          </a:p>
        </p:txBody>
      </p:sp>
      <p:sp>
        <p:nvSpPr>
          <p:cNvPr id="728089" name="AutoShape 25"/>
          <p:cNvSpPr>
            <a:spLocks noChangeArrowheads="1"/>
          </p:cNvSpPr>
          <p:nvPr/>
        </p:nvSpPr>
        <p:spPr bwMode="auto">
          <a:xfrm>
            <a:off x="4902994" y="3686553"/>
            <a:ext cx="13716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Réduire</a:t>
            </a:r>
            <a:r>
              <a:rPr lang="en-US" sz="1050" b="1">
                <a:latin typeface="Constantia" pitchFamily="18" charset="0"/>
                <a:cs typeface="Arial" pitchFamily="34" charset="0"/>
              </a:rPr>
              <a:t> le </a:t>
            </a:r>
          </a:p>
          <a:p>
            <a:pPr algn="ctr" eaLnBrk="0" hangingPunct="0">
              <a:defRPr/>
            </a:pPr>
            <a:r>
              <a:rPr lang="en-US" sz="1050" b="1">
                <a:latin typeface="Constantia" pitchFamily="18" charset="0"/>
                <a:cs typeface="Arial" pitchFamily="34" charset="0"/>
              </a:rPr>
              <a:t>temps de cycle</a:t>
            </a:r>
          </a:p>
        </p:txBody>
      </p:sp>
      <p:sp>
        <p:nvSpPr>
          <p:cNvPr id="728091" name="AutoShape 27"/>
          <p:cNvSpPr>
            <a:spLocks noChangeArrowheads="1"/>
          </p:cNvSpPr>
          <p:nvPr/>
        </p:nvSpPr>
        <p:spPr bwMode="auto">
          <a:xfrm>
            <a:off x="3048000" y="5791200"/>
            <a:ext cx="14478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Recruter</a:t>
            </a:r>
            <a:r>
              <a:rPr lang="en-US" sz="1050" b="1">
                <a:latin typeface="Constantia" pitchFamily="18" charset="0"/>
                <a:cs typeface="Arial" pitchFamily="34" charset="0"/>
              </a:rPr>
              <a:t> et  </a:t>
            </a:r>
            <a:r>
              <a:rPr lang="en-US" sz="1050" b="1" err="1">
                <a:latin typeface="Constantia" pitchFamily="18" charset="0"/>
                <a:cs typeface="Arial" pitchFamily="34" charset="0"/>
              </a:rPr>
              <a:t>retenir</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des </a:t>
            </a:r>
            <a:r>
              <a:rPr lang="en-US" sz="1050" b="1" err="1">
                <a:latin typeface="Constantia" pitchFamily="18" charset="0"/>
                <a:cs typeface="Arial" pitchFamily="34" charset="0"/>
              </a:rPr>
              <a:t>employés</a:t>
            </a:r>
            <a:r>
              <a:rPr lang="en-US" sz="1050" b="1">
                <a:latin typeface="Constantia" pitchFamily="18" charset="0"/>
                <a:cs typeface="Arial" pitchFamily="34" charset="0"/>
              </a:rPr>
              <a:t> </a:t>
            </a:r>
          </a:p>
          <a:p>
            <a:pPr algn="ctr" eaLnBrk="0" hangingPunct="0">
              <a:defRPr/>
            </a:pPr>
            <a:r>
              <a:rPr lang="en-US" sz="1050" b="1" err="1">
                <a:latin typeface="Constantia" pitchFamily="18" charset="0"/>
                <a:cs typeface="Arial" pitchFamily="34" charset="0"/>
              </a:rPr>
              <a:t>compétents</a:t>
            </a:r>
            <a:endParaRPr lang="en-US" sz="1050" b="1">
              <a:latin typeface="Constantia" pitchFamily="18" charset="0"/>
              <a:cs typeface="Arial" pitchFamily="34" charset="0"/>
            </a:endParaRPr>
          </a:p>
        </p:txBody>
      </p:sp>
      <p:sp>
        <p:nvSpPr>
          <p:cNvPr id="728092" name="AutoShape 28"/>
          <p:cNvSpPr>
            <a:spLocks noChangeArrowheads="1"/>
          </p:cNvSpPr>
          <p:nvPr/>
        </p:nvSpPr>
        <p:spPr bwMode="auto">
          <a:xfrm>
            <a:off x="5486400" y="5791200"/>
            <a:ext cx="15240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Améliorer</a:t>
            </a:r>
            <a:r>
              <a:rPr lang="en-US" sz="1050" b="1">
                <a:latin typeface="Constantia" pitchFamily="18" charset="0"/>
                <a:cs typeface="Arial" pitchFamily="34" charset="0"/>
              </a:rPr>
              <a:t> les </a:t>
            </a:r>
            <a:r>
              <a:rPr lang="en-US" sz="1050" b="1" err="1">
                <a:latin typeface="Constantia" pitchFamily="18" charset="0"/>
                <a:cs typeface="Arial" pitchFamily="34" charset="0"/>
              </a:rPr>
              <a:t>systèmes</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 </a:t>
            </a:r>
            <a:r>
              <a:rPr lang="en-US" sz="1050" b="1" err="1">
                <a:latin typeface="Constantia" pitchFamily="18" charset="0"/>
                <a:cs typeface="Arial" pitchFamily="34" charset="0"/>
              </a:rPr>
              <a:t>d’information</a:t>
            </a:r>
            <a:endParaRPr lang="en-US" sz="1050" b="1">
              <a:latin typeface="Constantia" pitchFamily="18" charset="0"/>
              <a:cs typeface="Arial" pitchFamily="34" charset="0"/>
            </a:endParaRPr>
          </a:p>
        </p:txBody>
      </p:sp>
      <p:sp>
        <p:nvSpPr>
          <p:cNvPr id="728093" name="AutoShape 29"/>
          <p:cNvSpPr>
            <a:spLocks noChangeArrowheads="1"/>
          </p:cNvSpPr>
          <p:nvPr/>
        </p:nvSpPr>
        <p:spPr bwMode="auto">
          <a:xfrm>
            <a:off x="8001000" y="5791200"/>
            <a:ext cx="18288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Maintenir</a:t>
            </a:r>
            <a:r>
              <a:rPr lang="en-US" sz="1050" b="1">
                <a:latin typeface="Constantia" pitchFamily="18" charset="0"/>
                <a:cs typeface="Arial" pitchFamily="34" charset="0"/>
              </a:rPr>
              <a:t> des </a:t>
            </a:r>
            <a:r>
              <a:rPr lang="en-US" sz="1050" b="1" err="1">
                <a:latin typeface="Constantia" pitchFamily="18" charset="0"/>
                <a:cs typeface="Arial" pitchFamily="34" charset="0"/>
              </a:rPr>
              <a:t>équipements</a:t>
            </a:r>
            <a:r>
              <a:rPr lang="en-US" sz="1050" b="1">
                <a:latin typeface="Constantia" pitchFamily="18" charset="0"/>
                <a:cs typeface="Arial" pitchFamily="34" charset="0"/>
              </a:rPr>
              <a:t> </a:t>
            </a:r>
          </a:p>
          <a:p>
            <a:pPr algn="ctr" eaLnBrk="0" hangingPunct="0">
              <a:defRPr/>
            </a:pPr>
            <a:r>
              <a:rPr lang="en-US" sz="1050" b="1">
                <a:latin typeface="Constantia" pitchFamily="18" charset="0"/>
                <a:cs typeface="Arial" pitchFamily="34" charset="0"/>
              </a:rPr>
              <a:t>et </a:t>
            </a:r>
            <a:r>
              <a:rPr lang="en-US" sz="1050" b="1" err="1">
                <a:latin typeface="Constantia" pitchFamily="18" charset="0"/>
                <a:cs typeface="Arial" pitchFamily="34" charset="0"/>
              </a:rPr>
              <a:t>une</a:t>
            </a:r>
            <a:r>
              <a:rPr lang="en-US" sz="1050" b="1">
                <a:latin typeface="Constantia" pitchFamily="18" charset="0"/>
                <a:cs typeface="Arial" pitchFamily="34" charset="0"/>
              </a:rPr>
              <a:t> infrastructure</a:t>
            </a:r>
          </a:p>
          <a:p>
            <a:pPr algn="ctr" eaLnBrk="0" hangingPunct="0">
              <a:defRPr/>
            </a:pPr>
            <a:r>
              <a:rPr lang="en-US" sz="1050" b="1" err="1">
                <a:latin typeface="Constantia" pitchFamily="18" charset="0"/>
                <a:cs typeface="Arial" pitchFamily="34" charset="0"/>
              </a:rPr>
              <a:t>performante</a:t>
            </a:r>
            <a:endParaRPr lang="en-US" sz="1050" b="1">
              <a:latin typeface="Constantia" pitchFamily="18" charset="0"/>
              <a:cs typeface="Arial" pitchFamily="34" charset="0"/>
            </a:endParaRPr>
          </a:p>
        </p:txBody>
      </p:sp>
      <p:sp>
        <p:nvSpPr>
          <p:cNvPr id="53279" name="Rectangle 30"/>
          <p:cNvSpPr>
            <a:spLocks noChangeArrowheads="1"/>
          </p:cNvSpPr>
          <p:nvPr/>
        </p:nvSpPr>
        <p:spPr bwMode="auto">
          <a:xfrm>
            <a:off x="3952875" y="214313"/>
            <a:ext cx="4643438" cy="685800"/>
          </a:xfrm>
          <a:prstGeom prst="rect">
            <a:avLst/>
          </a:prstGeom>
          <a:solidFill>
            <a:srgbClr val="FFFFFF"/>
          </a:solidFill>
          <a:ln w="9525" algn="ctr">
            <a:solidFill>
              <a:schemeClr val="tx1"/>
            </a:solidFill>
            <a:miter lim="800000"/>
            <a:headEnd/>
            <a:tailEnd/>
          </a:ln>
        </p:spPr>
        <p:txBody>
          <a:bodyPr wrap="none" anchor="ctr"/>
          <a:lstStyle/>
          <a:p>
            <a:pPr algn="ctr" eaLnBrk="0" hangingPunct="0"/>
            <a:r>
              <a:rPr lang="en-US" sz="1400" b="1" err="1">
                <a:latin typeface="Constantia" pitchFamily="18" charset="0"/>
                <a:cs typeface="Arial" pitchFamily="34" charset="0"/>
              </a:rPr>
              <a:t>Améliorer</a:t>
            </a:r>
            <a:r>
              <a:rPr lang="en-US" sz="1400" b="1">
                <a:latin typeface="Constantia" pitchFamily="18" charset="0"/>
                <a:cs typeface="Arial" pitchFamily="34" charset="0"/>
              </a:rPr>
              <a:t> le </a:t>
            </a:r>
            <a:r>
              <a:rPr lang="en-US" sz="1400" b="1" err="1">
                <a:latin typeface="Constantia" pitchFamily="18" charset="0"/>
                <a:cs typeface="Arial" pitchFamily="34" charset="0"/>
              </a:rPr>
              <a:t>rendement</a:t>
            </a:r>
            <a:r>
              <a:rPr lang="en-US" sz="1400" b="1">
                <a:latin typeface="Constantia" pitchFamily="18" charset="0"/>
                <a:cs typeface="Arial" pitchFamily="34" charset="0"/>
              </a:rPr>
              <a:t> des </a:t>
            </a:r>
            <a:r>
              <a:rPr lang="en-US" sz="1400" b="1" err="1">
                <a:latin typeface="Constantia" pitchFamily="18" charset="0"/>
                <a:cs typeface="Arial" pitchFamily="34" charset="0"/>
              </a:rPr>
              <a:t>actionnaires</a:t>
            </a:r>
            <a:endParaRPr lang="en-US" sz="1400" b="1">
              <a:latin typeface="Constantia" pitchFamily="18" charset="0"/>
              <a:cs typeface="Arial" pitchFamily="34" charset="0"/>
            </a:endParaRPr>
          </a:p>
        </p:txBody>
      </p:sp>
      <p:sp>
        <p:nvSpPr>
          <p:cNvPr id="50" name="AutoShape 22"/>
          <p:cNvSpPr>
            <a:spLocks noChangeArrowheads="1"/>
          </p:cNvSpPr>
          <p:nvPr/>
        </p:nvSpPr>
        <p:spPr bwMode="auto">
          <a:xfrm>
            <a:off x="8524798" y="3619104"/>
            <a:ext cx="13716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Calculer</a:t>
            </a:r>
            <a:r>
              <a:rPr lang="en-US" sz="1050" b="1">
                <a:latin typeface="Constantia" pitchFamily="18" charset="0"/>
                <a:cs typeface="Arial" pitchFamily="34" charset="0"/>
              </a:rPr>
              <a:t> le </a:t>
            </a:r>
            <a:r>
              <a:rPr lang="en-US" sz="1050" b="1" err="1">
                <a:latin typeface="Constantia" pitchFamily="18" charset="0"/>
                <a:cs typeface="Arial" pitchFamily="34" charset="0"/>
              </a:rPr>
              <a:t>coût</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 de </a:t>
            </a:r>
            <a:r>
              <a:rPr lang="en-US" sz="1050" b="1" err="1">
                <a:latin typeface="Constantia" pitchFamily="18" charset="0"/>
                <a:cs typeface="Arial" pitchFamily="34" charset="0"/>
              </a:rPr>
              <a:t>revient</a:t>
            </a:r>
            <a:endParaRPr lang="en-US" sz="1050" b="1">
              <a:latin typeface="Constantia" pitchFamily="18" charset="0"/>
              <a:cs typeface="Arial" pitchFamily="34" charset="0"/>
            </a:endParaRPr>
          </a:p>
        </p:txBody>
      </p:sp>
      <p:sp>
        <p:nvSpPr>
          <p:cNvPr id="34" name="AutoShape 20">
            <a:extLst>
              <a:ext uri="{FF2B5EF4-FFF2-40B4-BE49-F238E27FC236}">
                <a16:creationId xmlns:a16="http://schemas.microsoft.com/office/drawing/2014/main" id="{8C544AFD-6B41-4323-B6F7-E88E1432C03D}"/>
              </a:ext>
            </a:extLst>
          </p:cNvPr>
          <p:cNvSpPr>
            <a:spLocks noChangeArrowheads="1"/>
          </p:cNvSpPr>
          <p:nvPr/>
        </p:nvSpPr>
        <p:spPr bwMode="auto">
          <a:xfrm>
            <a:off x="6261295" y="2988978"/>
            <a:ext cx="1219200" cy="304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a:latin typeface="Constantia" pitchFamily="18" charset="0"/>
                <a:cs typeface="Arial" pitchFamily="34" charset="0"/>
              </a:rPr>
              <a:t>Prix </a:t>
            </a:r>
            <a:r>
              <a:rPr lang="en-US" sz="1050" b="1" err="1">
                <a:latin typeface="Constantia" pitchFamily="18" charset="0"/>
                <a:cs typeface="Arial" pitchFamily="34" charset="0"/>
              </a:rPr>
              <a:t>concurrentiels</a:t>
            </a:r>
            <a:endParaRPr lang="en-US" sz="1050" b="1">
              <a:latin typeface="Constantia" pitchFamily="18" charset="0"/>
              <a:cs typeface="Arial" pitchFamily="34" charset="0"/>
            </a:endParaRPr>
          </a:p>
        </p:txBody>
      </p:sp>
      <p:sp>
        <p:nvSpPr>
          <p:cNvPr id="35" name="AutoShape 20">
            <a:extLst>
              <a:ext uri="{FF2B5EF4-FFF2-40B4-BE49-F238E27FC236}">
                <a16:creationId xmlns:a16="http://schemas.microsoft.com/office/drawing/2014/main" id="{10F26061-F697-4149-82DE-D39E3B14E935}"/>
              </a:ext>
            </a:extLst>
          </p:cNvPr>
          <p:cNvSpPr>
            <a:spLocks noChangeArrowheads="1"/>
          </p:cNvSpPr>
          <p:nvPr/>
        </p:nvSpPr>
        <p:spPr bwMode="auto">
          <a:xfrm>
            <a:off x="3190006" y="2250717"/>
            <a:ext cx="1219200" cy="34252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Retenir</a:t>
            </a:r>
            <a:r>
              <a:rPr lang="en-US" sz="1050" b="1">
                <a:latin typeface="Constantia" pitchFamily="18" charset="0"/>
                <a:cs typeface="Arial" pitchFamily="34" charset="0"/>
              </a:rPr>
              <a:t> clients</a:t>
            </a:r>
          </a:p>
        </p:txBody>
      </p:sp>
      <p:sp>
        <p:nvSpPr>
          <p:cNvPr id="37" name="AutoShape 21">
            <a:extLst>
              <a:ext uri="{FF2B5EF4-FFF2-40B4-BE49-F238E27FC236}">
                <a16:creationId xmlns:a16="http://schemas.microsoft.com/office/drawing/2014/main" id="{10670588-8A1D-49D2-8947-7514C5D67B53}"/>
              </a:ext>
            </a:extLst>
          </p:cNvPr>
          <p:cNvSpPr>
            <a:spLocks noChangeArrowheads="1"/>
          </p:cNvSpPr>
          <p:nvPr/>
        </p:nvSpPr>
        <p:spPr bwMode="auto">
          <a:xfrm>
            <a:off x="3194602" y="4667627"/>
            <a:ext cx="1189323"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Contrôler</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la </a:t>
            </a:r>
            <a:r>
              <a:rPr lang="en-US" sz="1050" b="1" err="1">
                <a:latin typeface="Constantia" pitchFamily="18" charset="0"/>
                <a:cs typeface="Arial" pitchFamily="34" charset="0"/>
              </a:rPr>
              <a:t>qualité</a:t>
            </a:r>
            <a:endParaRPr lang="en-US" sz="1050" b="1">
              <a:latin typeface="Constantia" pitchFamily="18" charset="0"/>
              <a:cs typeface="Arial" pitchFamily="34" charset="0"/>
            </a:endParaRPr>
          </a:p>
        </p:txBody>
      </p:sp>
      <p:sp>
        <p:nvSpPr>
          <p:cNvPr id="38" name="AutoShape 17">
            <a:extLst>
              <a:ext uri="{FF2B5EF4-FFF2-40B4-BE49-F238E27FC236}">
                <a16:creationId xmlns:a16="http://schemas.microsoft.com/office/drawing/2014/main" id="{43AAB18E-A4D8-49CF-8CDA-AAE821E13A3B}"/>
              </a:ext>
            </a:extLst>
          </p:cNvPr>
          <p:cNvSpPr>
            <a:spLocks noChangeArrowheads="1"/>
          </p:cNvSpPr>
          <p:nvPr/>
        </p:nvSpPr>
        <p:spPr bwMode="auto">
          <a:xfrm>
            <a:off x="5285506" y="1220329"/>
            <a:ext cx="1143000" cy="50307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Améliorer</a:t>
            </a:r>
            <a:r>
              <a:rPr lang="en-US" sz="1050" b="1">
                <a:latin typeface="Constantia" pitchFamily="18" charset="0"/>
                <a:cs typeface="Arial" pitchFamily="34" charset="0"/>
              </a:rPr>
              <a:t> </a:t>
            </a:r>
          </a:p>
          <a:p>
            <a:pPr algn="ctr" eaLnBrk="0" hangingPunct="0">
              <a:defRPr/>
            </a:pPr>
            <a:r>
              <a:rPr lang="en-US" sz="1050" b="1" err="1">
                <a:latin typeface="Constantia" pitchFamily="18" charset="0"/>
                <a:cs typeface="Arial" pitchFamily="34" charset="0"/>
              </a:rPr>
              <a:t>rendement</a:t>
            </a:r>
            <a:endParaRPr lang="en-US" sz="1050" b="1">
              <a:latin typeface="Constantia" pitchFamily="18" charset="0"/>
              <a:cs typeface="Arial" pitchFamily="34" charset="0"/>
            </a:endParaRPr>
          </a:p>
        </p:txBody>
      </p:sp>
      <p:sp>
        <p:nvSpPr>
          <p:cNvPr id="39" name="AutoShape 21">
            <a:extLst>
              <a:ext uri="{FF2B5EF4-FFF2-40B4-BE49-F238E27FC236}">
                <a16:creationId xmlns:a16="http://schemas.microsoft.com/office/drawing/2014/main" id="{CD35ED37-CCB7-4EBD-A7F0-B3E5F542D52B}"/>
              </a:ext>
            </a:extLst>
          </p:cNvPr>
          <p:cNvSpPr>
            <a:spLocks noChangeArrowheads="1"/>
          </p:cNvSpPr>
          <p:nvPr/>
        </p:nvSpPr>
        <p:spPr bwMode="auto">
          <a:xfrm>
            <a:off x="4523549" y="4637369"/>
            <a:ext cx="1189323" cy="685799"/>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Réduire</a:t>
            </a:r>
            <a:r>
              <a:rPr lang="en-US" sz="1050" b="1">
                <a:latin typeface="Constantia" pitchFamily="18" charset="0"/>
                <a:cs typeface="Arial" pitchFamily="34" charset="0"/>
              </a:rPr>
              <a:t> les </a:t>
            </a:r>
            <a:r>
              <a:rPr lang="en-US" sz="1050" b="1" err="1">
                <a:latin typeface="Constantia" pitchFamily="18" charset="0"/>
                <a:cs typeface="Arial" pitchFamily="34" charset="0"/>
              </a:rPr>
              <a:t>délais</a:t>
            </a:r>
            <a:r>
              <a:rPr lang="en-US" sz="1050" b="1">
                <a:latin typeface="Constantia" pitchFamily="18" charset="0"/>
                <a:cs typeface="Arial" pitchFamily="34" charset="0"/>
              </a:rPr>
              <a:t> </a:t>
            </a:r>
          </a:p>
          <a:p>
            <a:pPr algn="ctr" eaLnBrk="0" hangingPunct="0">
              <a:defRPr/>
            </a:pPr>
            <a:r>
              <a:rPr lang="en-US" sz="1050" b="1">
                <a:latin typeface="Constantia" pitchFamily="18" charset="0"/>
                <a:cs typeface="Arial" pitchFamily="34" charset="0"/>
              </a:rPr>
              <a:t>de livraison</a:t>
            </a:r>
          </a:p>
          <a:p>
            <a:pPr algn="ctr" eaLnBrk="0" hangingPunct="0">
              <a:defRPr/>
            </a:pPr>
            <a:endParaRPr lang="en-US" sz="1050" b="1">
              <a:latin typeface="Constantia" pitchFamily="18" charset="0"/>
              <a:cs typeface="Arial" pitchFamily="34" charset="0"/>
            </a:endParaRPr>
          </a:p>
        </p:txBody>
      </p:sp>
      <p:sp>
        <p:nvSpPr>
          <p:cNvPr id="40" name="AutoShape 22">
            <a:extLst>
              <a:ext uri="{FF2B5EF4-FFF2-40B4-BE49-F238E27FC236}">
                <a16:creationId xmlns:a16="http://schemas.microsoft.com/office/drawing/2014/main" id="{46DDD6D6-1DA4-4717-AB27-5DC74C9D7552}"/>
              </a:ext>
            </a:extLst>
          </p:cNvPr>
          <p:cNvSpPr>
            <a:spLocks noChangeArrowheads="1"/>
          </p:cNvSpPr>
          <p:nvPr/>
        </p:nvSpPr>
        <p:spPr bwMode="auto">
          <a:xfrm>
            <a:off x="7424096" y="4588738"/>
            <a:ext cx="13716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a:latin typeface="Constantia" pitchFamily="18" charset="0"/>
                <a:cs typeface="Arial" pitchFamily="34" charset="0"/>
              </a:rPr>
              <a:t>Revoir planification</a:t>
            </a:r>
          </a:p>
          <a:p>
            <a:pPr algn="ctr" eaLnBrk="0" hangingPunct="0">
              <a:defRPr/>
            </a:pPr>
            <a:r>
              <a:rPr lang="en-US" sz="1050" b="1">
                <a:latin typeface="Constantia" pitchFamily="18" charset="0"/>
                <a:cs typeface="Arial" pitchFamily="34" charset="0"/>
              </a:rPr>
              <a:t> </a:t>
            </a:r>
            <a:r>
              <a:rPr lang="en-US" sz="1050" b="1" err="1">
                <a:latin typeface="Constantia" pitchFamily="18" charset="0"/>
                <a:cs typeface="Arial" pitchFamily="34" charset="0"/>
              </a:rPr>
              <a:t>stratégique</a:t>
            </a:r>
            <a:endParaRPr lang="en-US" sz="1050" b="1">
              <a:latin typeface="Constantia" pitchFamily="18" charset="0"/>
              <a:cs typeface="Arial" pitchFamily="34" charset="0"/>
            </a:endParaRPr>
          </a:p>
        </p:txBody>
      </p:sp>
      <p:sp>
        <p:nvSpPr>
          <p:cNvPr id="41" name="AutoShape 26">
            <a:extLst>
              <a:ext uri="{FF2B5EF4-FFF2-40B4-BE49-F238E27FC236}">
                <a16:creationId xmlns:a16="http://schemas.microsoft.com/office/drawing/2014/main" id="{41F51D1D-EEA8-4432-AD80-7E94453220EE}"/>
              </a:ext>
            </a:extLst>
          </p:cNvPr>
          <p:cNvSpPr>
            <a:spLocks noChangeArrowheads="1"/>
          </p:cNvSpPr>
          <p:nvPr/>
        </p:nvSpPr>
        <p:spPr bwMode="auto">
          <a:xfrm>
            <a:off x="6926982" y="4077212"/>
            <a:ext cx="1074018" cy="418375"/>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Comprendre</a:t>
            </a:r>
            <a:r>
              <a:rPr lang="en-US" sz="1050" b="1">
                <a:latin typeface="Constantia" pitchFamily="18" charset="0"/>
                <a:cs typeface="Arial" pitchFamily="34" charset="0"/>
              </a:rPr>
              <a:t> </a:t>
            </a:r>
          </a:p>
          <a:p>
            <a:pPr algn="ctr" eaLnBrk="0" hangingPunct="0">
              <a:defRPr/>
            </a:pPr>
            <a:r>
              <a:rPr lang="en-US" sz="1050" b="1" err="1">
                <a:latin typeface="Constantia" pitchFamily="18" charset="0"/>
                <a:cs typeface="Arial" pitchFamily="34" charset="0"/>
              </a:rPr>
              <a:t>besoins</a:t>
            </a:r>
            <a:r>
              <a:rPr lang="en-US" sz="1050" b="1">
                <a:latin typeface="Constantia" pitchFamily="18" charset="0"/>
                <a:cs typeface="Arial" pitchFamily="34" charset="0"/>
              </a:rPr>
              <a:t> clients</a:t>
            </a:r>
          </a:p>
        </p:txBody>
      </p:sp>
      <p:sp>
        <p:nvSpPr>
          <p:cNvPr id="42" name="AutoShape 21">
            <a:extLst>
              <a:ext uri="{FF2B5EF4-FFF2-40B4-BE49-F238E27FC236}">
                <a16:creationId xmlns:a16="http://schemas.microsoft.com/office/drawing/2014/main" id="{A0CD403E-33F4-4DEC-9BBD-B47F63708DE2}"/>
              </a:ext>
            </a:extLst>
          </p:cNvPr>
          <p:cNvSpPr>
            <a:spLocks noChangeArrowheads="1"/>
          </p:cNvSpPr>
          <p:nvPr/>
        </p:nvSpPr>
        <p:spPr bwMode="auto">
          <a:xfrm>
            <a:off x="1905000" y="4695045"/>
            <a:ext cx="1142003"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Améliorer</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 la </a:t>
            </a:r>
            <a:r>
              <a:rPr lang="en-US" sz="1050" b="1" err="1">
                <a:latin typeface="Constantia" pitchFamily="18" charset="0"/>
                <a:cs typeface="Arial" pitchFamily="34" charset="0"/>
              </a:rPr>
              <a:t>stratégie</a:t>
            </a:r>
            <a:endParaRPr lang="en-US" sz="1050" b="1">
              <a:latin typeface="Constantia" pitchFamily="18" charset="0"/>
              <a:cs typeface="Arial" pitchFamily="34" charset="0"/>
            </a:endParaRPr>
          </a:p>
        </p:txBody>
      </p:sp>
    </p:spTree>
    <p:custDataLst>
      <p:tags r:id="rId1"/>
    </p:custDataLst>
    <p:extLst>
      <p:ext uri="{BB962C8B-B14F-4D97-AF65-F5344CB8AC3E}">
        <p14:creationId xmlns:p14="http://schemas.microsoft.com/office/powerpoint/2010/main" val="2332977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Espace réservé du numéro de diapositive 1"/>
          <p:cNvSpPr>
            <a:spLocks noGrp="1"/>
          </p:cNvSpPr>
          <p:nvPr>
            <p:ph type="sldNum" sz="quarter" idx="12"/>
          </p:nvPr>
        </p:nvSpPr>
        <p:spPr>
          <a:xfrm>
            <a:off x="1981200" y="6356351"/>
            <a:ext cx="2133600" cy="365125"/>
          </a:xfrm>
        </p:spPr>
        <p:txBody>
          <a:bodyPr/>
          <a:lstStyle/>
          <a:p>
            <a:pPr algn="l">
              <a:defRPr/>
            </a:pPr>
            <a:fld id="{14E649E4-2C37-4C0C-A53A-88BBAD8F16FD}" type="slidenum">
              <a:rPr/>
              <a:pPr algn="l">
                <a:defRPr/>
              </a:pPr>
              <a:t>5</a:t>
            </a:fld>
            <a:endParaRPr/>
          </a:p>
        </p:txBody>
      </p:sp>
      <p:sp>
        <p:nvSpPr>
          <p:cNvPr id="53251" name="Rectangle 2"/>
          <p:cNvSpPr>
            <a:spLocks noChangeArrowheads="1"/>
          </p:cNvSpPr>
          <p:nvPr/>
        </p:nvSpPr>
        <p:spPr bwMode="auto">
          <a:xfrm>
            <a:off x="1539876" y="0"/>
            <a:ext cx="9128125" cy="1066800"/>
          </a:xfrm>
          <a:prstGeom prst="rect">
            <a:avLst/>
          </a:prstGeom>
          <a:solidFill>
            <a:schemeClr val="accent5">
              <a:lumMod val="75000"/>
            </a:schemeClr>
          </a:solidFill>
          <a:ln w="28575">
            <a:solidFill>
              <a:schemeClr val="tx1"/>
            </a:solidFill>
            <a:miter lim="800000"/>
            <a:headEnd/>
            <a:tailEnd/>
          </a:ln>
        </p:spPr>
        <p:txBody>
          <a:bodyPr wrap="none" lIns="91427" tIns="45713" rIns="91427" bIns="45713" anchor="ctr"/>
          <a:lstStyle/>
          <a:p>
            <a:pPr algn="ctr" eaLnBrk="0" hangingPunct="0"/>
            <a:endParaRPr lang="fr-FR" sz="1400">
              <a:latin typeface="Constantia" pitchFamily="18" charset="0"/>
              <a:cs typeface="Arial" pitchFamily="34" charset="0"/>
            </a:endParaRPr>
          </a:p>
        </p:txBody>
      </p:sp>
      <p:sp>
        <p:nvSpPr>
          <p:cNvPr id="53252" name="Rectangle 3"/>
          <p:cNvSpPr>
            <a:spLocks noChangeArrowheads="1"/>
          </p:cNvSpPr>
          <p:nvPr/>
        </p:nvSpPr>
        <p:spPr bwMode="auto">
          <a:xfrm>
            <a:off x="1539875" y="1060225"/>
            <a:ext cx="9128125" cy="964173"/>
          </a:xfrm>
          <a:prstGeom prst="rect">
            <a:avLst/>
          </a:prstGeom>
          <a:solidFill>
            <a:schemeClr val="bg1"/>
          </a:solidFill>
          <a:ln w="2857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53" name="Rectangle 4"/>
          <p:cNvSpPr>
            <a:spLocks noChangeArrowheads="1"/>
          </p:cNvSpPr>
          <p:nvPr/>
        </p:nvSpPr>
        <p:spPr bwMode="auto">
          <a:xfrm>
            <a:off x="1555752" y="1988171"/>
            <a:ext cx="9096372" cy="1391774"/>
          </a:xfrm>
          <a:prstGeom prst="rect">
            <a:avLst/>
          </a:prstGeom>
          <a:solidFill>
            <a:schemeClr val="bg1"/>
          </a:solidFill>
          <a:ln w="2857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54" name="Rectangle 5"/>
          <p:cNvSpPr>
            <a:spLocks noChangeArrowheads="1"/>
          </p:cNvSpPr>
          <p:nvPr/>
        </p:nvSpPr>
        <p:spPr bwMode="auto">
          <a:xfrm>
            <a:off x="1539876" y="3429001"/>
            <a:ext cx="9128125" cy="2066925"/>
          </a:xfrm>
          <a:prstGeom prst="rect">
            <a:avLst/>
          </a:prstGeom>
          <a:solidFill>
            <a:schemeClr val="bg1"/>
          </a:solidFill>
          <a:ln w="2857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55" name="Rectangle 6"/>
          <p:cNvSpPr>
            <a:spLocks noChangeArrowheads="1"/>
          </p:cNvSpPr>
          <p:nvPr/>
        </p:nvSpPr>
        <p:spPr bwMode="auto">
          <a:xfrm>
            <a:off x="1539876" y="5476876"/>
            <a:ext cx="9128125" cy="1381125"/>
          </a:xfrm>
          <a:prstGeom prst="rect">
            <a:avLst/>
          </a:prstGeom>
          <a:solidFill>
            <a:schemeClr val="bg1"/>
          </a:solidFill>
          <a:ln w="2857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56" name="Text Box 7"/>
          <p:cNvSpPr txBox="1">
            <a:spLocks noChangeArrowheads="1"/>
          </p:cNvSpPr>
          <p:nvPr/>
        </p:nvSpPr>
        <p:spPr bwMode="auto">
          <a:xfrm>
            <a:off x="1539875" y="160338"/>
            <a:ext cx="1309688" cy="338540"/>
          </a:xfrm>
          <a:prstGeom prst="rect">
            <a:avLst/>
          </a:prstGeom>
          <a:noFill/>
          <a:ln w="9525">
            <a:noFill/>
            <a:miter lim="800000"/>
            <a:headEnd/>
            <a:tailEnd/>
          </a:ln>
        </p:spPr>
        <p:txBody>
          <a:bodyPr lIns="91427" tIns="45713" rIns="91427" bIns="45713">
            <a:spAutoFit/>
          </a:bodyPr>
          <a:lstStyle/>
          <a:p>
            <a:pPr eaLnBrk="0" hangingPunct="0"/>
            <a:r>
              <a:rPr lang="en-US" sz="1600" b="1">
                <a:solidFill>
                  <a:schemeClr val="bg1"/>
                </a:solidFill>
                <a:latin typeface="Constantia" pitchFamily="18" charset="0"/>
                <a:cs typeface="Arial" pitchFamily="34" charset="0"/>
              </a:rPr>
              <a:t>Vision</a:t>
            </a:r>
          </a:p>
        </p:txBody>
      </p:sp>
      <p:sp>
        <p:nvSpPr>
          <p:cNvPr id="53257" name="Text Box 8"/>
          <p:cNvSpPr txBox="1">
            <a:spLocks noChangeArrowheads="1"/>
          </p:cNvSpPr>
          <p:nvPr/>
        </p:nvSpPr>
        <p:spPr bwMode="auto">
          <a:xfrm>
            <a:off x="1524001" y="1143000"/>
            <a:ext cx="1508125" cy="523206"/>
          </a:xfrm>
          <a:prstGeom prst="rect">
            <a:avLst/>
          </a:prstGeom>
          <a:noFill/>
          <a:ln w="9525">
            <a:noFill/>
            <a:miter lim="800000"/>
            <a:headEnd/>
            <a:tailEnd/>
          </a:ln>
        </p:spPr>
        <p:txBody>
          <a:bodyPr lIns="91427" tIns="45713" rIns="91427" bIns="45713">
            <a:spAutoFit/>
          </a:bodyPr>
          <a:lstStyle/>
          <a:p>
            <a:pPr eaLnBrk="0" hangingPunct="0"/>
            <a:r>
              <a:rPr lang="en-US" sz="1400" b="1">
                <a:latin typeface="Constantia" pitchFamily="18" charset="0"/>
                <a:cs typeface="Arial" pitchFamily="34" charset="0"/>
              </a:rPr>
              <a:t>Perspective</a:t>
            </a:r>
          </a:p>
          <a:p>
            <a:pPr eaLnBrk="0" hangingPunct="0"/>
            <a:r>
              <a:rPr lang="en-US" sz="1400" b="1" i="1">
                <a:latin typeface="Constantia" pitchFamily="18" charset="0"/>
                <a:cs typeface="Arial" pitchFamily="34" charset="0"/>
              </a:rPr>
              <a:t>Financière</a:t>
            </a:r>
          </a:p>
        </p:txBody>
      </p:sp>
      <p:sp>
        <p:nvSpPr>
          <p:cNvPr id="53258" name="Text Box 9"/>
          <p:cNvSpPr txBox="1">
            <a:spLocks noChangeArrowheads="1"/>
          </p:cNvSpPr>
          <p:nvPr/>
        </p:nvSpPr>
        <p:spPr bwMode="auto">
          <a:xfrm>
            <a:off x="1539875" y="2438400"/>
            <a:ext cx="1309688" cy="523206"/>
          </a:xfrm>
          <a:prstGeom prst="rect">
            <a:avLst/>
          </a:prstGeom>
          <a:noFill/>
          <a:ln w="9525">
            <a:noFill/>
            <a:miter lim="800000"/>
            <a:headEnd/>
            <a:tailEnd/>
          </a:ln>
        </p:spPr>
        <p:txBody>
          <a:bodyPr lIns="91427" tIns="45713" rIns="91427" bIns="45713">
            <a:spAutoFit/>
          </a:bodyPr>
          <a:lstStyle/>
          <a:p>
            <a:pPr eaLnBrk="0" hangingPunct="0"/>
            <a:r>
              <a:rPr lang="en-US" sz="1400" b="1">
                <a:latin typeface="Constantia" pitchFamily="18" charset="0"/>
                <a:cs typeface="Arial" pitchFamily="34" charset="0"/>
              </a:rPr>
              <a:t>Perspective</a:t>
            </a:r>
          </a:p>
          <a:p>
            <a:pPr eaLnBrk="0" hangingPunct="0"/>
            <a:r>
              <a:rPr lang="en-US" sz="1400" b="1" i="1">
                <a:latin typeface="Constantia" pitchFamily="18" charset="0"/>
                <a:cs typeface="Arial" pitchFamily="34" charset="0"/>
              </a:rPr>
              <a:t>Client</a:t>
            </a:r>
          </a:p>
        </p:txBody>
      </p:sp>
      <p:sp>
        <p:nvSpPr>
          <p:cNvPr id="53259" name="Text Box 10"/>
          <p:cNvSpPr txBox="1">
            <a:spLocks noChangeArrowheads="1"/>
          </p:cNvSpPr>
          <p:nvPr/>
        </p:nvSpPr>
        <p:spPr bwMode="auto">
          <a:xfrm>
            <a:off x="1524000" y="3611563"/>
            <a:ext cx="1309688" cy="738650"/>
          </a:xfrm>
          <a:prstGeom prst="rect">
            <a:avLst/>
          </a:prstGeom>
          <a:noFill/>
          <a:ln w="9525">
            <a:noFill/>
            <a:miter lim="800000"/>
            <a:headEnd/>
            <a:tailEnd/>
          </a:ln>
        </p:spPr>
        <p:txBody>
          <a:bodyPr lIns="91427" tIns="45713" rIns="91427" bIns="45713">
            <a:spAutoFit/>
          </a:bodyPr>
          <a:lstStyle/>
          <a:p>
            <a:pPr eaLnBrk="0" hangingPunct="0"/>
            <a:r>
              <a:rPr lang="en-US" sz="1400" b="1">
                <a:latin typeface="Constantia" pitchFamily="18" charset="0"/>
                <a:cs typeface="Arial" pitchFamily="34" charset="0"/>
              </a:rPr>
              <a:t>Perspective </a:t>
            </a:r>
            <a:r>
              <a:rPr lang="en-US" sz="1400" b="1" i="1" err="1">
                <a:latin typeface="Constantia" pitchFamily="18" charset="0"/>
                <a:cs typeface="Arial" pitchFamily="34" charset="0"/>
              </a:rPr>
              <a:t>Processus</a:t>
            </a:r>
            <a:endParaRPr lang="en-US" sz="1400" b="1" i="1">
              <a:latin typeface="Constantia" pitchFamily="18" charset="0"/>
              <a:cs typeface="Arial" pitchFamily="34" charset="0"/>
            </a:endParaRPr>
          </a:p>
          <a:p>
            <a:pPr eaLnBrk="0" hangingPunct="0"/>
            <a:r>
              <a:rPr lang="en-US" sz="1400" b="1" i="1" err="1">
                <a:latin typeface="Constantia" pitchFamily="18" charset="0"/>
                <a:cs typeface="Arial" pitchFamily="34" charset="0"/>
              </a:rPr>
              <a:t>internes</a:t>
            </a:r>
            <a:endParaRPr lang="en-US" sz="1400" b="1" i="1">
              <a:latin typeface="Constantia" pitchFamily="18" charset="0"/>
              <a:cs typeface="Arial" pitchFamily="34" charset="0"/>
            </a:endParaRPr>
          </a:p>
        </p:txBody>
      </p:sp>
      <p:sp>
        <p:nvSpPr>
          <p:cNvPr id="53261" name="AutoShape 12"/>
          <p:cNvSpPr>
            <a:spLocks noChangeArrowheads="1"/>
          </p:cNvSpPr>
          <p:nvPr/>
        </p:nvSpPr>
        <p:spPr bwMode="auto">
          <a:xfrm>
            <a:off x="1676400" y="5257800"/>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62" name="AutoShape 13"/>
          <p:cNvSpPr>
            <a:spLocks noChangeArrowheads="1"/>
          </p:cNvSpPr>
          <p:nvPr/>
        </p:nvSpPr>
        <p:spPr bwMode="auto">
          <a:xfrm>
            <a:off x="1676400" y="3276600"/>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63" name="AutoShape 14"/>
          <p:cNvSpPr>
            <a:spLocks noChangeArrowheads="1"/>
          </p:cNvSpPr>
          <p:nvPr/>
        </p:nvSpPr>
        <p:spPr bwMode="auto">
          <a:xfrm>
            <a:off x="1676400" y="838200"/>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53264" name="AutoShape 15"/>
          <p:cNvSpPr>
            <a:spLocks noChangeArrowheads="1"/>
          </p:cNvSpPr>
          <p:nvPr/>
        </p:nvSpPr>
        <p:spPr bwMode="auto">
          <a:xfrm>
            <a:off x="1752600" y="2057400"/>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728080" name="AutoShape 16"/>
          <p:cNvSpPr>
            <a:spLocks noChangeArrowheads="1"/>
          </p:cNvSpPr>
          <p:nvPr/>
        </p:nvSpPr>
        <p:spPr bwMode="auto">
          <a:xfrm>
            <a:off x="3427833" y="1487649"/>
            <a:ext cx="1143000" cy="50307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Accroître</a:t>
            </a:r>
            <a:r>
              <a:rPr lang="en-US" sz="1050" b="1">
                <a:latin typeface="Constantia" pitchFamily="18" charset="0"/>
                <a:cs typeface="Arial" pitchFamily="34" charset="0"/>
              </a:rPr>
              <a:t> </a:t>
            </a:r>
          </a:p>
          <a:p>
            <a:pPr algn="ctr" eaLnBrk="0" hangingPunct="0">
              <a:defRPr/>
            </a:pPr>
            <a:r>
              <a:rPr lang="en-US" sz="1050" b="1">
                <a:latin typeface="Constantia" pitchFamily="18" charset="0"/>
                <a:cs typeface="Arial" pitchFamily="34" charset="0"/>
              </a:rPr>
              <a:t>les </a:t>
            </a:r>
            <a:r>
              <a:rPr lang="en-US" sz="1050" b="1" err="1">
                <a:latin typeface="Constantia" pitchFamily="18" charset="0"/>
                <a:cs typeface="Arial" pitchFamily="34" charset="0"/>
              </a:rPr>
              <a:t>revenus</a:t>
            </a:r>
            <a:endParaRPr lang="en-US" sz="1050" b="1">
              <a:latin typeface="Constantia" pitchFamily="18" charset="0"/>
              <a:cs typeface="Arial" pitchFamily="34" charset="0"/>
            </a:endParaRPr>
          </a:p>
        </p:txBody>
      </p:sp>
      <p:sp>
        <p:nvSpPr>
          <p:cNvPr id="728081" name="AutoShape 17"/>
          <p:cNvSpPr>
            <a:spLocks noChangeArrowheads="1"/>
          </p:cNvSpPr>
          <p:nvPr/>
        </p:nvSpPr>
        <p:spPr bwMode="auto">
          <a:xfrm>
            <a:off x="7358063" y="1458227"/>
            <a:ext cx="1143000" cy="50307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Contrôler</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 les </a:t>
            </a:r>
            <a:r>
              <a:rPr lang="en-US" sz="1050" b="1" err="1">
                <a:latin typeface="Constantia" pitchFamily="18" charset="0"/>
                <a:cs typeface="Arial" pitchFamily="34" charset="0"/>
              </a:rPr>
              <a:t>coûts</a:t>
            </a:r>
            <a:endParaRPr lang="en-US" sz="1050" b="1">
              <a:latin typeface="Constantia" pitchFamily="18" charset="0"/>
              <a:cs typeface="Arial" pitchFamily="34" charset="0"/>
            </a:endParaRPr>
          </a:p>
        </p:txBody>
      </p:sp>
      <p:sp>
        <p:nvSpPr>
          <p:cNvPr id="728082" name="AutoShape 18"/>
          <p:cNvSpPr>
            <a:spLocks noChangeArrowheads="1"/>
          </p:cNvSpPr>
          <p:nvPr/>
        </p:nvSpPr>
        <p:spPr bwMode="auto">
          <a:xfrm>
            <a:off x="3621014" y="2810178"/>
            <a:ext cx="1295400" cy="477763"/>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a:latin typeface="Constantia" pitchFamily="18" charset="0"/>
                <a:cs typeface="Arial" pitchFamily="34" charset="0"/>
              </a:rPr>
              <a:t>Assurer un service </a:t>
            </a:r>
          </a:p>
          <a:p>
            <a:pPr algn="ctr" eaLnBrk="0" hangingPunct="0">
              <a:defRPr/>
            </a:pPr>
            <a:r>
              <a:rPr lang="en-US" sz="1050" b="1">
                <a:latin typeface="Constantia" pitchFamily="18" charset="0"/>
                <a:cs typeface="Arial" pitchFamily="34" charset="0"/>
              </a:rPr>
              <a:t>hors pair</a:t>
            </a:r>
          </a:p>
        </p:txBody>
      </p:sp>
      <p:sp>
        <p:nvSpPr>
          <p:cNvPr id="728083" name="AutoShape 19"/>
          <p:cNvSpPr>
            <a:spLocks noChangeArrowheads="1"/>
          </p:cNvSpPr>
          <p:nvPr/>
        </p:nvSpPr>
        <p:spPr bwMode="auto">
          <a:xfrm>
            <a:off x="5060078" y="2465913"/>
            <a:ext cx="1371600" cy="34252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Satisfaire</a:t>
            </a:r>
            <a:r>
              <a:rPr lang="en-US" sz="1050" b="1">
                <a:latin typeface="Constantia" pitchFamily="18" charset="0"/>
                <a:cs typeface="Arial" pitchFamily="34" charset="0"/>
              </a:rPr>
              <a:t> les clients</a:t>
            </a:r>
          </a:p>
        </p:txBody>
      </p:sp>
      <p:sp>
        <p:nvSpPr>
          <p:cNvPr id="728084" name="AutoShape 20"/>
          <p:cNvSpPr>
            <a:spLocks noChangeArrowheads="1"/>
          </p:cNvSpPr>
          <p:nvPr/>
        </p:nvSpPr>
        <p:spPr bwMode="auto">
          <a:xfrm>
            <a:off x="7077708" y="2185727"/>
            <a:ext cx="1932941" cy="42035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Attirer</a:t>
            </a:r>
            <a:r>
              <a:rPr lang="en-US" sz="1050" b="1">
                <a:latin typeface="Constantia" pitchFamily="18" charset="0"/>
                <a:cs typeface="Arial" pitchFamily="34" charset="0"/>
              </a:rPr>
              <a:t> de nouveaux clients</a:t>
            </a:r>
          </a:p>
        </p:txBody>
      </p:sp>
      <p:sp>
        <p:nvSpPr>
          <p:cNvPr id="728085" name="AutoShape 21"/>
          <p:cNvSpPr>
            <a:spLocks noChangeArrowheads="1"/>
          </p:cNvSpPr>
          <p:nvPr/>
        </p:nvSpPr>
        <p:spPr bwMode="auto">
          <a:xfrm>
            <a:off x="6607595" y="4717320"/>
            <a:ext cx="13716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Accroître</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la </a:t>
            </a:r>
            <a:r>
              <a:rPr lang="en-US" sz="1050" b="1" err="1">
                <a:latin typeface="Constantia" pitchFamily="18" charset="0"/>
                <a:cs typeface="Arial" pitchFamily="34" charset="0"/>
              </a:rPr>
              <a:t>productivité</a:t>
            </a:r>
            <a:endParaRPr lang="en-US" sz="1050" b="1">
              <a:latin typeface="Constantia" pitchFamily="18" charset="0"/>
              <a:cs typeface="Arial" pitchFamily="34" charset="0"/>
            </a:endParaRPr>
          </a:p>
          <a:p>
            <a:pPr algn="ctr" eaLnBrk="0" hangingPunct="0">
              <a:defRPr/>
            </a:pPr>
            <a:endParaRPr lang="en-US" sz="1050" b="1">
              <a:latin typeface="Constantia" pitchFamily="18" charset="0"/>
              <a:cs typeface="Arial" pitchFamily="34" charset="0"/>
            </a:endParaRPr>
          </a:p>
        </p:txBody>
      </p:sp>
      <p:sp>
        <p:nvSpPr>
          <p:cNvPr id="728086" name="AutoShape 22"/>
          <p:cNvSpPr>
            <a:spLocks noChangeArrowheads="1"/>
          </p:cNvSpPr>
          <p:nvPr/>
        </p:nvSpPr>
        <p:spPr bwMode="auto">
          <a:xfrm>
            <a:off x="1781325" y="2678377"/>
            <a:ext cx="13716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Réduire</a:t>
            </a:r>
            <a:r>
              <a:rPr lang="en-US" sz="1050" b="1">
                <a:latin typeface="Constantia" pitchFamily="18" charset="0"/>
                <a:cs typeface="Arial" pitchFamily="34" charset="0"/>
              </a:rPr>
              <a:t> les </a:t>
            </a:r>
            <a:r>
              <a:rPr lang="en-US" sz="1050" b="1" err="1">
                <a:latin typeface="Constantia" pitchFamily="18" charset="0"/>
                <a:cs typeface="Arial" pitchFamily="34" charset="0"/>
              </a:rPr>
              <a:t>plaintes</a:t>
            </a:r>
            <a:endParaRPr lang="en-US" sz="1050" b="1">
              <a:latin typeface="Constantia" pitchFamily="18" charset="0"/>
              <a:cs typeface="Arial" pitchFamily="34" charset="0"/>
            </a:endParaRPr>
          </a:p>
        </p:txBody>
      </p:sp>
      <p:sp>
        <p:nvSpPr>
          <p:cNvPr id="728087" name="AutoShape 23"/>
          <p:cNvSpPr>
            <a:spLocks noChangeArrowheads="1"/>
          </p:cNvSpPr>
          <p:nvPr/>
        </p:nvSpPr>
        <p:spPr bwMode="auto">
          <a:xfrm>
            <a:off x="8935320" y="4588738"/>
            <a:ext cx="16002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Gérer</a:t>
            </a:r>
            <a:r>
              <a:rPr lang="en-US" sz="1050" b="1">
                <a:latin typeface="Constantia" pitchFamily="18" charset="0"/>
                <a:cs typeface="Arial" pitchFamily="34" charset="0"/>
              </a:rPr>
              <a:t> les </a:t>
            </a:r>
          </a:p>
          <a:p>
            <a:pPr algn="ctr" eaLnBrk="0" hangingPunct="0">
              <a:defRPr/>
            </a:pPr>
            <a:r>
              <a:rPr lang="en-US" sz="1050" b="1" err="1">
                <a:latin typeface="Constantia" pitchFamily="18" charset="0"/>
                <a:cs typeface="Arial" pitchFamily="34" charset="0"/>
              </a:rPr>
              <a:t>investissements</a:t>
            </a:r>
            <a:endParaRPr lang="en-US" sz="1050" b="1">
              <a:latin typeface="Constantia" pitchFamily="18" charset="0"/>
              <a:cs typeface="Arial" pitchFamily="34" charset="0"/>
            </a:endParaRPr>
          </a:p>
        </p:txBody>
      </p:sp>
      <p:sp>
        <p:nvSpPr>
          <p:cNvPr id="728088" name="AutoShape 24"/>
          <p:cNvSpPr>
            <a:spLocks noChangeArrowheads="1"/>
          </p:cNvSpPr>
          <p:nvPr/>
        </p:nvSpPr>
        <p:spPr bwMode="auto">
          <a:xfrm>
            <a:off x="9088765" y="3560777"/>
            <a:ext cx="1447800" cy="43204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Concevoir</a:t>
            </a:r>
            <a:r>
              <a:rPr lang="en-US" sz="1050" b="1">
                <a:latin typeface="Constantia" pitchFamily="18" charset="0"/>
                <a:cs typeface="Arial" pitchFamily="34" charset="0"/>
              </a:rPr>
              <a:t> des </a:t>
            </a:r>
          </a:p>
          <a:p>
            <a:pPr algn="ctr" eaLnBrk="0" hangingPunct="0">
              <a:defRPr/>
            </a:pPr>
            <a:r>
              <a:rPr lang="en-US" sz="1050" b="1">
                <a:latin typeface="Constantia" pitchFamily="18" charset="0"/>
                <a:cs typeface="Arial" pitchFamily="34" charset="0"/>
              </a:rPr>
              <a:t>pr0duits </a:t>
            </a:r>
            <a:r>
              <a:rPr lang="en-US" sz="1050" b="1" err="1">
                <a:latin typeface="Constantia" pitchFamily="18" charset="0"/>
                <a:cs typeface="Arial" pitchFamily="34" charset="0"/>
              </a:rPr>
              <a:t>attrayants</a:t>
            </a:r>
            <a:endParaRPr lang="en-US" sz="1050" b="1">
              <a:latin typeface="Constantia" pitchFamily="18" charset="0"/>
              <a:cs typeface="Arial" pitchFamily="34" charset="0"/>
            </a:endParaRPr>
          </a:p>
        </p:txBody>
      </p:sp>
      <p:sp>
        <p:nvSpPr>
          <p:cNvPr id="728089" name="AutoShape 25"/>
          <p:cNvSpPr>
            <a:spLocks noChangeArrowheads="1"/>
          </p:cNvSpPr>
          <p:nvPr/>
        </p:nvSpPr>
        <p:spPr bwMode="auto">
          <a:xfrm>
            <a:off x="4902994" y="3686553"/>
            <a:ext cx="13716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Réduire</a:t>
            </a:r>
            <a:r>
              <a:rPr lang="en-US" sz="1050" b="1">
                <a:latin typeface="Constantia" pitchFamily="18" charset="0"/>
                <a:cs typeface="Arial" pitchFamily="34" charset="0"/>
              </a:rPr>
              <a:t> le </a:t>
            </a:r>
          </a:p>
          <a:p>
            <a:pPr algn="ctr" eaLnBrk="0" hangingPunct="0">
              <a:defRPr/>
            </a:pPr>
            <a:r>
              <a:rPr lang="en-US" sz="1050" b="1">
                <a:latin typeface="Constantia" pitchFamily="18" charset="0"/>
                <a:cs typeface="Arial" pitchFamily="34" charset="0"/>
              </a:rPr>
              <a:t>temps de cycle</a:t>
            </a:r>
          </a:p>
        </p:txBody>
      </p:sp>
      <p:sp>
        <p:nvSpPr>
          <p:cNvPr id="728091" name="AutoShape 27"/>
          <p:cNvSpPr>
            <a:spLocks noChangeArrowheads="1"/>
          </p:cNvSpPr>
          <p:nvPr/>
        </p:nvSpPr>
        <p:spPr bwMode="auto">
          <a:xfrm>
            <a:off x="3048000" y="5791200"/>
            <a:ext cx="14478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Recruter</a:t>
            </a:r>
            <a:r>
              <a:rPr lang="en-US" sz="1050" b="1">
                <a:latin typeface="Constantia" pitchFamily="18" charset="0"/>
                <a:cs typeface="Arial" pitchFamily="34" charset="0"/>
              </a:rPr>
              <a:t> et  </a:t>
            </a:r>
            <a:r>
              <a:rPr lang="en-US" sz="1050" b="1" err="1">
                <a:latin typeface="Constantia" pitchFamily="18" charset="0"/>
                <a:cs typeface="Arial" pitchFamily="34" charset="0"/>
              </a:rPr>
              <a:t>retenir</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des </a:t>
            </a:r>
            <a:r>
              <a:rPr lang="en-US" sz="1050" b="1" err="1">
                <a:latin typeface="Constantia" pitchFamily="18" charset="0"/>
                <a:cs typeface="Arial" pitchFamily="34" charset="0"/>
              </a:rPr>
              <a:t>employés</a:t>
            </a:r>
            <a:r>
              <a:rPr lang="en-US" sz="1050" b="1">
                <a:latin typeface="Constantia" pitchFamily="18" charset="0"/>
                <a:cs typeface="Arial" pitchFamily="34" charset="0"/>
              </a:rPr>
              <a:t> </a:t>
            </a:r>
          </a:p>
          <a:p>
            <a:pPr algn="ctr" eaLnBrk="0" hangingPunct="0">
              <a:defRPr/>
            </a:pPr>
            <a:r>
              <a:rPr lang="en-US" sz="1050" b="1" err="1">
                <a:latin typeface="Constantia" pitchFamily="18" charset="0"/>
                <a:cs typeface="Arial" pitchFamily="34" charset="0"/>
              </a:rPr>
              <a:t>compétents</a:t>
            </a:r>
            <a:endParaRPr lang="en-US" sz="1050" b="1">
              <a:latin typeface="Constantia" pitchFamily="18" charset="0"/>
              <a:cs typeface="Arial" pitchFamily="34" charset="0"/>
            </a:endParaRPr>
          </a:p>
        </p:txBody>
      </p:sp>
      <p:sp>
        <p:nvSpPr>
          <p:cNvPr id="728092" name="AutoShape 28"/>
          <p:cNvSpPr>
            <a:spLocks noChangeArrowheads="1"/>
          </p:cNvSpPr>
          <p:nvPr/>
        </p:nvSpPr>
        <p:spPr bwMode="auto">
          <a:xfrm>
            <a:off x="5486400" y="5791200"/>
            <a:ext cx="15240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Améliorer</a:t>
            </a:r>
            <a:r>
              <a:rPr lang="en-US" sz="1050" b="1">
                <a:latin typeface="Constantia" pitchFamily="18" charset="0"/>
                <a:cs typeface="Arial" pitchFamily="34" charset="0"/>
              </a:rPr>
              <a:t> les </a:t>
            </a:r>
            <a:r>
              <a:rPr lang="en-US" sz="1050" b="1" err="1">
                <a:latin typeface="Constantia" pitchFamily="18" charset="0"/>
                <a:cs typeface="Arial" pitchFamily="34" charset="0"/>
              </a:rPr>
              <a:t>systèmes</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 </a:t>
            </a:r>
            <a:r>
              <a:rPr lang="en-US" sz="1050" b="1" err="1">
                <a:latin typeface="Constantia" pitchFamily="18" charset="0"/>
                <a:cs typeface="Arial" pitchFamily="34" charset="0"/>
              </a:rPr>
              <a:t>d’information</a:t>
            </a:r>
            <a:endParaRPr lang="en-US" sz="1050" b="1">
              <a:latin typeface="Constantia" pitchFamily="18" charset="0"/>
              <a:cs typeface="Arial" pitchFamily="34" charset="0"/>
            </a:endParaRPr>
          </a:p>
        </p:txBody>
      </p:sp>
      <p:sp>
        <p:nvSpPr>
          <p:cNvPr id="728093" name="AutoShape 29"/>
          <p:cNvSpPr>
            <a:spLocks noChangeArrowheads="1"/>
          </p:cNvSpPr>
          <p:nvPr/>
        </p:nvSpPr>
        <p:spPr bwMode="auto">
          <a:xfrm>
            <a:off x="8001000" y="5791200"/>
            <a:ext cx="1828800"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Maintenir</a:t>
            </a:r>
            <a:r>
              <a:rPr lang="en-US" sz="1050" b="1">
                <a:latin typeface="Constantia" pitchFamily="18" charset="0"/>
                <a:cs typeface="Arial" pitchFamily="34" charset="0"/>
              </a:rPr>
              <a:t> des </a:t>
            </a:r>
            <a:r>
              <a:rPr lang="en-US" sz="1050" b="1" err="1">
                <a:latin typeface="Constantia" pitchFamily="18" charset="0"/>
                <a:cs typeface="Arial" pitchFamily="34" charset="0"/>
              </a:rPr>
              <a:t>équipements</a:t>
            </a:r>
            <a:r>
              <a:rPr lang="en-US" sz="1050" b="1">
                <a:latin typeface="Constantia" pitchFamily="18" charset="0"/>
                <a:cs typeface="Arial" pitchFamily="34" charset="0"/>
              </a:rPr>
              <a:t> </a:t>
            </a:r>
          </a:p>
          <a:p>
            <a:pPr algn="ctr" eaLnBrk="0" hangingPunct="0">
              <a:defRPr/>
            </a:pPr>
            <a:r>
              <a:rPr lang="en-US" sz="1050" b="1">
                <a:latin typeface="Constantia" pitchFamily="18" charset="0"/>
                <a:cs typeface="Arial" pitchFamily="34" charset="0"/>
              </a:rPr>
              <a:t>et </a:t>
            </a:r>
            <a:r>
              <a:rPr lang="en-US" sz="1050" b="1" err="1">
                <a:latin typeface="Constantia" pitchFamily="18" charset="0"/>
                <a:cs typeface="Arial" pitchFamily="34" charset="0"/>
              </a:rPr>
              <a:t>une</a:t>
            </a:r>
            <a:r>
              <a:rPr lang="en-US" sz="1050" b="1">
                <a:latin typeface="Constantia" pitchFamily="18" charset="0"/>
                <a:cs typeface="Arial" pitchFamily="34" charset="0"/>
              </a:rPr>
              <a:t> infrastructure</a:t>
            </a:r>
          </a:p>
          <a:p>
            <a:pPr algn="ctr" eaLnBrk="0" hangingPunct="0">
              <a:defRPr/>
            </a:pPr>
            <a:r>
              <a:rPr lang="en-US" sz="1050" b="1" err="1">
                <a:latin typeface="Constantia" pitchFamily="18" charset="0"/>
                <a:cs typeface="Arial" pitchFamily="34" charset="0"/>
              </a:rPr>
              <a:t>performante</a:t>
            </a:r>
            <a:endParaRPr lang="en-US" sz="1050" b="1">
              <a:latin typeface="Constantia" pitchFamily="18" charset="0"/>
              <a:cs typeface="Arial" pitchFamily="34" charset="0"/>
            </a:endParaRPr>
          </a:p>
        </p:txBody>
      </p:sp>
      <p:sp>
        <p:nvSpPr>
          <p:cNvPr id="53279" name="Rectangle 30"/>
          <p:cNvSpPr>
            <a:spLocks noChangeArrowheads="1"/>
          </p:cNvSpPr>
          <p:nvPr/>
        </p:nvSpPr>
        <p:spPr bwMode="auto">
          <a:xfrm>
            <a:off x="3952875" y="214313"/>
            <a:ext cx="4643438" cy="685800"/>
          </a:xfrm>
          <a:prstGeom prst="rect">
            <a:avLst/>
          </a:prstGeom>
          <a:solidFill>
            <a:srgbClr val="FFFFFF"/>
          </a:solidFill>
          <a:ln w="9525" algn="ctr">
            <a:solidFill>
              <a:schemeClr val="tx1"/>
            </a:solidFill>
            <a:miter lim="800000"/>
            <a:headEnd/>
            <a:tailEnd/>
          </a:ln>
        </p:spPr>
        <p:txBody>
          <a:bodyPr wrap="none" anchor="ctr"/>
          <a:lstStyle/>
          <a:p>
            <a:pPr algn="ctr" eaLnBrk="0" hangingPunct="0"/>
            <a:r>
              <a:rPr lang="en-US" sz="1400" b="1" err="1">
                <a:latin typeface="Constantia" pitchFamily="18" charset="0"/>
                <a:cs typeface="Arial" pitchFamily="34" charset="0"/>
              </a:rPr>
              <a:t>Améliorer</a:t>
            </a:r>
            <a:r>
              <a:rPr lang="en-US" sz="1400" b="1">
                <a:latin typeface="Constantia" pitchFamily="18" charset="0"/>
                <a:cs typeface="Arial" pitchFamily="34" charset="0"/>
              </a:rPr>
              <a:t> le </a:t>
            </a:r>
            <a:r>
              <a:rPr lang="en-US" sz="1400" b="1" err="1">
                <a:latin typeface="Constantia" pitchFamily="18" charset="0"/>
                <a:cs typeface="Arial" pitchFamily="34" charset="0"/>
              </a:rPr>
              <a:t>rendement</a:t>
            </a:r>
            <a:r>
              <a:rPr lang="en-US" sz="1400" b="1">
                <a:latin typeface="Constantia" pitchFamily="18" charset="0"/>
                <a:cs typeface="Arial" pitchFamily="34" charset="0"/>
              </a:rPr>
              <a:t> des </a:t>
            </a:r>
            <a:r>
              <a:rPr lang="en-US" sz="1400" b="1" err="1">
                <a:latin typeface="Constantia" pitchFamily="18" charset="0"/>
                <a:cs typeface="Arial" pitchFamily="34" charset="0"/>
              </a:rPr>
              <a:t>actionnaires</a:t>
            </a:r>
            <a:endParaRPr lang="en-US" sz="1400" b="1">
              <a:latin typeface="Constantia" pitchFamily="18" charset="0"/>
              <a:cs typeface="Arial" pitchFamily="34" charset="0"/>
            </a:endParaRPr>
          </a:p>
        </p:txBody>
      </p:sp>
      <p:sp>
        <p:nvSpPr>
          <p:cNvPr id="34" name="AutoShape 20">
            <a:extLst>
              <a:ext uri="{FF2B5EF4-FFF2-40B4-BE49-F238E27FC236}">
                <a16:creationId xmlns:a16="http://schemas.microsoft.com/office/drawing/2014/main" id="{8C544AFD-6B41-4323-B6F7-E88E1432C03D}"/>
              </a:ext>
            </a:extLst>
          </p:cNvPr>
          <p:cNvSpPr>
            <a:spLocks noChangeArrowheads="1"/>
          </p:cNvSpPr>
          <p:nvPr/>
        </p:nvSpPr>
        <p:spPr bwMode="auto">
          <a:xfrm>
            <a:off x="5384503" y="3040918"/>
            <a:ext cx="1726713" cy="291246"/>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Avoir</a:t>
            </a:r>
            <a:r>
              <a:rPr lang="en-US" sz="1050" b="1">
                <a:latin typeface="Constantia" pitchFamily="18" charset="0"/>
                <a:cs typeface="Arial" pitchFamily="34" charset="0"/>
              </a:rPr>
              <a:t> des prix </a:t>
            </a:r>
            <a:r>
              <a:rPr lang="en-US" sz="1050" b="1" err="1">
                <a:latin typeface="Constantia" pitchFamily="18" charset="0"/>
                <a:cs typeface="Arial" pitchFamily="34" charset="0"/>
              </a:rPr>
              <a:t>concurrentiels</a:t>
            </a:r>
            <a:endParaRPr lang="en-US" sz="1050" b="1">
              <a:latin typeface="Constantia" pitchFamily="18" charset="0"/>
              <a:cs typeface="Arial" pitchFamily="34" charset="0"/>
            </a:endParaRPr>
          </a:p>
        </p:txBody>
      </p:sp>
      <p:sp>
        <p:nvSpPr>
          <p:cNvPr id="35" name="AutoShape 20">
            <a:extLst>
              <a:ext uri="{FF2B5EF4-FFF2-40B4-BE49-F238E27FC236}">
                <a16:creationId xmlns:a16="http://schemas.microsoft.com/office/drawing/2014/main" id="{10F26061-F697-4149-82DE-D39E3B14E935}"/>
              </a:ext>
            </a:extLst>
          </p:cNvPr>
          <p:cNvSpPr>
            <a:spLocks noChangeArrowheads="1"/>
          </p:cNvSpPr>
          <p:nvPr/>
        </p:nvSpPr>
        <p:spPr bwMode="auto">
          <a:xfrm>
            <a:off x="2947708" y="2317087"/>
            <a:ext cx="1219200" cy="34252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Retenir</a:t>
            </a:r>
            <a:r>
              <a:rPr lang="en-US" sz="1050" b="1">
                <a:latin typeface="Constantia" pitchFamily="18" charset="0"/>
                <a:cs typeface="Arial" pitchFamily="34" charset="0"/>
              </a:rPr>
              <a:t> clients</a:t>
            </a:r>
          </a:p>
        </p:txBody>
      </p:sp>
      <p:sp>
        <p:nvSpPr>
          <p:cNvPr id="37" name="AutoShape 21">
            <a:extLst>
              <a:ext uri="{FF2B5EF4-FFF2-40B4-BE49-F238E27FC236}">
                <a16:creationId xmlns:a16="http://schemas.microsoft.com/office/drawing/2014/main" id="{10670588-8A1D-49D2-8947-7514C5D67B53}"/>
              </a:ext>
            </a:extLst>
          </p:cNvPr>
          <p:cNvSpPr>
            <a:spLocks noChangeArrowheads="1"/>
          </p:cNvSpPr>
          <p:nvPr/>
        </p:nvSpPr>
        <p:spPr bwMode="auto">
          <a:xfrm>
            <a:off x="2905531" y="4595792"/>
            <a:ext cx="969813" cy="685800"/>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Contrôler</a:t>
            </a:r>
            <a:endParaRPr lang="en-US" sz="1050" b="1">
              <a:latin typeface="Constantia" pitchFamily="18" charset="0"/>
              <a:cs typeface="Arial" pitchFamily="34" charset="0"/>
            </a:endParaRPr>
          </a:p>
          <a:p>
            <a:pPr algn="ctr" eaLnBrk="0" hangingPunct="0">
              <a:defRPr/>
            </a:pPr>
            <a:r>
              <a:rPr lang="en-US" sz="1050" b="1">
                <a:latin typeface="Constantia" pitchFamily="18" charset="0"/>
                <a:cs typeface="Arial" pitchFamily="34" charset="0"/>
              </a:rPr>
              <a:t>la </a:t>
            </a:r>
            <a:r>
              <a:rPr lang="en-US" sz="1050" b="1" err="1">
                <a:latin typeface="Constantia" pitchFamily="18" charset="0"/>
                <a:cs typeface="Arial" pitchFamily="34" charset="0"/>
              </a:rPr>
              <a:t>qualité</a:t>
            </a:r>
            <a:endParaRPr lang="en-US" sz="1050" b="1">
              <a:latin typeface="Constantia" pitchFamily="18" charset="0"/>
              <a:cs typeface="Arial" pitchFamily="34" charset="0"/>
            </a:endParaRPr>
          </a:p>
        </p:txBody>
      </p:sp>
      <p:sp>
        <p:nvSpPr>
          <p:cNvPr id="38" name="AutoShape 17">
            <a:extLst>
              <a:ext uri="{FF2B5EF4-FFF2-40B4-BE49-F238E27FC236}">
                <a16:creationId xmlns:a16="http://schemas.microsoft.com/office/drawing/2014/main" id="{43AAB18E-A4D8-49CF-8CDA-AAE821E13A3B}"/>
              </a:ext>
            </a:extLst>
          </p:cNvPr>
          <p:cNvSpPr>
            <a:spLocks noChangeArrowheads="1"/>
          </p:cNvSpPr>
          <p:nvPr/>
        </p:nvSpPr>
        <p:spPr bwMode="auto">
          <a:xfrm>
            <a:off x="5285506" y="1220329"/>
            <a:ext cx="1143000" cy="503078"/>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Améliorer</a:t>
            </a:r>
            <a:r>
              <a:rPr lang="en-US" sz="1050" b="1">
                <a:latin typeface="Constantia" pitchFamily="18" charset="0"/>
                <a:cs typeface="Arial" pitchFamily="34" charset="0"/>
              </a:rPr>
              <a:t> </a:t>
            </a:r>
          </a:p>
          <a:p>
            <a:pPr algn="ctr" eaLnBrk="0" hangingPunct="0">
              <a:defRPr/>
            </a:pPr>
            <a:r>
              <a:rPr lang="en-US" sz="1050" b="1" err="1">
                <a:latin typeface="Constantia" pitchFamily="18" charset="0"/>
                <a:cs typeface="Arial" pitchFamily="34" charset="0"/>
              </a:rPr>
              <a:t>rendement</a:t>
            </a:r>
            <a:endParaRPr lang="en-US" sz="1050" b="1">
              <a:latin typeface="Constantia" pitchFamily="18" charset="0"/>
              <a:cs typeface="Arial" pitchFamily="34" charset="0"/>
            </a:endParaRPr>
          </a:p>
        </p:txBody>
      </p:sp>
      <p:sp>
        <p:nvSpPr>
          <p:cNvPr id="39" name="AutoShape 21">
            <a:extLst>
              <a:ext uri="{FF2B5EF4-FFF2-40B4-BE49-F238E27FC236}">
                <a16:creationId xmlns:a16="http://schemas.microsoft.com/office/drawing/2014/main" id="{CD35ED37-CCB7-4EBD-A7F0-B3E5F542D52B}"/>
              </a:ext>
            </a:extLst>
          </p:cNvPr>
          <p:cNvSpPr>
            <a:spLocks noChangeArrowheads="1"/>
          </p:cNvSpPr>
          <p:nvPr/>
        </p:nvSpPr>
        <p:spPr bwMode="auto">
          <a:xfrm>
            <a:off x="4122633" y="4603971"/>
            <a:ext cx="1371600" cy="685799"/>
          </a:xfrm>
          <a:prstGeom prst="roundRect">
            <a:avLst>
              <a:gd name="adj" fmla="val 16667"/>
            </a:avLst>
          </a:prstGeom>
          <a:solidFill>
            <a:srgbClr val="FFFFFF"/>
          </a:solidFill>
          <a:ln w="9525" algn="ctr">
            <a:solidFill>
              <a:schemeClr val="tx1"/>
            </a:solidFill>
            <a:round/>
            <a:headEnd/>
            <a:tailEnd/>
          </a:ln>
        </p:spPr>
        <p:txBody>
          <a:bodyPr wrap="none" anchor="ctr"/>
          <a:lstStyle/>
          <a:p>
            <a:pPr algn="ctr" eaLnBrk="0" hangingPunct="0">
              <a:defRPr/>
            </a:pPr>
            <a:r>
              <a:rPr lang="en-US" sz="1050" b="1" err="1">
                <a:latin typeface="Constantia" pitchFamily="18" charset="0"/>
                <a:cs typeface="Arial" pitchFamily="34" charset="0"/>
              </a:rPr>
              <a:t>Réduire</a:t>
            </a:r>
            <a:r>
              <a:rPr lang="en-US" sz="1050" b="1">
                <a:latin typeface="Constantia" pitchFamily="18" charset="0"/>
                <a:cs typeface="Arial" pitchFamily="34" charset="0"/>
              </a:rPr>
              <a:t> les </a:t>
            </a:r>
            <a:r>
              <a:rPr lang="en-US" sz="1050" b="1" err="1">
                <a:latin typeface="Constantia" pitchFamily="18" charset="0"/>
                <a:cs typeface="Arial" pitchFamily="34" charset="0"/>
              </a:rPr>
              <a:t>délais</a:t>
            </a:r>
            <a:r>
              <a:rPr lang="en-US" sz="1050" b="1">
                <a:latin typeface="Constantia" pitchFamily="18" charset="0"/>
                <a:cs typeface="Arial" pitchFamily="34" charset="0"/>
              </a:rPr>
              <a:t> </a:t>
            </a:r>
          </a:p>
          <a:p>
            <a:pPr algn="ctr" eaLnBrk="0" hangingPunct="0">
              <a:defRPr/>
            </a:pPr>
            <a:r>
              <a:rPr lang="en-US" sz="1050" b="1">
                <a:latin typeface="Constantia" pitchFamily="18" charset="0"/>
                <a:cs typeface="Arial" pitchFamily="34" charset="0"/>
              </a:rPr>
              <a:t>de livraison</a:t>
            </a:r>
          </a:p>
          <a:p>
            <a:pPr algn="ctr" eaLnBrk="0" hangingPunct="0">
              <a:defRPr/>
            </a:pPr>
            <a:endParaRPr lang="en-US" sz="1050" b="1">
              <a:latin typeface="Constantia" pitchFamily="18" charset="0"/>
              <a:cs typeface="Arial" pitchFamily="34" charset="0"/>
            </a:endParaRPr>
          </a:p>
        </p:txBody>
      </p:sp>
      <p:cxnSp>
        <p:nvCxnSpPr>
          <p:cNvPr id="40" name="AutoShape 45">
            <a:extLst>
              <a:ext uri="{FF2B5EF4-FFF2-40B4-BE49-F238E27FC236}">
                <a16:creationId xmlns:a16="http://schemas.microsoft.com/office/drawing/2014/main" id="{15813D36-110A-4A6B-9C03-CCE707BDA034}"/>
              </a:ext>
            </a:extLst>
          </p:cNvPr>
          <p:cNvCxnSpPr>
            <a:cxnSpLocks noChangeShapeType="1"/>
          </p:cNvCxnSpPr>
          <p:nvPr/>
        </p:nvCxnSpPr>
        <p:spPr bwMode="auto">
          <a:xfrm rot="16200000" flipV="1">
            <a:off x="7696004" y="2487142"/>
            <a:ext cx="2895467" cy="1253595"/>
          </a:xfrm>
          <a:prstGeom prst="curvedConnector3">
            <a:avLst>
              <a:gd name="adj1" fmla="val 99544"/>
            </a:avLst>
          </a:prstGeom>
          <a:noFill/>
          <a:ln w="9525">
            <a:solidFill>
              <a:schemeClr val="tx1"/>
            </a:solidFill>
            <a:round/>
            <a:headEnd/>
            <a:tailEnd type="triangle" w="med" len="med"/>
          </a:ln>
        </p:spPr>
      </p:cxnSp>
      <p:cxnSp>
        <p:nvCxnSpPr>
          <p:cNvPr id="42" name="AutoShape 46">
            <a:extLst>
              <a:ext uri="{FF2B5EF4-FFF2-40B4-BE49-F238E27FC236}">
                <a16:creationId xmlns:a16="http://schemas.microsoft.com/office/drawing/2014/main" id="{391E13F2-8B90-424E-AE38-B74078CC9C93}"/>
              </a:ext>
            </a:extLst>
          </p:cNvPr>
          <p:cNvCxnSpPr>
            <a:cxnSpLocks noChangeShapeType="1"/>
            <a:stCxn id="728089" idx="0"/>
            <a:endCxn id="728083" idx="2"/>
          </p:cNvCxnSpPr>
          <p:nvPr/>
        </p:nvCxnSpPr>
        <p:spPr bwMode="auto">
          <a:xfrm rot="5400000" flipH="1" flipV="1">
            <a:off x="5228280" y="3168955"/>
            <a:ext cx="878112" cy="157084"/>
          </a:xfrm>
          <a:prstGeom prst="curvedConnector3">
            <a:avLst>
              <a:gd name="adj1" fmla="val 50000"/>
            </a:avLst>
          </a:prstGeom>
          <a:noFill/>
          <a:ln w="9525">
            <a:solidFill>
              <a:schemeClr val="tx1"/>
            </a:solidFill>
            <a:round/>
            <a:headEnd/>
            <a:tailEnd type="triangle" w="med" len="med"/>
          </a:ln>
        </p:spPr>
      </p:cxnSp>
      <p:cxnSp>
        <p:nvCxnSpPr>
          <p:cNvPr id="43" name="AutoShape 46">
            <a:extLst>
              <a:ext uri="{FF2B5EF4-FFF2-40B4-BE49-F238E27FC236}">
                <a16:creationId xmlns:a16="http://schemas.microsoft.com/office/drawing/2014/main" id="{567C7A9A-AE82-4E95-886C-B5C12330B594}"/>
              </a:ext>
            </a:extLst>
          </p:cNvPr>
          <p:cNvCxnSpPr>
            <a:cxnSpLocks noChangeShapeType="1"/>
            <a:stCxn id="728085" idx="0"/>
            <a:endCxn id="728089" idx="3"/>
          </p:cNvCxnSpPr>
          <p:nvPr/>
        </p:nvCxnSpPr>
        <p:spPr bwMode="auto">
          <a:xfrm rot="16200000" flipV="1">
            <a:off x="6440062" y="3863986"/>
            <a:ext cx="687867" cy="1018801"/>
          </a:xfrm>
          <a:prstGeom prst="curvedConnector2">
            <a:avLst/>
          </a:prstGeom>
          <a:noFill/>
          <a:ln w="9525">
            <a:solidFill>
              <a:schemeClr val="tx1"/>
            </a:solidFill>
            <a:round/>
            <a:headEnd/>
            <a:tailEnd type="triangle" w="med" len="med"/>
          </a:ln>
        </p:spPr>
      </p:cxnSp>
      <p:cxnSp>
        <p:nvCxnSpPr>
          <p:cNvPr id="44" name="AutoShape 46">
            <a:extLst>
              <a:ext uri="{FF2B5EF4-FFF2-40B4-BE49-F238E27FC236}">
                <a16:creationId xmlns:a16="http://schemas.microsoft.com/office/drawing/2014/main" id="{81FBEF9C-9F75-4814-BE39-D0114BB02128}"/>
              </a:ext>
            </a:extLst>
          </p:cNvPr>
          <p:cNvCxnSpPr>
            <a:cxnSpLocks noChangeShapeType="1"/>
            <a:stCxn id="34" idx="0"/>
            <a:endCxn id="728084" idx="1"/>
          </p:cNvCxnSpPr>
          <p:nvPr/>
        </p:nvCxnSpPr>
        <p:spPr bwMode="auto">
          <a:xfrm rot="5400000" flipH="1" flipV="1">
            <a:off x="6340276" y="2303486"/>
            <a:ext cx="645016" cy="829848"/>
          </a:xfrm>
          <a:prstGeom prst="curvedConnector2">
            <a:avLst/>
          </a:prstGeom>
          <a:noFill/>
          <a:ln w="9525">
            <a:solidFill>
              <a:schemeClr val="tx1"/>
            </a:solidFill>
            <a:round/>
            <a:headEnd/>
            <a:tailEnd type="triangle" w="med" len="med"/>
          </a:ln>
        </p:spPr>
      </p:cxnSp>
      <p:cxnSp>
        <p:nvCxnSpPr>
          <p:cNvPr id="46" name="AutoShape 46">
            <a:extLst>
              <a:ext uri="{FF2B5EF4-FFF2-40B4-BE49-F238E27FC236}">
                <a16:creationId xmlns:a16="http://schemas.microsoft.com/office/drawing/2014/main" id="{4A136BC6-3B62-4571-9340-70348B47BEB9}"/>
              </a:ext>
            </a:extLst>
          </p:cNvPr>
          <p:cNvCxnSpPr>
            <a:cxnSpLocks noChangeShapeType="1"/>
            <a:endCxn id="35" idx="3"/>
          </p:cNvCxnSpPr>
          <p:nvPr/>
        </p:nvCxnSpPr>
        <p:spPr bwMode="auto">
          <a:xfrm rot="10800000">
            <a:off x="4166909" y="2488352"/>
            <a:ext cx="877293" cy="129963"/>
          </a:xfrm>
          <a:prstGeom prst="curvedConnector3">
            <a:avLst>
              <a:gd name="adj1" fmla="val 50000"/>
            </a:avLst>
          </a:prstGeom>
          <a:noFill/>
          <a:ln w="9525">
            <a:solidFill>
              <a:schemeClr val="tx1"/>
            </a:solidFill>
            <a:round/>
            <a:headEnd/>
            <a:tailEnd type="triangle" w="med" len="med"/>
          </a:ln>
        </p:spPr>
      </p:cxnSp>
      <p:cxnSp>
        <p:nvCxnSpPr>
          <p:cNvPr id="49" name="AutoShape 46">
            <a:extLst>
              <a:ext uri="{FF2B5EF4-FFF2-40B4-BE49-F238E27FC236}">
                <a16:creationId xmlns:a16="http://schemas.microsoft.com/office/drawing/2014/main" id="{8D31CA24-C7D1-496A-B882-CF4C4F8579EC}"/>
              </a:ext>
            </a:extLst>
          </p:cNvPr>
          <p:cNvCxnSpPr>
            <a:cxnSpLocks noChangeShapeType="1"/>
          </p:cNvCxnSpPr>
          <p:nvPr/>
        </p:nvCxnSpPr>
        <p:spPr bwMode="auto">
          <a:xfrm flipV="1">
            <a:off x="4442502" y="2730730"/>
            <a:ext cx="636828" cy="428750"/>
          </a:xfrm>
          <a:prstGeom prst="curvedConnector3">
            <a:avLst>
              <a:gd name="adj1" fmla="val 50000"/>
            </a:avLst>
          </a:prstGeom>
          <a:noFill/>
          <a:ln w="9525">
            <a:solidFill>
              <a:schemeClr val="tx1"/>
            </a:solidFill>
            <a:round/>
            <a:headEnd/>
            <a:tailEnd type="triangle" w="med" len="med"/>
          </a:ln>
        </p:spPr>
      </p:cxnSp>
      <p:cxnSp>
        <p:nvCxnSpPr>
          <p:cNvPr id="50" name="AutoShape 46">
            <a:extLst>
              <a:ext uri="{FF2B5EF4-FFF2-40B4-BE49-F238E27FC236}">
                <a16:creationId xmlns:a16="http://schemas.microsoft.com/office/drawing/2014/main" id="{ACCF028C-EB3D-46A1-8E41-55C2BE8CD1DF}"/>
              </a:ext>
            </a:extLst>
          </p:cNvPr>
          <p:cNvCxnSpPr>
            <a:cxnSpLocks noChangeShapeType="1"/>
            <a:stCxn id="728086" idx="0"/>
            <a:endCxn id="728082" idx="2"/>
          </p:cNvCxnSpPr>
          <p:nvPr/>
        </p:nvCxnSpPr>
        <p:spPr bwMode="auto">
          <a:xfrm rot="16200000" flipH="1">
            <a:off x="3063137" y="2082365"/>
            <a:ext cx="609564" cy="1801589"/>
          </a:xfrm>
          <a:prstGeom prst="curvedConnector5">
            <a:avLst>
              <a:gd name="adj1" fmla="val -37502"/>
              <a:gd name="adj2" fmla="val 51057"/>
              <a:gd name="adj3" fmla="val 137502"/>
            </a:avLst>
          </a:prstGeom>
          <a:noFill/>
          <a:ln w="9525">
            <a:solidFill>
              <a:schemeClr val="tx1"/>
            </a:solidFill>
            <a:round/>
            <a:headEnd/>
            <a:tailEnd type="triangle" w="med" len="med"/>
          </a:ln>
        </p:spPr>
      </p:cxnSp>
      <p:cxnSp>
        <p:nvCxnSpPr>
          <p:cNvPr id="58" name="AutoShape 46">
            <a:extLst>
              <a:ext uri="{FF2B5EF4-FFF2-40B4-BE49-F238E27FC236}">
                <a16:creationId xmlns:a16="http://schemas.microsoft.com/office/drawing/2014/main" id="{FC5DE63D-6BF9-44DA-8CA8-2C1AD5F570B7}"/>
              </a:ext>
            </a:extLst>
          </p:cNvPr>
          <p:cNvCxnSpPr>
            <a:cxnSpLocks noChangeShapeType="1"/>
            <a:stCxn id="34" idx="1"/>
            <a:endCxn id="728083" idx="2"/>
          </p:cNvCxnSpPr>
          <p:nvPr/>
        </p:nvCxnSpPr>
        <p:spPr bwMode="auto">
          <a:xfrm rot="10800000" flipH="1">
            <a:off x="5384502" y="2808441"/>
            <a:ext cx="361375" cy="378100"/>
          </a:xfrm>
          <a:prstGeom prst="curvedConnector4">
            <a:avLst>
              <a:gd name="adj1" fmla="val -63258"/>
              <a:gd name="adj2" fmla="val 69257"/>
            </a:avLst>
          </a:prstGeom>
          <a:noFill/>
          <a:ln w="9525">
            <a:solidFill>
              <a:schemeClr val="tx1"/>
            </a:solidFill>
            <a:round/>
            <a:headEnd/>
            <a:tailEnd type="triangle" w="med" len="med"/>
          </a:ln>
        </p:spPr>
      </p:cxnSp>
      <p:cxnSp>
        <p:nvCxnSpPr>
          <p:cNvPr id="66" name="AutoShape 46">
            <a:extLst>
              <a:ext uri="{FF2B5EF4-FFF2-40B4-BE49-F238E27FC236}">
                <a16:creationId xmlns:a16="http://schemas.microsoft.com/office/drawing/2014/main" id="{3B6139A9-A41B-4439-B5C3-72F5CF615457}"/>
              </a:ext>
            </a:extLst>
          </p:cNvPr>
          <p:cNvCxnSpPr>
            <a:cxnSpLocks noChangeShapeType="1"/>
            <a:stCxn id="37" idx="0"/>
            <a:endCxn id="728086" idx="1"/>
          </p:cNvCxnSpPr>
          <p:nvPr/>
        </p:nvCxnSpPr>
        <p:spPr bwMode="auto">
          <a:xfrm rot="16200000" flipV="1">
            <a:off x="1798625" y="3003978"/>
            <a:ext cx="1574515" cy="1609113"/>
          </a:xfrm>
          <a:prstGeom prst="curvedConnector4">
            <a:avLst>
              <a:gd name="adj1" fmla="val 39111"/>
              <a:gd name="adj2" fmla="val 114207"/>
            </a:avLst>
          </a:prstGeom>
          <a:noFill/>
          <a:ln w="9525">
            <a:solidFill>
              <a:schemeClr val="tx1"/>
            </a:solidFill>
            <a:round/>
            <a:headEnd/>
            <a:tailEnd type="triangle" w="med" len="med"/>
          </a:ln>
        </p:spPr>
      </p:cxnSp>
      <p:cxnSp>
        <p:nvCxnSpPr>
          <p:cNvPr id="74" name="AutoShape 46">
            <a:extLst>
              <a:ext uri="{FF2B5EF4-FFF2-40B4-BE49-F238E27FC236}">
                <a16:creationId xmlns:a16="http://schemas.microsoft.com/office/drawing/2014/main" id="{A8C07362-9E4F-4198-9DCE-8027D24DEF26}"/>
              </a:ext>
            </a:extLst>
          </p:cNvPr>
          <p:cNvCxnSpPr>
            <a:cxnSpLocks noChangeShapeType="1"/>
            <a:stCxn id="39" idx="3"/>
            <a:endCxn id="728089" idx="2"/>
          </p:cNvCxnSpPr>
          <p:nvPr/>
        </p:nvCxnSpPr>
        <p:spPr bwMode="auto">
          <a:xfrm flipV="1">
            <a:off x="5494233" y="4372353"/>
            <a:ext cx="94561" cy="574518"/>
          </a:xfrm>
          <a:prstGeom prst="curvedConnector2">
            <a:avLst/>
          </a:prstGeom>
          <a:noFill/>
          <a:ln w="9525">
            <a:solidFill>
              <a:schemeClr val="tx1"/>
            </a:solidFill>
            <a:round/>
            <a:headEnd/>
            <a:tailEnd type="triangle" w="med" len="med"/>
          </a:ln>
        </p:spPr>
      </p:cxnSp>
      <p:sp>
        <p:nvSpPr>
          <p:cNvPr id="78" name="AutoShape 12">
            <a:extLst>
              <a:ext uri="{FF2B5EF4-FFF2-40B4-BE49-F238E27FC236}">
                <a16:creationId xmlns:a16="http://schemas.microsoft.com/office/drawing/2014/main" id="{592FBFB0-F505-46EB-AB24-8F9FA2B5452E}"/>
              </a:ext>
            </a:extLst>
          </p:cNvPr>
          <p:cNvSpPr>
            <a:spLocks noChangeArrowheads="1"/>
          </p:cNvSpPr>
          <p:nvPr/>
        </p:nvSpPr>
        <p:spPr bwMode="auto">
          <a:xfrm>
            <a:off x="3603572" y="5450044"/>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79" name="AutoShape 12">
            <a:extLst>
              <a:ext uri="{FF2B5EF4-FFF2-40B4-BE49-F238E27FC236}">
                <a16:creationId xmlns:a16="http://schemas.microsoft.com/office/drawing/2014/main" id="{1B33191C-B090-439A-A4EB-72DE97C28504}"/>
              </a:ext>
            </a:extLst>
          </p:cNvPr>
          <p:cNvSpPr>
            <a:spLocks noChangeArrowheads="1"/>
          </p:cNvSpPr>
          <p:nvPr/>
        </p:nvSpPr>
        <p:spPr bwMode="auto">
          <a:xfrm>
            <a:off x="6057900" y="5459335"/>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sp>
        <p:nvSpPr>
          <p:cNvPr id="80" name="AutoShape 12">
            <a:extLst>
              <a:ext uri="{FF2B5EF4-FFF2-40B4-BE49-F238E27FC236}">
                <a16:creationId xmlns:a16="http://schemas.microsoft.com/office/drawing/2014/main" id="{589E5615-757E-497B-A88E-C226AD157BD1}"/>
              </a:ext>
            </a:extLst>
          </p:cNvPr>
          <p:cNvSpPr>
            <a:spLocks noChangeArrowheads="1"/>
          </p:cNvSpPr>
          <p:nvPr/>
        </p:nvSpPr>
        <p:spPr bwMode="auto">
          <a:xfrm>
            <a:off x="8686800" y="5459335"/>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cxnSp>
        <p:nvCxnSpPr>
          <p:cNvPr id="82" name="AutoShape 45">
            <a:extLst>
              <a:ext uri="{FF2B5EF4-FFF2-40B4-BE49-F238E27FC236}">
                <a16:creationId xmlns:a16="http://schemas.microsoft.com/office/drawing/2014/main" id="{230B9654-CF5D-45F8-9375-3E8D9A57298D}"/>
              </a:ext>
            </a:extLst>
          </p:cNvPr>
          <p:cNvCxnSpPr>
            <a:cxnSpLocks noChangeShapeType="1"/>
            <a:stCxn id="728088" idx="0"/>
            <a:endCxn id="728084" idx="2"/>
          </p:cNvCxnSpPr>
          <p:nvPr/>
        </p:nvCxnSpPr>
        <p:spPr bwMode="auto">
          <a:xfrm rot="16200000" flipV="1">
            <a:off x="8451072" y="2199184"/>
            <a:ext cx="954700" cy="1768486"/>
          </a:xfrm>
          <a:prstGeom prst="curvedConnector3">
            <a:avLst>
              <a:gd name="adj1" fmla="val 50000"/>
            </a:avLst>
          </a:prstGeom>
          <a:noFill/>
          <a:ln w="9525">
            <a:solidFill>
              <a:schemeClr val="tx1"/>
            </a:solidFill>
            <a:round/>
            <a:headEnd/>
            <a:tailEnd type="triangle" w="med" len="med"/>
          </a:ln>
        </p:spPr>
      </p:cxnSp>
      <p:cxnSp>
        <p:nvCxnSpPr>
          <p:cNvPr id="86" name="AutoShape 34">
            <a:extLst>
              <a:ext uri="{FF2B5EF4-FFF2-40B4-BE49-F238E27FC236}">
                <a16:creationId xmlns:a16="http://schemas.microsoft.com/office/drawing/2014/main" id="{74603DE2-FAFB-4A29-BEDB-1F1ECBF60B69}"/>
              </a:ext>
            </a:extLst>
          </p:cNvPr>
          <p:cNvCxnSpPr>
            <a:cxnSpLocks noChangeShapeType="1"/>
            <a:stCxn id="728083" idx="0"/>
            <a:endCxn id="728080" idx="3"/>
          </p:cNvCxnSpPr>
          <p:nvPr/>
        </p:nvCxnSpPr>
        <p:spPr bwMode="auto">
          <a:xfrm rot="16200000" flipV="1">
            <a:off x="4794994" y="1515028"/>
            <a:ext cx="726725" cy="1175045"/>
          </a:xfrm>
          <a:prstGeom prst="curvedConnector2">
            <a:avLst/>
          </a:prstGeom>
          <a:noFill/>
          <a:ln w="9525">
            <a:solidFill>
              <a:schemeClr val="tx1"/>
            </a:solidFill>
            <a:round/>
            <a:headEnd/>
            <a:tailEnd type="triangle" w="med" len="med"/>
          </a:ln>
        </p:spPr>
      </p:cxnSp>
      <p:cxnSp>
        <p:nvCxnSpPr>
          <p:cNvPr id="87" name="AutoShape 35">
            <a:extLst>
              <a:ext uri="{FF2B5EF4-FFF2-40B4-BE49-F238E27FC236}">
                <a16:creationId xmlns:a16="http://schemas.microsoft.com/office/drawing/2014/main" id="{E5EF4CB2-C81E-406B-B4C3-2A2DB7C01A25}"/>
              </a:ext>
            </a:extLst>
          </p:cNvPr>
          <p:cNvCxnSpPr>
            <a:cxnSpLocks noChangeShapeType="1"/>
            <a:stCxn id="728083" idx="0"/>
            <a:endCxn id="728081" idx="1"/>
          </p:cNvCxnSpPr>
          <p:nvPr/>
        </p:nvCxnSpPr>
        <p:spPr bwMode="auto">
          <a:xfrm rot="5400000" flipH="1" flipV="1">
            <a:off x="6173897" y="1281748"/>
            <a:ext cx="756147" cy="1612185"/>
          </a:xfrm>
          <a:prstGeom prst="curvedConnector2">
            <a:avLst/>
          </a:prstGeom>
          <a:noFill/>
          <a:ln w="9525">
            <a:solidFill>
              <a:schemeClr val="tx1"/>
            </a:solidFill>
            <a:round/>
            <a:headEnd/>
            <a:tailEnd type="triangle" w="med" len="med"/>
          </a:ln>
        </p:spPr>
      </p:cxnSp>
      <p:cxnSp>
        <p:nvCxnSpPr>
          <p:cNvPr id="102" name="AutoShape 46">
            <a:extLst>
              <a:ext uri="{FF2B5EF4-FFF2-40B4-BE49-F238E27FC236}">
                <a16:creationId xmlns:a16="http://schemas.microsoft.com/office/drawing/2014/main" id="{C651F9C6-D30B-4A28-993F-740B0FF14F43}"/>
              </a:ext>
            </a:extLst>
          </p:cNvPr>
          <p:cNvCxnSpPr>
            <a:cxnSpLocks noChangeShapeType="1"/>
            <a:stCxn id="728085" idx="3"/>
            <a:endCxn id="728081" idx="3"/>
          </p:cNvCxnSpPr>
          <p:nvPr/>
        </p:nvCxnSpPr>
        <p:spPr bwMode="auto">
          <a:xfrm flipV="1">
            <a:off x="7979195" y="1709766"/>
            <a:ext cx="521868" cy="3350454"/>
          </a:xfrm>
          <a:prstGeom prst="curvedConnector3">
            <a:avLst>
              <a:gd name="adj1" fmla="val 216141"/>
            </a:avLst>
          </a:prstGeom>
          <a:noFill/>
          <a:ln w="9525">
            <a:solidFill>
              <a:schemeClr val="tx1"/>
            </a:solidFill>
            <a:round/>
            <a:headEnd/>
            <a:tailEnd type="triangle" w="med" len="med"/>
          </a:ln>
        </p:spPr>
      </p:cxnSp>
      <p:cxnSp>
        <p:nvCxnSpPr>
          <p:cNvPr id="111" name="AutoShape 46">
            <a:extLst>
              <a:ext uri="{FF2B5EF4-FFF2-40B4-BE49-F238E27FC236}">
                <a16:creationId xmlns:a16="http://schemas.microsoft.com/office/drawing/2014/main" id="{1F804C94-4892-4C6C-8E1C-E6CAD35B44B7}"/>
              </a:ext>
            </a:extLst>
          </p:cNvPr>
          <p:cNvCxnSpPr>
            <a:cxnSpLocks noChangeShapeType="1"/>
            <a:stCxn id="728080" idx="3"/>
            <a:endCxn id="38" idx="1"/>
          </p:cNvCxnSpPr>
          <p:nvPr/>
        </p:nvCxnSpPr>
        <p:spPr bwMode="auto">
          <a:xfrm flipV="1">
            <a:off x="4570833" y="1471868"/>
            <a:ext cx="714673" cy="267320"/>
          </a:xfrm>
          <a:prstGeom prst="curvedConnector3">
            <a:avLst>
              <a:gd name="adj1" fmla="val 50000"/>
            </a:avLst>
          </a:prstGeom>
          <a:noFill/>
          <a:ln w="9525">
            <a:solidFill>
              <a:schemeClr val="tx1"/>
            </a:solidFill>
            <a:round/>
            <a:headEnd/>
            <a:tailEnd type="triangle" w="med" len="med"/>
          </a:ln>
        </p:spPr>
      </p:cxnSp>
      <p:cxnSp>
        <p:nvCxnSpPr>
          <p:cNvPr id="114" name="AutoShape 45">
            <a:extLst>
              <a:ext uri="{FF2B5EF4-FFF2-40B4-BE49-F238E27FC236}">
                <a16:creationId xmlns:a16="http://schemas.microsoft.com/office/drawing/2014/main" id="{C9873641-7977-4CEA-8CF3-DCB976D81EE1}"/>
              </a:ext>
            </a:extLst>
          </p:cNvPr>
          <p:cNvCxnSpPr>
            <a:cxnSpLocks noChangeShapeType="1"/>
            <a:endCxn id="38" idx="3"/>
          </p:cNvCxnSpPr>
          <p:nvPr/>
        </p:nvCxnSpPr>
        <p:spPr bwMode="auto">
          <a:xfrm rot="10800000">
            <a:off x="6428506" y="1471869"/>
            <a:ext cx="906822" cy="219005"/>
          </a:xfrm>
          <a:prstGeom prst="curvedConnector3">
            <a:avLst>
              <a:gd name="adj1" fmla="val 50000"/>
            </a:avLst>
          </a:prstGeom>
          <a:noFill/>
          <a:ln w="9525">
            <a:solidFill>
              <a:schemeClr val="tx1"/>
            </a:solidFill>
            <a:round/>
            <a:headEnd/>
            <a:tailEnd type="triangle" w="med" len="med"/>
          </a:ln>
        </p:spPr>
      </p:cxnSp>
      <p:cxnSp>
        <p:nvCxnSpPr>
          <p:cNvPr id="117" name="AutoShape 45">
            <a:extLst>
              <a:ext uri="{FF2B5EF4-FFF2-40B4-BE49-F238E27FC236}">
                <a16:creationId xmlns:a16="http://schemas.microsoft.com/office/drawing/2014/main" id="{7A4D3EEF-C83B-4139-9132-651FB9980ACC}"/>
              </a:ext>
            </a:extLst>
          </p:cNvPr>
          <p:cNvCxnSpPr>
            <a:cxnSpLocks noChangeShapeType="1"/>
            <a:stCxn id="39" idx="0"/>
            <a:endCxn id="728086" idx="3"/>
          </p:cNvCxnSpPr>
          <p:nvPr/>
        </p:nvCxnSpPr>
        <p:spPr bwMode="auto">
          <a:xfrm rot="16200000" flipV="1">
            <a:off x="3189332" y="2984870"/>
            <a:ext cx="1582694" cy="1655508"/>
          </a:xfrm>
          <a:prstGeom prst="curvedConnector2">
            <a:avLst/>
          </a:prstGeom>
          <a:noFill/>
          <a:ln w="9525">
            <a:solidFill>
              <a:schemeClr val="tx1"/>
            </a:solidFill>
            <a:round/>
            <a:headEnd/>
            <a:tailEnd type="triangle" w="med" len="med"/>
          </a:ln>
        </p:spPr>
      </p:cxnSp>
      <p:sp>
        <p:nvSpPr>
          <p:cNvPr id="123" name="AutoShape 12">
            <a:extLst>
              <a:ext uri="{FF2B5EF4-FFF2-40B4-BE49-F238E27FC236}">
                <a16:creationId xmlns:a16="http://schemas.microsoft.com/office/drawing/2014/main" id="{9751A6DA-216A-49F6-B96F-463D2AFF180D}"/>
              </a:ext>
            </a:extLst>
          </p:cNvPr>
          <p:cNvSpPr>
            <a:spLocks noChangeArrowheads="1"/>
          </p:cNvSpPr>
          <p:nvPr/>
        </p:nvSpPr>
        <p:spPr bwMode="auto">
          <a:xfrm>
            <a:off x="5716914" y="880688"/>
            <a:ext cx="228600" cy="304800"/>
          </a:xfrm>
          <a:prstGeom prst="upArrow">
            <a:avLst>
              <a:gd name="adj1" fmla="val 50000"/>
              <a:gd name="adj2" fmla="val 33333"/>
            </a:avLst>
          </a:prstGeom>
          <a:solidFill>
            <a:srgbClr val="F94431"/>
          </a:solidFill>
          <a:ln w="9525">
            <a:solidFill>
              <a:schemeClr val="tx1"/>
            </a:solidFill>
            <a:miter lim="800000"/>
            <a:headEnd/>
            <a:tailEnd/>
          </a:ln>
        </p:spPr>
        <p:txBody>
          <a:bodyPr wrap="none" anchor="ctr"/>
          <a:lstStyle/>
          <a:p>
            <a:pPr eaLnBrk="0" hangingPunct="0"/>
            <a:endParaRPr lang="fr-CA" sz="2000">
              <a:latin typeface="Constantia" pitchFamily="18" charset="0"/>
            </a:endParaRPr>
          </a:p>
        </p:txBody>
      </p:sp>
      <p:cxnSp>
        <p:nvCxnSpPr>
          <p:cNvPr id="124" name="AutoShape 45">
            <a:extLst>
              <a:ext uri="{FF2B5EF4-FFF2-40B4-BE49-F238E27FC236}">
                <a16:creationId xmlns:a16="http://schemas.microsoft.com/office/drawing/2014/main" id="{2B2B7303-760A-4C4A-9260-69F1BD072E9A}"/>
              </a:ext>
            </a:extLst>
          </p:cNvPr>
          <p:cNvCxnSpPr>
            <a:cxnSpLocks noChangeShapeType="1"/>
            <a:stCxn id="35" idx="1"/>
            <a:endCxn id="728080" idx="1"/>
          </p:cNvCxnSpPr>
          <p:nvPr/>
        </p:nvCxnSpPr>
        <p:spPr bwMode="auto">
          <a:xfrm rot="10800000" flipH="1">
            <a:off x="2947707" y="1739189"/>
            <a:ext cx="480125" cy="749163"/>
          </a:xfrm>
          <a:prstGeom prst="curvedConnector3">
            <a:avLst>
              <a:gd name="adj1" fmla="val -47613"/>
            </a:avLst>
          </a:prstGeom>
          <a:noFill/>
          <a:ln w="9525">
            <a:solidFill>
              <a:schemeClr val="tx1"/>
            </a:solidFill>
            <a:round/>
            <a:headEnd/>
            <a:tailEnd type="triangle" w="med" len="med"/>
          </a:ln>
        </p:spPr>
      </p:cxnSp>
      <p:cxnSp>
        <p:nvCxnSpPr>
          <p:cNvPr id="142" name="AutoShape 46">
            <a:extLst>
              <a:ext uri="{FF2B5EF4-FFF2-40B4-BE49-F238E27FC236}">
                <a16:creationId xmlns:a16="http://schemas.microsoft.com/office/drawing/2014/main" id="{0622A583-B54F-49EC-A783-B977567C68EC}"/>
              </a:ext>
            </a:extLst>
          </p:cNvPr>
          <p:cNvCxnSpPr>
            <a:cxnSpLocks noChangeShapeType="1"/>
            <a:endCxn id="728084" idx="1"/>
          </p:cNvCxnSpPr>
          <p:nvPr/>
        </p:nvCxnSpPr>
        <p:spPr bwMode="auto">
          <a:xfrm flipV="1">
            <a:off x="6443713" y="2395902"/>
            <a:ext cx="633995" cy="224531"/>
          </a:xfrm>
          <a:prstGeom prst="curvedConnector3">
            <a:avLst>
              <a:gd name="adj1" fmla="val 50000"/>
            </a:avLst>
          </a:prstGeom>
          <a:noFill/>
          <a:ln w="9525">
            <a:solidFill>
              <a:schemeClr val="tx1"/>
            </a:solidFill>
            <a:round/>
            <a:headEnd/>
            <a:tailEnd type="triangle" w="med" len="med"/>
          </a:ln>
        </p:spPr>
      </p:cxnSp>
      <p:cxnSp>
        <p:nvCxnSpPr>
          <p:cNvPr id="149" name="AutoShape 46">
            <a:extLst>
              <a:ext uri="{FF2B5EF4-FFF2-40B4-BE49-F238E27FC236}">
                <a16:creationId xmlns:a16="http://schemas.microsoft.com/office/drawing/2014/main" id="{788E03DA-A18A-4C8D-A9CA-DCFA907A8D3A}"/>
              </a:ext>
            </a:extLst>
          </p:cNvPr>
          <p:cNvCxnSpPr>
            <a:cxnSpLocks noChangeShapeType="1"/>
            <a:endCxn id="728080" idx="3"/>
          </p:cNvCxnSpPr>
          <p:nvPr/>
        </p:nvCxnSpPr>
        <p:spPr bwMode="auto">
          <a:xfrm rot="10800000">
            <a:off x="4570833" y="1739189"/>
            <a:ext cx="2450636" cy="596349"/>
          </a:xfrm>
          <a:prstGeom prst="curvedConnector3">
            <a:avLst>
              <a:gd name="adj1" fmla="val 50000"/>
            </a:avLst>
          </a:prstGeom>
          <a:noFill/>
          <a:ln w="9525">
            <a:solidFill>
              <a:schemeClr val="tx1"/>
            </a:solidFill>
            <a:round/>
            <a:headEnd/>
            <a:tailEnd type="triangle" w="med" len="med"/>
          </a:ln>
        </p:spPr>
      </p:cxnSp>
      <p:sp>
        <p:nvSpPr>
          <p:cNvPr id="2" name="Text Box 11">
            <a:extLst>
              <a:ext uri="{FF2B5EF4-FFF2-40B4-BE49-F238E27FC236}">
                <a16:creationId xmlns:a16="http://schemas.microsoft.com/office/drawing/2014/main" id="{3DF89367-F1AA-1CDF-1818-B11BBAEE8E27}"/>
              </a:ext>
            </a:extLst>
          </p:cNvPr>
          <p:cNvSpPr txBox="1">
            <a:spLocks noChangeArrowheads="1"/>
          </p:cNvSpPr>
          <p:nvPr/>
        </p:nvSpPr>
        <p:spPr bwMode="auto">
          <a:xfrm>
            <a:off x="1524000" y="5592763"/>
            <a:ext cx="1403648" cy="738650"/>
          </a:xfrm>
          <a:prstGeom prst="rect">
            <a:avLst/>
          </a:prstGeom>
          <a:noFill/>
          <a:ln w="9525">
            <a:noFill/>
            <a:miter lim="800000"/>
            <a:headEnd/>
            <a:tailEnd/>
          </a:ln>
        </p:spPr>
        <p:txBody>
          <a:bodyPr wrap="square" lIns="91427" tIns="45713" rIns="91427" bIns="45713">
            <a:spAutoFit/>
          </a:bodyPr>
          <a:lstStyle/>
          <a:p>
            <a:pPr eaLnBrk="0" hangingPunct="0"/>
            <a:r>
              <a:rPr lang="en-US" sz="1400" b="1">
                <a:latin typeface="Constantia" pitchFamily="18" charset="0"/>
                <a:cs typeface="Arial" pitchFamily="34" charset="0"/>
              </a:rPr>
              <a:t>Perspective</a:t>
            </a:r>
          </a:p>
          <a:p>
            <a:pPr eaLnBrk="0" hangingPunct="0"/>
            <a:r>
              <a:rPr lang="en-US" sz="1400" b="1" i="1">
                <a:latin typeface="Constantia" pitchFamily="18" charset="0"/>
                <a:cs typeface="Arial" pitchFamily="34" charset="0"/>
              </a:rPr>
              <a:t>Innovation et </a:t>
            </a:r>
            <a:r>
              <a:rPr lang="en-US" sz="1400" b="1" i="1" err="1">
                <a:latin typeface="Constantia" pitchFamily="18" charset="0"/>
                <a:cs typeface="Arial" pitchFamily="34" charset="0"/>
              </a:rPr>
              <a:t>apprentissage</a:t>
            </a:r>
            <a:endParaRPr lang="en-US" sz="1400" b="1" i="1">
              <a:latin typeface="Constantia" pitchFamily="18" charset="0"/>
              <a:cs typeface="Arial" pitchFamily="34" charset="0"/>
            </a:endParaRPr>
          </a:p>
        </p:txBody>
      </p:sp>
    </p:spTree>
    <p:custDataLst>
      <p:tags r:id="rId1"/>
    </p:custDataLst>
    <p:extLst>
      <p:ext uri="{BB962C8B-B14F-4D97-AF65-F5344CB8AC3E}">
        <p14:creationId xmlns:p14="http://schemas.microsoft.com/office/powerpoint/2010/main" val="684802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p:cNvSpPr>
            <a:spLocks noGrp="1"/>
          </p:cNvSpPr>
          <p:nvPr>
            <p:ph type="title"/>
          </p:nvPr>
        </p:nvSpPr>
        <p:spPr/>
        <p:txBody>
          <a:bodyPr/>
          <a:lstStyle/>
          <a:p>
            <a:pPr eaLnBrk="1" hangingPunct="1"/>
            <a:r>
              <a:rPr lang="fr-CA" altLang="fr-FR"/>
              <a:t>Tableau de bord</a:t>
            </a:r>
          </a:p>
        </p:txBody>
      </p:sp>
      <p:graphicFrame>
        <p:nvGraphicFramePr>
          <p:cNvPr id="4" name="Espace réservé du contenu 3"/>
          <p:cNvGraphicFramePr>
            <a:graphicFrameLocks noGrp="1"/>
          </p:cNvGraphicFramePr>
          <p:nvPr>
            <p:ph idx="1"/>
          </p:nvPr>
        </p:nvGraphicFramePr>
        <p:xfrm>
          <a:off x="2067554" y="1822740"/>
          <a:ext cx="7987555" cy="2884488"/>
        </p:xfrm>
        <a:graphic>
          <a:graphicData uri="http://schemas.openxmlformats.org/drawingml/2006/table">
            <a:tbl>
              <a:tblPr firstRow="1" bandRow="1">
                <a:tableStyleId>{5940675A-B579-460E-94D1-54222C63F5DA}</a:tableStyleId>
              </a:tblPr>
              <a:tblGrid>
                <a:gridCol w="1597511">
                  <a:extLst>
                    <a:ext uri="{9D8B030D-6E8A-4147-A177-3AD203B41FA5}">
                      <a16:colId xmlns:a16="http://schemas.microsoft.com/office/drawing/2014/main" val="20000"/>
                    </a:ext>
                  </a:extLst>
                </a:gridCol>
                <a:gridCol w="1597511">
                  <a:extLst>
                    <a:ext uri="{9D8B030D-6E8A-4147-A177-3AD203B41FA5}">
                      <a16:colId xmlns:a16="http://schemas.microsoft.com/office/drawing/2014/main" val="20001"/>
                    </a:ext>
                  </a:extLst>
                </a:gridCol>
                <a:gridCol w="1597511">
                  <a:extLst>
                    <a:ext uri="{9D8B030D-6E8A-4147-A177-3AD203B41FA5}">
                      <a16:colId xmlns:a16="http://schemas.microsoft.com/office/drawing/2014/main" val="20002"/>
                    </a:ext>
                  </a:extLst>
                </a:gridCol>
                <a:gridCol w="1597511">
                  <a:extLst>
                    <a:ext uri="{9D8B030D-6E8A-4147-A177-3AD203B41FA5}">
                      <a16:colId xmlns:a16="http://schemas.microsoft.com/office/drawing/2014/main" val="20003"/>
                    </a:ext>
                  </a:extLst>
                </a:gridCol>
                <a:gridCol w="1597511">
                  <a:extLst>
                    <a:ext uri="{9D8B030D-6E8A-4147-A177-3AD203B41FA5}">
                      <a16:colId xmlns:a16="http://schemas.microsoft.com/office/drawing/2014/main" val="20004"/>
                    </a:ext>
                  </a:extLst>
                </a:gridCol>
              </a:tblGrid>
              <a:tr h="680610">
                <a:tc>
                  <a:txBody>
                    <a:bodyPr/>
                    <a:lstStyle/>
                    <a:p>
                      <a:r>
                        <a:rPr lang="fr-CA" sz="1800" b="1"/>
                        <a:t>Perspective</a:t>
                      </a:r>
                    </a:p>
                  </a:txBody>
                  <a:tcPr marL="88751" marR="88751" marT="45725" marB="45725"/>
                </a:tc>
                <a:tc>
                  <a:txBody>
                    <a:bodyPr/>
                    <a:lstStyle/>
                    <a:p>
                      <a:r>
                        <a:rPr lang="fr-CA" sz="2000" b="1"/>
                        <a:t>Objectifs</a:t>
                      </a:r>
                    </a:p>
                  </a:txBody>
                  <a:tcPr marL="88751" marR="88751" marT="45725" marB="45725"/>
                </a:tc>
                <a:tc>
                  <a:txBody>
                    <a:bodyPr/>
                    <a:lstStyle/>
                    <a:p>
                      <a:r>
                        <a:rPr lang="fr-CA" sz="1800" b="1">
                          <a:solidFill>
                            <a:schemeClr val="tx1"/>
                          </a:solidFill>
                        </a:rPr>
                        <a:t>Mesures ou Indicateurs</a:t>
                      </a:r>
                    </a:p>
                  </a:txBody>
                  <a:tcPr marL="88751" marR="88751" marT="45725" marB="45725"/>
                </a:tc>
                <a:tc>
                  <a:txBody>
                    <a:bodyPr/>
                    <a:lstStyle/>
                    <a:p>
                      <a:pPr marL="0" algn="l" defTabSz="914400" rtl="0" eaLnBrk="1" latinLnBrk="0" hangingPunct="1"/>
                      <a:r>
                        <a:rPr lang="fr-CA" sz="1800" b="1" kern="1200">
                          <a:solidFill>
                            <a:srgbClr val="FF0000"/>
                          </a:solidFill>
                          <a:latin typeface="+mn-lt"/>
                          <a:ea typeface="+mn-ea"/>
                          <a:cs typeface="+mn-cs"/>
                        </a:rPr>
                        <a:t>Cibles</a:t>
                      </a:r>
                    </a:p>
                  </a:txBody>
                  <a:tcPr marL="88751" marR="88751" marT="45725" marB="45725"/>
                </a:tc>
                <a:tc>
                  <a:txBody>
                    <a:bodyPr/>
                    <a:lstStyle/>
                    <a:p>
                      <a:r>
                        <a:rPr lang="fr-CA" sz="1800" b="1">
                          <a:solidFill>
                            <a:srgbClr val="FF0000"/>
                          </a:solidFill>
                        </a:rPr>
                        <a:t>Initiatives</a:t>
                      </a:r>
                    </a:p>
                  </a:txBody>
                  <a:tcPr marL="88751" marR="88751" marT="45725" marB="45725"/>
                </a:tc>
                <a:extLst>
                  <a:ext uri="{0D108BD9-81ED-4DB2-BD59-A6C34878D82A}">
                    <a16:rowId xmlns:a16="http://schemas.microsoft.com/office/drawing/2014/main" val="10000"/>
                  </a:ext>
                </a:extLst>
              </a:tr>
              <a:tr h="421329">
                <a:tc>
                  <a:txBody>
                    <a:bodyPr/>
                    <a:lstStyle/>
                    <a:p>
                      <a:r>
                        <a:rPr lang="fr-CA" sz="1800"/>
                        <a:t>Financière</a:t>
                      </a:r>
                    </a:p>
                  </a:txBody>
                  <a:tcPr marL="88751" marR="88751" marT="45725" marB="45725"/>
                </a:tc>
                <a:tc>
                  <a:txBody>
                    <a:bodyPr/>
                    <a:lstStyle/>
                    <a:p>
                      <a:endParaRPr lang="fr-CA" sz="2000"/>
                    </a:p>
                  </a:txBody>
                  <a:tcPr marL="88751" marR="88751" marT="45725" marB="45725"/>
                </a:tc>
                <a:tc>
                  <a:txBody>
                    <a:bodyPr/>
                    <a:lstStyle/>
                    <a:p>
                      <a:endParaRPr lang="fr-CA" sz="1800"/>
                    </a:p>
                  </a:txBody>
                  <a:tcPr marL="88751" marR="88751" marT="45725" marB="45725"/>
                </a:tc>
                <a:tc>
                  <a:txBody>
                    <a:bodyPr/>
                    <a:lstStyle/>
                    <a:p>
                      <a:endParaRPr lang="fr-CA" sz="1800"/>
                    </a:p>
                  </a:txBody>
                  <a:tcPr marL="88751" marR="88751" marT="45725" marB="45725">
                    <a:solidFill>
                      <a:srgbClr val="FF0000"/>
                    </a:solidFill>
                  </a:tcPr>
                </a:tc>
                <a:tc>
                  <a:txBody>
                    <a:bodyPr/>
                    <a:lstStyle/>
                    <a:p>
                      <a:endParaRPr lang="fr-CA" sz="1800"/>
                    </a:p>
                  </a:txBody>
                  <a:tcPr marL="88751" marR="88751" marT="45725" marB="45725">
                    <a:solidFill>
                      <a:srgbClr val="FF0000"/>
                    </a:solidFill>
                  </a:tcPr>
                </a:tc>
                <a:extLst>
                  <a:ext uri="{0D108BD9-81ED-4DB2-BD59-A6C34878D82A}">
                    <a16:rowId xmlns:a16="http://schemas.microsoft.com/office/drawing/2014/main" val="10001"/>
                  </a:ext>
                </a:extLst>
              </a:tr>
              <a:tr h="421329">
                <a:tc>
                  <a:txBody>
                    <a:bodyPr/>
                    <a:lstStyle/>
                    <a:p>
                      <a:r>
                        <a:rPr lang="fr-CA" sz="1800"/>
                        <a:t>Clients</a:t>
                      </a:r>
                    </a:p>
                  </a:txBody>
                  <a:tcPr marL="88751" marR="88751" marT="45725" marB="45725"/>
                </a:tc>
                <a:tc>
                  <a:txBody>
                    <a:bodyPr/>
                    <a:lstStyle/>
                    <a:p>
                      <a:endParaRPr lang="fr-CA" sz="2000"/>
                    </a:p>
                  </a:txBody>
                  <a:tcPr marL="88751" marR="88751" marT="45725" marB="45725"/>
                </a:tc>
                <a:tc>
                  <a:txBody>
                    <a:bodyPr/>
                    <a:lstStyle/>
                    <a:p>
                      <a:endParaRPr lang="fr-CA" sz="1800"/>
                    </a:p>
                  </a:txBody>
                  <a:tcPr marL="88751" marR="88751" marT="45725" marB="45725"/>
                </a:tc>
                <a:tc>
                  <a:txBody>
                    <a:bodyPr/>
                    <a:lstStyle/>
                    <a:p>
                      <a:endParaRPr lang="fr-CA" sz="1800"/>
                    </a:p>
                  </a:txBody>
                  <a:tcPr marL="88751" marR="88751" marT="45725" marB="45725">
                    <a:solidFill>
                      <a:srgbClr val="FF0000"/>
                    </a:solidFill>
                  </a:tcPr>
                </a:tc>
                <a:tc>
                  <a:txBody>
                    <a:bodyPr/>
                    <a:lstStyle/>
                    <a:p>
                      <a:endParaRPr lang="fr-CA" sz="1800"/>
                    </a:p>
                  </a:txBody>
                  <a:tcPr marL="88751" marR="88751" marT="45725" marB="45725">
                    <a:solidFill>
                      <a:srgbClr val="FF0000"/>
                    </a:solidFill>
                  </a:tcPr>
                </a:tc>
                <a:extLst>
                  <a:ext uri="{0D108BD9-81ED-4DB2-BD59-A6C34878D82A}">
                    <a16:rowId xmlns:a16="http://schemas.microsoft.com/office/drawing/2014/main" val="10002"/>
                  </a:ext>
                </a:extLst>
              </a:tr>
              <a:tr h="680610">
                <a:tc>
                  <a:txBody>
                    <a:bodyPr/>
                    <a:lstStyle/>
                    <a:p>
                      <a:r>
                        <a:rPr lang="fr-CA" sz="1800"/>
                        <a:t>Processus internes</a:t>
                      </a:r>
                    </a:p>
                  </a:txBody>
                  <a:tcPr marL="88751" marR="88751" marT="45725" marB="45725"/>
                </a:tc>
                <a:tc>
                  <a:txBody>
                    <a:bodyPr/>
                    <a:lstStyle/>
                    <a:p>
                      <a:endParaRPr lang="fr-CA" sz="2000"/>
                    </a:p>
                  </a:txBody>
                  <a:tcPr marL="88751" marR="88751" marT="45725" marB="45725"/>
                </a:tc>
                <a:tc>
                  <a:txBody>
                    <a:bodyPr/>
                    <a:lstStyle/>
                    <a:p>
                      <a:endParaRPr lang="fr-CA" sz="1800"/>
                    </a:p>
                  </a:txBody>
                  <a:tcPr marL="88751" marR="88751" marT="45725" marB="45725"/>
                </a:tc>
                <a:tc>
                  <a:txBody>
                    <a:bodyPr/>
                    <a:lstStyle/>
                    <a:p>
                      <a:endParaRPr lang="fr-CA" sz="1800"/>
                    </a:p>
                  </a:txBody>
                  <a:tcPr marL="88751" marR="88751" marT="45725" marB="45725">
                    <a:solidFill>
                      <a:srgbClr val="FF0000"/>
                    </a:solidFill>
                  </a:tcPr>
                </a:tc>
                <a:tc>
                  <a:txBody>
                    <a:bodyPr/>
                    <a:lstStyle/>
                    <a:p>
                      <a:endParaRPr lang="fr-CA" sz="1800"/>
                    </a:p>
                  </a:txBody>
                  <a:tcPr marL="88751" marR="88751" marT="45725" marB="45725">
                    <a:solidFill>
                      <a:srgbClr val="FF0000"/>
                    </a:solidFill>
                  </a:tcPr>
                </a:tc>
                <a:extLst>
                  <a:ext uri="{0D108BD9-81ED-4DB2-BD59-A6C34878D82A}">
                    <a16:rowId xmlns:a16="http://schemas.microsoft.com/office/drawing/2014/main" val="10003"/>
                  </a:ext>
                </a:extLst>
              </a:tr>
              <a:tr h="680610">
                <a:tc>
                  <a:txBody>
                    <a:bodyPr/>
                    <a:lstStyle/>
                    <a:p>
                      <a:r>
                        <a:rPr lang="fr-CA" sz="1800"/>
                        <a:t>Croissance et apprentissage</a:t>
                      </a:r>
                    </a:p>
                  </a:txBody>
                  <a:tcPr marL="88751" marR="88751" marT="45725" marB="45725"/>
                </a:tc>
                <a:tc>
                  <a:txBody>
                    <a:bodyPr/>
                    <a:lstStyle/>
                    <a:p>
                      <a:endParaRPr lang="fr-CA" sz="2000" baseline="0">
                        <a:solidFill>
                          <a:schemeClr val="accent6"/>
                        </a:solidFill>
                      </a:endParaRPr>
                    </a:p>
                  </a:txBody>
                  <a:tcPr marL="88751" marR="88751" marT="45725" marB="45725"/>
                </a:tc>
                <a:tc>
                  <a:txBody>
                    <a:bodyPr/>
                    <a:lstStyle/>
                    <a:p>
                      <a:endParaRPr lang="fr-CA" sz="1800"/>
                    </a:p>
                  </a:txBody>
                  <a:tcPr marL="88751" marR="88751" marT="45725" marB="45725"/>
                </a:tc>
                <a:tc>
                  <a:txBody>
                    <a:bodyPr/>
                    <a:lstStyle/>
                    <a:p>
                      <a:endParaRPr lang="fr-CA" sz="1800"/>
                    </a:p>
                  </a:txBody>
                  <a:tcPr marL="88751" marR="88751" marT="45725" marB="45725">
                    <a:solidFill>
                      <a:srgbClr val="FF0000"/>
                    </a:solidFill>
                  </a:tcPr>
                </a:tc>
                <a:tc>
                  <a:txBody>
                    <a:bodyPr/>
                    <a:lstStyle/>
                    <a:p>
                      <a:endParaRPr lang="fr-CA" sz="1800"/>
                    </a:p>
                  </a:txBody>
                  <a:tcPr marL="88751" marR="88751" marT="45725" marB="45725">
                    <a:solidFill>
                      <a:srgbClr val="FF0000"/>
                    </a:solidFill>
                  </a:tcPr>
                </a:tc>
                <a:extLst>
                  <a:ext uri="{0D108BD9-81ED-4DB2-BD59-A6C34878D82A}">
                    <a16:rowId xmlns:a16="http://schemas.microsoft.com/office/drawing/2014/main" val="10004"/>
                  </a:ext>
                </a:extLst>
              </a:tr>
            </a:tbl>
          </a:graphicData>
        </a:graphic>
      </p:graphicFrame>
      <p:sp>
        <p:nvSpPr>
          <p:cNvPr id="26665" name="ZoneTexte 4"/>
          <p:cNvSpPr txBox="1">
            <a:spLocks noChangeArrowheads="1"/>
          </p:cNvSpPr>
          <p:nvPr/>
        </p:nvSpPr>
        <p:spPr bwMode="auto">
          <a:xfrm>
            <a:off x="4051816" y="5122348"/>
            <a:ext cx="2574644" cy="117729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89896" tIns="44948" rIns="89896" bIns="44948">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r>
              <a:rPr lang="fr-CA" altLang="fr-FR" sz="1412">
                <a:solidFill>
                  <a:srgbClr val="FF0000"/>
                </a:solidFill>
              </a:rPr>
              <a:t>Justification  doit reposer sur la stratégie, la mission, la vision, les facteurs clés de succès (forces de l’entreprise) ou faiblesses à corriger)</a:t>
            </a:r>
          </a:p>
        </p:txBody>
      </p:sp>
      <p:sp>
        <p:nvSpPr>
          <p:cNvPr id="6" name="Flèche vers le bas 5"/>
          <p:cNvSpPr/>
          <p:nvPr/>
        </p:nvSpPr>
        <p:spPr>
          <a:xfrm>
            <a:off x="4501264" y="2643188"/>
            <a:ext cx="208009" cy="13573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lIns="89896" tIns="44948" rIns="89896" bIns="44948" anchor="ctr"/>
          <a:lstStyle/>
          <a:p>
            <a:pPr algn="ctr">
              <a:defRPr/>
            </a:pPr>
            <a:endParaRPr lang="fr-CA" sz="1588"/>
          </a:p>
        </p:txBody>
      </p:sp>
      <p:sp>
        <p:nvSpPr>
          <p:cNvPr id="26668" name="ZoneTexte 7"/>
          <p:cNvSpPr txBox="1">
            <a:spLocks noChangeArrowheads="1"/>
          </p:cNvSpPr>
          <p:nvPr/>
        </p:nvSpPr>
        <p:spPr bwMode="auto">
          <a:xfrm>
            <a:off x="7678342" y="5122348"/>
            <a:ext cx="2634784" cy="742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6" tIns="44948" rIns="89896" bIns="44948">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r>
              <a:rPr lang="fr-CA" altLang="fr-FR" sz="2118"/>
              <a:t>Non exigé dans le cadre des cas…</a:t>
            </a:r>
          </a:p>
        </p:txBody>
      </p:sp>
      <p:sp>
        <p:nvSpPr>
          <p:cNvPr id="9" name="Flèche vers le bas 8"/>
          <p:cNvSpPr/>
          <p:nvPr/>
        </p:nvSpPr>
        <p:spPr>
          <a:xfrm>
            <a:off x="5957328" y="2643188"/>
            <a:ext cx="208009" cy="13573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lIns="89896" tIns="44948" rIns="89896" bIns="44948" anchor="ctr"/>
          <a:lstStyle/>
          <a:p>
            <a:pPr algn="ctr">
              <a:defRPr/>
            </a:pPr>
            <a:endParaRPr lang="fr-CA" sz="1588"/>
          </a:p>
        </p:txBody>
      </p:sp>
      <p:sp>
        <p:nvSpPr>
          <p:cNvPr id="10" name="Accolade ouvrante 9"/>
          <p:cNvSpPr/>
          <p:nvPr/>
        </p:nvSpPr>
        <p:spPr>
          <a:xfrm rot="16200000">
            <a:off x="5107363" y="3474817"/>
            <a:ext cx="463550" cy="2761859"/>
          </a:xfrm>
          <a:prstGeom prst="leftBrace">
            <a:avLst/>
          </a:prstGeom>
        </p:spPr>
        <p:style>
          <a:lnRef idx="1">
            <a:schemeClr val="accent1"/>
          </a:lnRef>
          <a:fillRef idx="0">
            <a:schemeClr val="accent1"/>
          </a:fillRef>
          <a:effectRef idx="0">
            <a:schemeClr val="accent1"/>
          </a:effectRef>
          <a:fontRef idx="minor">
            <a:schemeClr val="tx1"/>
          </a:fontRef>
        </p:style>
        <p:txBody>
          <a:bodyPr lIns="89896" tIns="44948" rIns="89896" bIns="44948" anchor="ctr"/>
          <a:lstStyle/>
          <a:p>
            <a:pPr algn="ctr">
              <a:defRPr/>
            </a:pPr>
            <a:endParaRPr lang="fr-CA" sz="1588">
              <a:solidFill>
                <a:srgbClr val="FF0000"/>
              </a:solidFill>
            </a:endParaRPr>
          </a:p>
        </p:txBody>
      </p:sp>
      <p:sp>
        <p:nvSpPr>
          <p:cNvPr id="12" name="Accolade ouvrante 11"/>
          <p:cNvSpPr/>
          <p:nvPr/>
        </p:nvSpPr>
        <p:spPr>
          <a:xfrm rot="16200000">
            <a:off x="8225584" y="3499254"/>
            <a:ext cx="463550" cy="2761859"/>
          </a:xfrm>
          <a:prstGeom prst="leftBrace">
            <a:avLst/>
          </a:prstGeom>
        </p:spPr>
        <p:style>
          <a:lnRef idx="1">
            <a:schemeClr val="accent1"/>
          </a:lnRef>
          <a:fillRef idx="0">
            <a:schemeClr val="accent1"/>
          </a:fillRef>
          <a:effectRef idx="0">
            <a:schemeClr val="accent1"/>
          </a:effectRef>
          <a:fontRef idx="minor">
            <a:schemeClr val="tx1"/>
          </a:fontRef>
        </p:style>
        <p:txBody>
          <a:bodyPr lIns="89896" tIns="44948" rIns="89896" bIns="44948" anchor="ctr"/>
          <a:lstStyle/>
          <a:p>
            <a:pPr algn="ctr">
              <a:defRPr/>
            </a:pPr>
            <a:endParaRPr lang="fr-CA" sz="1588">
              <a:solidFill>
                <a:srgbClr val="FF0000"/>
              </a:solidFill>
            </a:endParaRPr>
          </a:p>
        </p:txBody>
      </p:sp>
    </p:spTree>
    <p:extLst>
      <p:ext uri="{BB962C8B-B14F-4D97-AF65-F5344CB8AC3E}">
        <p14:creationId xmlns:p14="http://schemas.microsoft.com/office/powerpoint/2010/main" val="1170888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2"/>
            <p:custDataLst>
              <p:tags r:id="rId1"/>
            </p:custDataLst>
          </p:nvPr>
        </p:nvSpPr>
        <p:spPr/>
        <p:txBody>
          <a:bodyPr/>
          <a:lstStyle/>
          <a:p>
            <a:fld id="{C73EB41D-849B-4C0C-8BB4-E1DF9CA5FEE5}" type="slidenum">
              <a:rPr lang="fr-CA" smtClean="0"/>
              <a:t>7</a:t>
            </a:fld>
            <a:endParaRPr lang="fr-CA"/>
          </a:p>
        </p:txBody>
      </p:sp>
      <p:grpSp>
        <p:nvGrpSpPr>
          <p:cNvPr id="6" name="Group 138">
            <a:extLst>
              <a:ext uri="{FF2B5EF4-FFF2-40B4-BE49-F238E27FC236}">
                <a16:creationId xmlns:a16="http://schemas.microsoft.com/office/drawing/2014/main" id="{4BEAD8A0-4C53-A445-9566-12D9871030FF}"/>
              </a:ext>
            </a:extLst>
          </p:cNvPr>
          <p:cNvGrpSpPr/>
          <p:nvPr>
            <p:custDataLst>
              <p:tags r:id="rId2"/>
            </p:custDataLst>
          </p:nvPr>
        </p:nvGrpSpPr>
        <p:grpSpPr>
          <a:xfrm>
            <a:off x="4583022" y="1485786"/>
            <a:ext cx="2636283" cy="3895654"/>
            <a:chOff x="8704441" y="2571694"/>
            <a:chExt cx="7028256" cy="10385705"/>
          </a:xfrm>
        </p:grpSpPr>
        <p:sp>
          <p:nvSpPr>
            <p:cNvPr id="7" name="Shape 34173">
              <a:extLst>
                <a:ext uri="{FF2B5EF4-FFF2-40B4-BE49-F238E27FC236}">
                  <a16:creationId xmlns:a16="http://schemas.microsoft.com/office/drawing/2014/main" id="{7C2ABBD9-BBC5-C744-A88A-B0FB6D066E4D}"/>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8" name="Shape 34174">
              <a:extLst>
                <a:ext uri="{FF2B5EF4-FFF2-40B4-BE49-F238E27FC236}">
                  <a16:creationId xmlns:a16="http://schemas.microsoft.com/office/drawing/2014/main" id="{B89D6FCE-8A07-2F4B-BC7C-28593783ECCF}"/>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 name="Shape 34175">
              <a:extLst>
                <a:ext uri="{FF2B5EF4-FFF2-40B4-BE49-F238E27FC236}">
                  <a16:creationId xmlns:a16="http://schemas.microsoft.com/office/drawing/2014/main" id="{128F6F9B-F7C8-1845-9B4C-0EC0496EC080}"/>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0" name="Shape 34176">
              <a:extLst>
                <a:ext uri="{FF2B5EF4-FFF2-40B4-BE49-F238E27FC236}">
                  <a16:creationId xmlns:a16="http://schemas.microsoft.com/office/drawing/2014/main" id="{9C64BCDC-E2F0-E146-88D7-41FFB1673416}"/>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1" name="Shape 34177">
              <a:extLst>
                <a:ext uri="{FF2B5EF4-FFF2-40B4-BE49-F238E27FC236}">
                  <a16:creationId xmlns:a16="http://schemas.microsoft.com/office/drawing/2014/main" id="{1C408270-55D1-804D-82D7-1476B5E43978}"/>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2" name="Shape 34178">
              <a:extLst>
                <a:ext uri="{FF2B5EF4-FFF2-40B4-BE49-F238E27FC236}">
                  <a16:creationId xmlns:a16="http://schemas.microsoft.com/office/drawing/2014/main" id="{EB390F12-B40C-7A45-8BC8-5810AB9255C2}"/>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13" name="Shape 34179">
              <a:extLst>
                <a:ext uri="{FF2B5EF4-FFF2-40B4-BE49-F238E27FC236}">
                  <a16:creationId xmlns:a16="http://schemas.microsoft.com/office/drawing/2014/main" id="{3C5FD7B8-4C3B-B940-A6D7-C03BE6F4C89D}"/>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4" name="Shape 34180">
              <a:extLst>
                <a:ext uri="{FF2B5EF4-FFF2-40B4-BE49-F238E27FC236}">
                  <a16:creationId xmlns:a16="http://schemas.microsoft.com/office/drawing/2014/main" id="{32AE572C-09D2-B149-95D6-B62DDD4AB5AD}"/>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15" name="Shape 34181">
              <a:extLst>
                <a:ext uri="{FF2B5EF4-FFF2-40B4-BE49-F238E27FC236}">
                  <a16:creationId xmlns:a16="http://schemas.microsoft.com/office/drawing/2014/main" id="{2C5DEF8C-B19E-9346-8BB7-7935ACC483D8}"/>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6" name="Shape 34182">
              <a:extLst>
                <a:ext uri="{FF2B5EF4-FFF2-40B4-BE49-F238E27FC236}">
                  <a16:creationId xmlns:a16="http://schemas.microsoft.com/office/drawing/2014/main" id="{268030AB-902E-4048-96C9-C613F7151002}"/>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7" name="Shape 34183">
              <a:extLst>
                <a:ext uri="{FF2B5EF4-FFF2-40B4-BE49-F238E27FC236}">
                  <a16:creationId xmlns:a16="http://schemas.microsoft.com/office/drawing/2014/main" id="{C17EC142-064E-184B-8C15-51D983B8F46A}"/>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8" name="Shape 34184">
              <a:extLst>
                <a:ext uri="{FF2B5EF4-FFF2-40B4-BE49-F238E27FC236}">
                  <a16:creationId xmlns:a16="http://schemas.microsoft.com/office/drawing/2014/main" id="{3D61E7B3-2989-8049-83F7-8359EB03AEE9}"/>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19" name="Shape 34185">
              <a:extLst>
                <a:ext uri="{FF2B5EF4-FFF2-40B4-BE49-F238E27FC236}">
                  <a16:creationId xmlns:a16="http://schemas.microsoft.com/office/drawing/2014/main" id="{DD580A0D-D476-6F4F-A8CB-69B1C6426354}"/>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0" name="Shape 34186">
              <a:extLst>
                <a:ext uri="{FF2B5EF4-FFF2-40B4-BE49-F238E27FC236}">
                  <a16:creationId xmlns:a16="http://schemas.microsoft.com/office/drawing/2014/main" id="{BC835B70-B4D7-1546-898F-8E925436C5F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1" name="Shape 34187">
              <a:extLst>
                <a:ext uri="{FF2B5EF4-FFF2-40B4-BE49-F238E27FC236}">
                  <a16:creationId xmlns:a16="http://schemas.microsoft.com/office/drawing/2014/main" id="{A5C4F64E-F8AE-364B-9B84-12A692B41AC3}"/>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2" name="Shape 34188">
              <a:extLst>
                <a:ext uri="{FF2B5EF4-FFF2-40B4-BE49-F238E27FC236}">
                  <a16:creationId xmlns:a16="http://schemas.microsoft.com/office/drawing/2014/main" id="{7036E97A-E538-DB4D-9DAE-381CFDACB2B0}"/>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3" name="Shape 34189">
              <a:extLst>
                <a:ext uri="{FF2B5EF4-FFF2-40B4-BE49-F238E27FC236}">
                  <a16:creationId xmlns:a16="http://schemas.microsoft.com/office/drawing/2014/main" id="{3E502D09-5E8E-034A-BA71-FA7562E6BAEB}"/>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4" name="Shape 34190">
              <a:extLst>
                <a:ext uri="{FF2B5EF4-FFF2-40B4-BE49-F238E27FC236}">
                  <a16:creationId xmlns:a16="http://schemas.microsoft.com/office/drawing/2014/main" id="{80F26035-6389-2F4A-919A-7597AB01122D}"/>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5" name="Shape 34191">
              <a:extLst>
                <a:ext uri="{FF2B5EF4-FFF2-40B4-BE49-F238E27FC236}">
                  <a16:creationId xmlns:a16="http://schemas.microsoft.com/office/drawing/2014/main" id="{15E90CFB-1E2C-EF4A-B1ED-6FD69DBDD9C3}"/>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6" name="Shape 34192">
              <a:extLst>
                <a:ext uri="{FF2B5EF4-FFF2-40B4-BE49-F238E27FC236}">
                  <a16:creationId xmlns:a16="http://schemas.microsoft.com/office/drawing/2014/main" id="{B2400A31-1671-BB45-9745-8F05DAFCA9B5}"/>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7" name="Shape 34193">
              <a:extLst>
                <a:ext uri="{FF2B5EF4-FFF2-40B4-BE49-F238E27FC236}">
                  <a16:creationId xmlns:a16="http://schemas.microsoft.com/office/drawing/2014/main" id="{9CCB2114-7721-7C48-90EE-8BF98BE7201F}"/>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28" name="Shape 34194">
              <a:extLst>
                <a:ext uri="{FF2B5EF4-FFF2-40B4-BE49-F238E27FC236}">
                  <a16:creationId xmlns:a16="http://schemas.microsoft.com/office/drawing/2014/main" id="{08AB7CCF-CC82-4E41-9BD4-ACF711191AE9}"/>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29" name="Shape 34195">
              <a:extLst>
                <a:ext uri="{FF2B5EF4-FFF2-40B4-BE49-F238E27FC236}">
                  <a16:creationId xmlns:a16="http://schemas.microsoft.com/office/drawing/2014/main" id="{60F1FCA0-0B55-DA42-AA15-76394CCF7CE8}"/>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0" name="Shape 34196">
              <a:extLst>
                <a:ext uri="{FF2B5EF4-FFF2-40B4-BE49-F238E27FC236}">
                  <a16:creationId xmlns:a16="http://schemas.microsoft.com/office/drawing/2014/main" id="{36E9D02B-3D7D-A54F-BC3A-460483287FD4}"/>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31" name="Shape 34197">
              <a:extLst>
                <a:ext uri="{FF2B5EF4-FFF2-40B4-BE49-F238E27FC236}">
                  <a16:creationId xmlns:a16="http://schemas.microsoft.com/office/drawing/2014/main" id="{1ABAD993-1B69-BE43-9F7C-3D6B462DA21E}"/>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2" name="Shape 34198">
              <a:extLst>
                <a:ext uri="{FF2B5EF4-FFF2-40B4-BE49-F238E27FC236}">
                  <a16:creationId xmlns:a16="http://schemas.microsoft.com/office/drawing/2014/main" id="{D4260BC1-65B0-0246-B08D-3F182700802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3" name="Shape 34199">
              <a:extLst>
                <a:ext uri="{FF2B5EF4-FFF2-40B4-BE49-F238E27FC236}">
                  <a16:creationId xmlns:a16="http://schemas.microsoft.com/office/drawing/2014/main" id="{EF07CAC8-6A35-DB44-BD69-BD5D91A2E37C}"/>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4" name="Shape 34200">
              <a:extLst>
                <a:ext uri="{FF2B5EF4-FFF2-40B4-BE49-F238E27FC236}">
                  <a16:creationId xmlns:a16="http://schemas.microsoft.com/office/drawing/2014/main" id="{0EF52984-C20C-9447-8DD3-28FAB8F93312}"/>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5" name="Shape 34201">
              <a:extLst>
                <a:ext uri="{FF2B5EF4-FFF2-40B4-BE49-F238E27FC236}">
                  <a16:creationId xmlns:a16="http://schemas.microsoft.com/office/drawing/2014/main" id="{D66540D1-4BAC-5142-9894-F08B20D57EF1}"/>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6" name="Shape 34202">
              <a:extLst>
                <a:ext uri="{FF2B5EF4-FFF2-40B4-BE49-F238E27FC236}">
                  <a16:creationId xmlns:a16="http://schemas.microsoft.com/office/drawing/2014/main" id="{5737805B-54E0-4A47-AC01-0D1BDA267497}"/>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7" name="Shape 34203">
              <a:extLst>
                <a:ext uri="{FF2B5EF4-FFF2-40B4-BE49-F238E27FC236}">
                  <a16:creationId xmlns:a16="http://schemas.microsoft.com/office/drawing/2014/main" id="{91DC43D2-97F8-1C4D-B8DA-A62FF50701D4}"/>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8" name="Shape 34204">
              <a:extLst>
                <a:ext uri="{FF2B5EF4-FFF2-40B4-BE49-F238E27FC236}">
                  <a16:creationId xmlns:a16="http://schemas.microsoft.com/office/drawing/2014/main" id="{ECFCF262-74DE-F84F-887D-99629AD08806}"/>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39" name="Shape 34205">
              <a:extLst>
                <a:ext uri="{FF2B5EF4-FFF2-40B4-BE49-F238E27FC236}">
                  <a16:creationId xmlns:a16="http://schemas.microsoft.com/office/drawing/2014/main" id="{C467DFE2-0020-9048-A6E0-E7CC380CDE65}"/>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0" name="Shape 34206">
              <a:extLst>
                <a:ext uri="{FF2B5EF4-FFF2-40B4-BE49-F238E27FC236}">
                  <a16:creationId xmlns:a16="http://schemas.microsoft.com/office/drawing/2014/main" id="{85432AD6-14B3-124D-9ABB-1521DEBE7E52}"/>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41" name="Shape 34207">
              <a:extLst>
                <a:ext uri="{FF2B5EF4-FFF2-40B4-BE49-F238E27FC236}">
                  <a16:creationId xmlns:a16="http://schemas.microsoft.com/office/drawing/2014/main" id="{E3C4B98A-7F6F-754E-907A-ACCA2379A358}"/>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2" name="Shape 34208">
              <a:extLst>
                <a:ext uri="{FF2B5EF4-FFF2-40B4-BE49-F238E27FC236}">
                  <a16:creationId xmlns:a16="http://schemas.microsoft.com/office/drawing/2014/main" id="{9AE29768-EC06-7B46-9B89-62A20DF54B8B}"/>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3" name="Shape 34209">
              <a:extLst>
                <a:ext uri="{FF2B5EF4-FFF2-40B4-BE49-F238E27FC236}">
                  <a16:creationId xmlns:a16="http://schemas.microsoft.com/office/drawing/2014/main" id="{7338D6DD-D1DA-FC4E-B5E4-0EA239F43804}"/>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4" name="Shape 34210">
              <a:extLst>
                <a:ext uri="{FF2B5EF4-FFF2-40B4-BE49-F238E27FC236}">
                  <a16:creationId xmlns:a16="http://schemas.microsoft.com/office/drawing/2014/main" id="{8DE914EC-0B60-D44B-808F-B925A9443E0E}"/>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5" name="Shape 34211">
              <a:extLst>
                <a:ext uri="{FF2B5EF4-FFF2-40B4-BE49-F238E27FC236}">
                  <a16:creationId xmlns:a16="http://schemas.microsoft.com/office/drawing/2014/main" id="{4FDE9662-0645-FA4A-BB62-535E4CB21134}"/>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6" name="Shape 34212">
              <a:extLst>
                <a:ext uri="{FF2B5EF4-FFF2-40B4-BE49-F238E27FC236}">
                  <a16:creationId xmlns:a16="http://schemas.microsoft.com/office/drawing/2014/main" id="{8633A179-86D5-1240-B4C7-1D2A8D873E6B}"/>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47" name="Shape 34213">
              <a:extLst>
                <a:ext uri="{FF2B5EF4-FFF2-40B4-BE49-F238E27FC236}">
                  <a16:creationId xmlns:a16="http://schemas.microsoft.com/office/drawing/2014/main" id="{0E71C735-E5FF-2841-A4F2-DA28CAF7CB51}"/>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48" name="Shape 34214">
              <a:extLst>
                <a:ext uri="{FF2B5EF4-FFF2-40B4-BE49-F238E27FC236}">
                  <a16:creationId xmlns:a16="http://schemas.microsoft.com/office/drawing/2014/main" id="{3AF6A3E9-D867-BE49-8EE5-A92EB529DE34}"/>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899">
                <a:latin typeface="Lato Light" panose="020F0502020204030203" pitchFamily="34" charset="0"/>
              </a:endParaRPr>
            </a:p>
          </p:txBody>
        </p:sp>
        <p:sp>
          <p:nvSpPr>
            <p:cNvPr id="49" name="Shape 34215">
              <a:extLst>
                <a:ext uri="{FF2B5EF4-FFF2-40B4-BE49-F238E27FC236}">
                  <a16:creationId xmlns:a16="http://schemas.microsoft.com/office/drawing/2014/main" id="{44B4041E-E60E-834C-8F6C-8AE79507638C}"/>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0097" tIns="20097" rIns="20097" bIns="20097" numCol="1" anchor="ctr">
              <a:noAutofit/>
            </a:bodyPr>
            <a:lstStyle/>
            <a:p>
              <a:endParaRPr sz="1899">
                <a:latin typeface="Lato Light" panose="020F0502020204030203" pitchFamily="34" charset="0"/>
              </a:endParaRPr>
            </a:p>
          </p:txBody>
        </p:sp>
        <p:sp>
          <p:nvSpPr>
            <p:cNvPr id="50" name="Shape 34216">
              <a:extLst>
                <a:ext uri="{FF2B5EF4-FFF2-40B4-BE49-F238E27FC236}">
                  <a16:creationId xmlns:a16="http://schemas.microsoft.com/office/drawing/2014/main" id="{A94B01C4-5558-D74D-A544-6C63C5850FA4}"/>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0097" tIns="20097" rIns="20097" bIns="20097" numCol="1" anchor="b">
              <a:noAutofit/>
            </a:bodyPr>
            <a:lstStyle/>
            <a:p>
              <a:endParaRPr sz="1899">
                <a:latin typeface="Lato Light" panose="020F0502020204030203" pitchFamily="34" charset="0"/>
              </a:endParaRPr>
            </a:p>
          </p:txBody>
        </p:sp>
        <p:sp>
          <p:nvSpPr>
            <p:cNvPr id="51" name="Shape 34217">
              <a:extLst>
                <a:ext uri="{FF2B5EF4-FFF2-40B4-BE49-F238E27FC236}">
                  <a16:creationId xmlns:a16="http://schemas.microsoft.com/office/drawing/2014/main" id="{DDEB1FED-9BCB-3A41-B96E-167815D582F8}"/>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accent1"/>
            </a:solidFill>
            <a:ln w="12700" cap="flat">
              <a:noFill/>
              <a:miter lim="400000"/>
            </a:ln>
            <a:effectLst/>
          </p:spPr>
          <p:txBody>
            <a:bodyPr wrap="square" lIns="0" tIns="0" rIns="0" bIns="0" numCol="1" anchor="b">
              <a:noAutofit/>
            </a:bodyPr>
            <a:lstStyle/>
            <a:p>
              <a:endParaRPr sz="1899">
                <a:latin typeface="Lato Light" panose="020F0502020204030203" pitchFamily="34" charset="0"/>
              </a:endParaRPr>
            </a:p>
          </p:txBody>
        </p:sp>
        <p:sp>
          <p:nvSpPr>
            <p:cNvPr id="52" name="Shape 34218">
              <a:extLst>
                <a:ext uri="{FF2B5EF4-FFF2-40B4-BE49-F238E27FC236}">
                  <a16:creationId xmlns:a16="http://schemas.microsoft.com/office/drawing/2014/main" id="{71FCB7E2-4AD4-5440-A1AD-AF10DC8C55EE}"/>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899">
                <a:latin typeface="Lato Light" panose="020F0502020204030203" pitchFamily="34" charset="0"/>
              </a:endParaRPr>
            </a:p>
          </p:txBody>
        </p:sp>
        <p:sp>
          <p:nvSpPr>
            <p:cNvPr id="53" name="Shape 34219">
              <a:extLst>
                <a:ext uri="{FF2B5EF4-FFF2-40B4-BE49-F238E27FC236}">
                  <a16:creationId xmlns:a16="http://schemas.microsoft.com/office/drawing/2014/main" id="{03092F4B-28A4-5F44-AA62-47C3BFDAA49D}"/>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54" name="Shape 34220">
              <a:extLst>
                <a:ext uri="{FF2B5EF4-FFF2-40B4-BE49-F238E27FC236}">
                  <a16:creationId xmlns:a16="http://schemas.microsoft.com/office/drawing/2014/main" id="{A4F14B7E-1422-594A-AE01-C415B94A483B}"/>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899">
                <a:latin typeface="Lato Light" panose="020F0502020204030203" pitchFamily="34" charset="0"/>
              </a:endParaRPr>
            </a:p>
          </p:txBody>
        </p:sp>
        <p:sp>
          <p:nvSpPr>
            <p:cNvPr id="55" name="Shape 34221">
              <a:extLst>
                <a:ext uri="{FF2B5EF4-FFF2-40B4-BE49-F238E27FC236}">
                  <a16:creationId xmlns:a16="http://schemas.microsoft.com/office/drawing/2014/main" id="{D374A494-085B-D54C-A785-1BA3AAE979E4}"/>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899">
                <a:latin typeface="Lato Light" panose="020F0502020204030203" pitchFamily="34" charset="0"/>
              </a:endParaRPr>
            </a:p>
          </p:txBody>
        </p:sp>
        <p:sp>
          <p:nvSpPr>
            <p:cNvPr id="56" name="Shape 34222">
              <a:extLst>
                <a:ext uri="{FF2B5EF4-FFF2-40B4-BE49-F238E27FC236}">
                  <a16:creationId xmlns:a16="http://schemas.microsoft.com/office/drawing/2014/main" id="{537BE61C-FC5B-454E-A03E-3C19A9A3D7B2}"/>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899">
                <a:latin typeface="Lato Light" panose="020F0502020204030203" pitchFamily="34" charset="0"/>
              </a:endParaRPr>
            </a:p>
          </p:txBody>
        </p:sp>
        <p:sp>
          <p:nvSpPr>
            <p:cNvPr id="57" name="Shape 34223">
              <a:extLst>
                <a:ext uri="{FF2B5EF4-FFF2-40B4-BE49-F238E27FC236}">
                  <a16:creationId xmlns:a16="http://schemas.microsoft.com/office/drawing/2014/main" id="{2776F88E-D7CB-C848-8BA4-8B18FA098F28}"/>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58" name="Shape 34224">
              <a:extLst>
                <a:ext uri="{FF2B5EF4-FFF2-40B4-BE49-F238E27FC236}">
                  <a16:creationId xmlns:a16="http://schemas.microsoft.com/office/drawing/2014/main" id="{A1203C35-6689-D54B-BB47-599FEE0703BA}"/>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59" name="Shape 34225">
              <a:extLst>
                <a:ext uri="{FF2B5EF4-FFF2-40B4-BE49-F238E27FC236}">
                  <a16:creationId xmlns:a16="http://schemas.microsoft.com/office/drawing/2014/main" id="{B2C2093B-2903-7645-924E-AE557A1B4E2F}"/>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0" name="Shape 34226">
              <a:extLst>
                <a:ext uri="{FF2B5EF4-FFF2-40B4-BE49-F238E27FC236}">
                  <a16:creationId xmlns:a16="http://schemas.microsoft.com/office/drawing/2014/main" id="{F8DC914E-206B-1540-9682-DF732C1AABA2}"/>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1" name="Shape 34227">
              <a:extLst>
                <a:ext uri="{FF2B5EF4-FFF2-40B4-BE49-F238E27FC236}">
                  <a16:creationId xmlns:a16="http://schemas.microsoft.com/office/drawing/2014/main" id="{B6FFCBE8-A60F-AB44-9F2B-B5E525F85DED}"/>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0097" tIns="20097" rIns="20097" bIns="20097" numCol="1" anchor="ctr">
              <a:noAutofit/>
            </a:bodyPr>
            <a:lstStyle/>
            <a:p>
              <a:endParaRPr sz="1899">
                <a:latin typeface="Lato Light" panose="020F0502020204030203" pitchFamily="34" charset="0"/>
              </a:endParaRPr>
            </a:p>
          </p:txBody>
        </p:sp>
        <p:sp>
          <p:nvSpPr>
            <p:cNvPr id="62" name="Shape 34228">
              <a:extLst>
                <a:ext uri="{FF2B5EF4-FFF2-40B4-BE49-F238E27FC236}">
                  <a16:creationId xmlns:a16="http://schemas.microsoft.com/office/drawing/2014/main" id="{ABCC7F82-E81C-AC46-9958-E758BE253B70}"/>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3" name="Shape 34229">
              <a:extLst>
                <a:ext uri="{FF2B5EF4-FFF2-40B4-BE49-F238E27FC236}">
                  <a16:creationId xmlns:a16="http://schemas.microsoft.com/office/drawing/2014/main" id="{27E886E0-3179-EB48-8E9B-5A434C9B72ED}"/>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4" name="Shape 34230">
              <a:extLst>
                <a:ext uri="{FF2B5EF4-FFF2-40B4-BE49-F238E27FC236}">
                  <a16:creationId xmlns:a16="http://schemas.microsoft.com/office/drawing/2014/main" id="{518DA637-C217-2040-8860-A6D82835697C}"/>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5" name="Shape 34231">
              <a:extLst>
                <a:ext uri="{FF2B5EF4-FFF2-40B4-BE49-F238E27FC236}">
                  <a16:creationId xmlns:a16="http://schemas.microsoft.com/office/drawing/2014/main" id="{2D80DB7A-3D73-544A-9B3B-1736A79F99EC}"/>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6" name="Shape 34232">
              <a:extLst>
                <a:ext uri="{FF2B5EF4-FFF2-40B4-BE49-F238E27FC236}">
                  <a16:creationId xmlns:a16="http://schemas.microsoft.com/office/drawing/2014/main" id="{C007FB6C-BFDF-0949-ABE0-D03402E90863}"/>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7" name="Shape 34233">
              <a:extLst>
                <a:ext uri="{FF2B5EF4-FFF2-40B4-BE49-F238E27FC236}">
                  <a16:creationId xmlns:a16="http://schemas.microsoft.com/office/drawing/2014/main" id="{60D384DC-794B-9144-BA29-4A8A38D10665}"/>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8" name="Shape 34234">
              <a:extLst>
                <a:ext uri="{FF2B5EF4-FFF2-40B4-BE49-F238E27FC236}">
                  <a16:creationId xmlns:a16="http://schemas.microsoft.com/office/drawing/2014/main" id="{C98463EB-5F76-F043-BCEE-2B5BE2C56B58}"/>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69" name="Shape 34235">
              <a:extLst>
                <a:ext uri="{FF2B5EF4-FFF2-40B4-BE49-F238E27FC236}">
                  <a16:creationId xmlns:a16="http://schemas.microsoft.com/office/drawing/2014/main" id="{AEF8A314-7446-3E4F-8E0B-288049BCE97C}"/>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0" name="Shape 34236">
              <a:extLst>
                <a:ext uri="{FF2B5EF4-FFF2-40B4-BE49-F238E27FC236}">
                  <a16:creationId xmlns:a16="http://schemas.microsoft.com/office/drawing/2014/main" id="{B0CAC1F7-C823-3549-8632-8D57E8493972}"/>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1" name="Shape 34237">
              <a:extLst>
                <a:ext uri="{FF2B5EF4-FFF2-40B4-BE49-F238E27FC236}">
                  <a16:creationId xmlns:a16="http://schemas.microsoft.com/office/drawing/2014/main" id="{60CE57F0-9E16-6B42-986C-2BB9440960D7}"/>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2" name="Shape 34238">
              <a:extLst>
                <a:ext uri="{FF2B5EF4-FFF2-40B4-BE49-F238E27FC236}">
                  <a16:creationId xmlns:a16="http://schemas.microsoft.com/office/drawing/2014/main" id="{E15769EC-3CE4-4540-8A3A-0B5A4863E915}"/>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3" name="Shape 34239">
              <a:extLst>
                <a:ext uri="{FF2B5EF4-FFF2-40B4-BE49-F238E27FC236}">
                  <a16:creationId xmlns:a16="http://schemas.microsoft.com/office/drawing/2014/main" id="{2318D5A1-8E4F-FD4D-A072-E437369ED7C4}"/>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4" name="Shape 34240">
              <a:extLst>
                <a:ext uri="{FF2B5EF4-FFF2-40B4-BE49-F238E27FC236}">
                  <a16:creationId xmlns:a16="http://schemas.microsoft.com/office/drawing/2014/main" id="{5761DB39-B4CB-D04B-A85D-E5A9018DA36B}"/>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5" name="Shape 34241">
              <a:extLst>
                <a:ext uri="{FF2B5EF4-FFF2-40B4-BE49-F238E27FC236}">
                  <a16:creationId xmlns:a16="http://schemas.microsoft.com/office/drawing/2014/main" id="{7120EF9B-E117-674C-9431-46B618401F72}"/>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6" name="Shape 34242">
              <a:extLst>
                <a:ext uri="{FF2B5EF4-FFF2-40B4-BE49-F238E27FC236}">
                  <a16:creationId xmlns:a16="http://schemas.microsoft.com/office/drawing/2014/main" id="{79667B63-8A24-5C4F-84B0-559E7AF48A1F}"/>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7" name="Shape 34243">
              <a:extLst>
                <a:ext uri="{FF2B5EF4-FFF2-40B4-BE49-F238E27FC236}">
                  <a16:creationId xmlns:a16="http://schemas.microsoft.com/office/drawing/2014/main" id="{746A0077-B4EF-CD48-8438-75C7C93D92FE}"/>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8" name="Shape 34244">
              <a:extLst>
                <a:ext uri="{FF2B5EF4-FFF2-40B4-BE49-F238E27FC236}">
                  <a16:creationId xmlns:a16="http://schemas.microsoft.com/office/drawing/2014/main" id="{F6303F22-24FA-7B4B-949C-2985C272BEB4}"/>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79" name="Shape 34245">
              <a:extLst>
                <a:ext uri="{FF2B5EF4-FFF2-40B4-BE49-F238E27FC236}">
                  <a16:creationId xmlns:a16="http://schemas.microsoft.com/office/drawing/2014/main" id="{AECAC8E2-9D6D-B34D-B179-6DE5D6D08150}"/>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0" name="Shape 34246">
              <a:extLst>
                <a:ext uri="{FF2B5EF4-FFF2-40B4-BE49-F238E27FC236}">
                  <a16:creationId xmlns:a16="http://schemas.microsoft.com/office/drawing/2014/main" id="{68DB749F-8E6E-894D-AF7D-C679B012C47B}"/>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1" name="Shape 34247">
              <a:extLst>
                <a:ext uri="{FF2B5EF4-FFF2-40B4-BE49-F238E27FC236}">
                  <a16:creationId xmlns:a16="http://schemas.microsoft.com/office/drawing/2014/main" id="{1ABFF129-E80C-F247-A754-2125E18173ED}"/>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0097" tIns="20097" rIns="20097" bIns="20097" numCol="1" anchor="ctr">
              <a:noAutofit/>
            </a:bodyPr>
            <a:lstStyle/>
            <a:p>
              <a:endParaRPr sz="1899">
                <a:latin typeface="Lato Light" panose="020F0502020204030203" pitchFamily="34" charset="0"/>
              </a:endParaRPr>
            </a:p>
          </p:txBody>
        </p:sp>
        <p:sp>
          <p:nvSpPr>
            <p:cNvPr id="82" name="Shape 34248">
              <a:extLst>
                <a:ext uri="{FF2B5EF4-FFF2-40B4-BE49-F238E27FC236}">
                  <a16:creationId xmlns:a16="http://schemas.microsoft.com/office/drawing/2014/main" id="{7EA4D8CC-C1B2-A14A-9C66-409A714C6357}"/>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3" name="Shape 34249">
              <a:extLst>
                <a:ext uri="{FF2B5EF4-FFF2-40B4-BE49-F238E27FC236}">
                  <a16:creationId xmlns:a16="http://schemas.microsoft.com/office/drawing/2014/main" id="{A49387FC-C1C9-8640-8B35-6D58A8D1920C}"/>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4" name="Shape 34250">
              <a:extLst>
                <a:ext uri="{FF2B5EF4-FFF2-40B4-BE49-F238E27FC236}">
                  <a16:creationId xmlns:a16="http://schemas.microsoft.com/office/drawing/2014/main" id="{929D6D8D-C30E-1E44-9447-2159C55BBC73}"/>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5" name="Shape 34251">
              <a:extLst>
                <a:ext uri="{FF2B5EF4-FFF2-40B4-BE49-F238E27FC236}">
                  <a16:creationId xmlns:a16="http://schemas.microsoft.com/office/drawing/2014/main" id="{AA59C61D-8D16-4F45-82E5-8A19584579B4}"/>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6" name="Shape 34252">
              <a:extLst>
                <a:ext uri="{FF2B5EF4-FFF2-40B4-BE49-F238E27FC236}">
                  <a16:creationId xmlns:a16="http://schemas.microsoft.com/office/drawing/2014/main" id="{532D4F21-EDC3-5A43-BEE7-D7F38D49BCF1}"/>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0097" tIns="20097" rIns="20097" bIns="20097" numCol="1" anchor="b">
              <a:noAutofit/>
            </a:bodyPr>
            <a:lstStyle/>
            <a:p>
              <a:endParaRPr sz="1899">
                <a:latin typeface="Lato Light" panose="020F0502020204030203" pitchFamily="34" charset="0"/>
              </a:endParaRPr>
            </a:p>
          </p:txBody>
        </p:sp>
        <p:sp>
          <p:nvSpPr>
            <p:cNvPr id="87" name="Shape 34253">
              <a:extLst>
                <a:ext uri="{FF2B5EF4-FFF2-40B4-BE49-F238E27FC236}">
                  <a16:creationId xmlns:a16="http://schemas.microsoft.com/office/drawing/2014/main" id="{F78AB9E7-9FBD-3D4F-9F6B-430237196299}"/>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8" name="Shape 34254">
              <a:extLst>
                <a:ext uri="{FF2B5EF4-FFF2-40B4-BE49-F238E27FC236}">
                  <a16:creationId xmlns:a16="http://schemas.microsoft.com/office/drawing/2014/main" id="{D6B4C8F8-34FF-BB45-A84F-10FC705BF7EC}"/>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accent1"/>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89" name="Shape 34255">
              <a:extLst>
                <a:ext uri="{FF2B5EF4-FFF2-40B4-BE49-F238E27FC236}">
                  <a16:creationId xmlns:a16="http://schemas.microsoft.com/office/drawing/2014/main" id="{535F2128-52E3-7043-86CD-F3523629279F}"/>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0" name="Shape 34256">
              <a:extLst>
                <a:ext uri="{FF2B5EF4-FFF2-40B4-BE49-F238E27FC236}">
                  <a16:creationId xmlns:a16="http://schemas.microsoft.com/office/drawing/2014/main" id="{71402C4C-7E53-A840-8C21-BF78B8BF7C4B}"/>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1" name="Shape 34257">
              <a:extLst>
                <a:ext uri="{FF2B5EF4-FFF2-40B4-BE49-F238E27FC236}">
                  <a16:creationId xmlns:a16="http://schemas.microsoft.com/office/drawing/2014/main" id="{451E88F3-2CAC-3347-A71D-660C63FE9B62}"/>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2" name="Shape 34258">
              <a:extLst>
                <a:ext uri="{FF2B5EF4-FFF2-40B4-BE49-F238E27FC236}">
                  <a16:creationId xmlns:a16="http://schemas.microsoft.com/office/drawing/2014/main" id="{4600B15C-B1CE-8C43-A001-F032A47E79C9}"/>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3" name="Shape 34259">
              <a:extLst>
                <a:ext uri="{FF2B5EF4-FFF2-40B4-BE49-F238E27FC236}">
                  <a16:creationId xmlns:a16="http://schemas.microsoft.com/office/drawing/2014/main" id="{6648563B-76C8-C44E-AAF1-EE68B74541F2}"/>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4" name="Shape 34260">
              <a:extLst>
                <a:ext uri="{FF2B5EF4-FFF2-40B4-BE49-F238E27FC236}">
                  <a16:creationId xmlns:a16="http://schemas.microsoft.com/office/drawing/2014/main" id="{1FAF234E-B86A-2C42-90C2-949CAFF6C11B}"/>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5" name="Shape 34261">
              <a:extLst>
                <a:ext uri="{FF2B5EF4-FFF2-40B4-BE49-F238E27FC236}">
                  <a16:creationId xmlns:a16="http://schemas.microsoft.com/office/drawing/2014/main" id="{3DDFE104-BAB9-4144-9FAF-758887D423E1}"/>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6" name="Shape 34262">
              <a:extLst>
                <a:ext uri="{FF2B5EF4-FFF2-40B4-BE49-F238E27FC236}">
                  <a16:creationId xmlns:a16="http://schemas.microsoft.com/office/drawing/2014/main" id="{48EC4AD8-1743-6549-8790-CF4EBEE8AC66}"/>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7" name="Shape 34263">
              <a:extLst>
                <a:ext uri="{FF2B5EF4-FFF2-40B4-BE49-F238E27FC236}">
                  <a16:creationId xmlns:a16="http://schemas.microsoft.com/office/drawing/2014/main" id="{3BFF5DC1-F4BF-4440-8FFA-5BC15586B5AB}"/>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8" name="Shape 34264">
              <a:extLst>
                <a:ext uri="{FF2B5EF4-FFF2-40B4-BE49-F238E27FC236}">
                  <a16:creationId xmlns:a16="http://schemas.microsoft.com/office/drawing/2014/main" id="{53D2F0B9-19F7-4645-8207-B4C0D67B09CE}"/>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sp>
          <p:nvSpPr>
            <p:cNvPr id="99" name="Shape 34265">
              <a:extLst>
                <a:ext uri="{FF2B5EF4-FFF2-40B4-BE49-F238E27FC236}">
                  <a16:creationId xmlns:a16="http://schemas.microsoft.com/office/drawing/2014/main" id="{9DCA91D0-7436-AB44-AED2-7206D8E249E7}"/>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899">
                <a:latin typeface="Lato Light" panose="020F0502020204030203" pitchFamily="34" charset="0"/>
              </a:endParaRPr>
            </a:p>
          </p:txBody>
        </p:sp>
      </p:grpSp>
    </p:spTree>
    <p:extLst>
      <p:ext uri="{BB962C8B-B14F-4D97-AF65-F5344CB8AC3E}">
        <p14:creationId xmlns:p14="http://schemas.microsoft.com/office/powerpoint/2010/main" val="42825768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4B283919F7A04E9CDC443BFD166F77" ma:contentTypeVersion="4" ma:contentTypeDescription="Create a new document." ma:contentTypeScope="" ma:versionID="12ec5126627feb4d615406ac977e398d">
  <xsd:schema xmlns:xsd="http://www.w3.org/2001/XMLSchema" xmlns:xs="http://www.w3.org/2001/XMLSchema" xmlns:p="http://schemas.microsoft.com/office/2006/metadata/properties" xmlns:ns2="5674f0a4-3645-4119-81c3-d28b34f876e3" targetNamespace="http://schemas.microsoft.com/office/2006/metadata/properties" ma:root="true" ma:fieldsID="2766d383dfafd6154fd78088492871af" ns2:_="">
    <xsd:import namespace="5674f0a4-3645-4119-81c3-d28b34f876e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74f0a4-3645-4119-81c3-d28b34f876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8893B3-9EB6-4E13-B5F9-684CAB2CD94C}">
  <ds:schemaRefs>
    <ds:schemaRef ds:uri="5674f0a4-3645-4119-81c3-d28b34f876e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6AC7BE0-D827-4162-8DF8-3EEFA038A3A5}">
  <ds:schemaRefs>
    <ds:schemaRef ds:uri="5674f0a4-3645-4119-81c3-d28b34f876e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0D328A4-1C82-4554-80E9-6F3B67FEA8B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5</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Tableau de bord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2020-09-07T21:12:46Z</dcterms:created>
  <dcterms:modified xsi:type="dcterms:W3CDTF">2025-02-12T14:36:08Z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0x010100DF4B283919F7A04E9CDC443BFD166F77</vt:lpwstr>
  </property>
</Properties>
</file>