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4.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notesSlides/notesSlide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notesSlides/notesSlide10.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tags/tag29.xml" ContentType="application/vnd.openxmlformats-officedocument.presentationml.tags+xml"/>
  <Override PartName="/ppt/tags/tag30.xml" ContentType="application/vnd.openxmlformats-officedocument.presentationml.tags+xml"/>
  <Override PartName="/ppt/notesSlides/notesSlide11.xml" ContentType="application/vnd.openxmlformats-officedocument.presentationml.notesSlide+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notesSlides/notesSlide12.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notesSlides/notesSlide13.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notesSlides/notesSlide14.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notesSlides/notesSlide15.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notesSlides/notesSlide16.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notesSlides/notesSlide17.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notesSlides/notesSlide18.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notesSlides/notesSlide19.xml" ContentType="application/vnd.openxmlformats-officedocument.presentationml.notesSlide+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notesSlides/notesSlide20.xml" ContentType="application/vnd.openxmlformats-officedocument.presentationml.notesSlide+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notesSlides/notesSlide21.xml" ContentType="application/vnd.openxmlformats-officedocument.presentationml.notesSlide+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notesSlides/notesSlide22.xml" ContentType="application/vnd.openxmlformats-officedocument.presentationml.notesSlide+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79.xml" ContentType="application/vnd.openxmlformats-officedocument.presentationml.tags+xml"/>
  <Override PartName="/ppt/tags/tag80.xml" ContentType="application/vnd.openxmlformats-officedocument.presentationml.tags+xml"/>
  <Override PartName="/ppt/notesSlides/notesSlide25.xml" ContentType="application/vnd.openxmlformats-officedocument.presentationml.notesSlide+xml"/>
  <Override PartName="/ppt/tags/tag81.xml" ContentType="application/vnd.openxmlformats-officedocument.presentationml.tags+xml"/>
  <Override PartName="/ppt/notesSlides/notesSlide26.xml" ContentType="application/vnd.openxmlformats-officedocument.presentationml.notesSlide+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notesSlides/notesSlide27.xml" ContentType="application/vnd.openxmlformats-officedocument.presentationml.notesSlide+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notesSlides/notesSlide2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4035" r:id="rId1"/>
  </p:sldMasterIdLst>
  <p:notesMasterIdLst>
    <p:notesMasterId r:id="rId30"/>
  </p:notesMasterIdLst>
  <p:sldIdLst>
    <p:sldId id="261" r:id="rId2"/>
    <p:sldId id="349" r:id="rId3"/>
    <p:sldId id="350" r:id="rId4"/>
    <p:sldId id="275" r:id="rId5"/>
    <p:sldId id="351" r:id="rId6"/>
    <p:sldId id="348" r:id="rId7"/>
    <p:sldId id="332" r:id="rId8"/>
    <p:sldId id="334" r:id="rId9"/>
    <p:sldId id="353" r:id="rId10"/>
    <p:sldId id="354" r:id="rId11"/>
    <p:sldId id="276" r:id="rId12"/>
    <p:sldId id="355" r:id="rId13"/>
    <p:sldId id="356" r:id="rId14"/>
    <p:sldId id="357" r:id="rId15"/>
    <p:sldId id="358" r:id="rId16"/>
    <p:sldId id="337" r:id="rId17"/>
    <p:sldId id="331" r:id="rId18"/>
    <p:sldId id="312" r:id="rId19"/>
    <p:sldId id="339" r:id="rId20"/>
    <p:sldId id="307" r:id="rId21"/>
    <p:sldId id="343" r:id="rId22"/>
    <p:sldId id="342" r:id="rId23"/>
    <p:sldId id="346" r:id="rId24"/>
    <p:sldId id="352" r:id="rId25"/>
    <p:sldId id="320" r:id="rId26"/>
    <p:sldId id="301" r:id="rId27"/>
    <p:sldId id="302" r:id="rId28"/>
    <p:sldId id="314" r:id="rId29"/>
  </p:sldIdLst>
  <p:sldSz cx="12192000" cy="6858000"/>
  <p:notesSz cx="7086600" cy="942816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FDF"/>
    <a:srgbClr val="99CB38"/>
    <a:srgbClr val="4A7C29"/>
    <a:srgbClr val="3D3FC2"/>
    <a:srgbClr val="E3BCEB"/>
    <a:srgbClr val="CC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CFCA02D-32DD-4DCA-9C31-59A2D296C24A}" v="6" dt="2020-09-25T19:57:37.953"/>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70557" autoAdjust="0"/>
  </p:normalViewPr>
  <p:slideViewPr>
    <p:cSldViewPr snapToGrid="0">
      <p:cViewPr varScale="1">
        <p:scale>
          <a:sx n="67" d="100"/>
          <a:sy n="67" d="100"/>
        </p:scale>
        <p:origin x="1296" y="77"/>
      </p:cViewPr>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5/10/relationships/revisionInfo" Target="revisionInfo.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16F8EC7-377C-403F-BC13-BDB255124738}" type="doc">
      <dgm:prSet loTypeId="urn:microsoft.com/office/officeart/2005/8/layout/hProcess9" loCatId="process" qsTypeId="urn:microsoft.com/office/officeart/2005/8/quickstyle/simple1" qsCatId="simple" csTypeId="urn:microsoft.com/office/officeart/2005/8/colors/accent1_2" csCatId="accent1" phldr="1"/>
      <dgm:spPr/>
      <dgm:t>
        <a:bodyPr/>
        <a:lstStyle/>
        <a:p>
          <a:endParaRPr lang="fr-CA"/>
        </a:p>
      </dgm:t>
    </dgm:pt>
    <dgm:pt modelId="{E100D24B-69BD-4CB1-9DFF-7CABA21277C5}">
      <dgm:prSet phldrT="[Texte]"/>
      <dgm:spPr/>
      <dgm:t>
        <a:bodyPr/>
        <a:lstStyle/>
        <a:p>
          <a:r>
            <a:rPr lang="fr-CA" dirty="0"/>
            <a:t>Identification des risques </a:t>
          </a:r>
        </a:p>
      </dgm:t>
    </dgm:pt>
    <dgm:pt modelId="{0065A880-8DC4-41F8-98EA-E81481E8840C}" type="parTrans" cxnId="{400183E5-8050-4389-A4F8-130829887221}">
      <dgm:prSet/>
      <dgm:spPr/>
      <dgm:t>
        <a:bodyPr/>
        <a:lstStyle/>
        <a:p>
          <a:endParaRPr lang="fr-CA"/>
        </a:p>
      </dgm:t>
    </dgm:pt>
    <dgm:pt modelId="{6433EDC3-B429-41E9-BBA1-F70EB66E2284}" type="sibTrans" cxnId="{400183E5-8050-4389-A4F8-130829887221}">
      <dgm:prSet/>
      <dgm:spPr/>
      <dgm:t>
        <a:bodyPr/>
        <a:lstStyle/>
        <a:p>
          <a:endParaRPr lang="fr-CA"/>
        </a:p>
      </dgm:t>
    </dgm:pt>
    <dgm:pt modelId="{666E07FD-BC80-4058-BB4A-171020D59712}">
      <dgm:prSet phldrT="[Texte]"/>
      <dgm:spPr/>
      <dgm:t>
        <a:bodyPr/>
        <a:lstStyle/>
        <a:p>
          <a:r>
            <a:rPr lang="fr-CA" dirty="0"/>
            <a:t>Évaluation des risques</a:t>
          </a:r>
        </a:p>
      </dgm:t>
    </dgm:pt>
    <dgm:pt modelId="{F9B05D2B-92CC-4ACE-97CE-EF5B1D7A675C}" type="parTrans" cxnId="{2BAF3441-D044-4EBE-936B-3B0B2795C980}">
      <dgm:prSet/>
      <dgm:spPr/>
      <dgm:t>
        <a:bodyPr/>
        <a:lstStyle/>
        <a:p>
          <a:endParaRPr lang="fr-CA"/>
        </a:p>
      </dgm:t>
    </dgm:pt>
    <dgm:pt modelId="{957CED60-F4DE-4F38-85BA-0EF2A43875A5}" type="sibTrans" cxnId="{2BAF3441-D044-4EBE-936B-3B0B2795C980}">
      <dgm:prSet/>
      <dgm:spPr/>
      <dgm:t>
        <a:bodyPr/>
        <a:lstStyle/>
        <a:p>
          <a:endParaRPr lang="fr-CA"/>
        </a:p>
      </dgm:t>
    </dgm:pt>
    <dgm:pt modelId="{538770A2-8868-44B3-ABED-14276336069E}">
      <dgm:prSet phldrT="[Texte]"/>
      <dgm:spPr/>
      <dgm:t>
        <a:bodyPr/>
        <a:lstStyle/>
        <a:p>
          <a:r>
            <a:rPr lang="fr-CA" dirty="0"/>
            <a:t>Planification de la réponse au risque</a:t>
          </a:r>
        </a:p>
      </dgm:t>
    </dgm:pt>
    <dgm:pt modelId="{91377A2A-0928-427F-9BA9-A705B50792B0}" type="parTrans" cxnId="{49206A4C-CF89-4FB3-9CF8-36133FA0DC28}">
      <dgm:prSet/>
      <dgm:spPr/>
      <dgm:t>
        <a:bodyPr/>
        <a:lstStyle/>
        <a:p>
          <a:endParaRPr lang="fr-CA"/>
        </a:p>
      </dgm:t>
    </dgm:pt>
    <dgm:pt modelId="{01723A4B-D438-4516-9AB5-7C1B9F2E850D}" type="sibTrans" cxnId="{49206A4C-CF89-4FB3-9CF8-36133FA0DC28}">
      <dgm:prSet/>
      <dgm:spPr/>
      <dgm:t>
        <a:bodyPr/>
        <a:lstStyle/>
        <a:p>
          <a:endParaRPr lang="fr-CA"/>
        </a:p>
      </dgm:t>
    </dgm:pt>
    <dgm:pt modelId="{B4633706-D53E-438B-AA63-E94817E1AC2C}">
      <dgm:prSet phldrT="[Texte]"/>
      <dgm:spPr/>
      <dgm:t>
        <a:bodyPr/>
        <a:lstStyle/>
        <a:p>
          <a:r>
            <a:rPr lang="fr-CA" dirty="0"/>
            <a:t>Activités de contrôle</a:t>
          </a:r>
        </a:p>
      </dgm:t>
    </dgm:pt>
    <dgm:pt modelId="{8FF37B7F-0FE7-4442-834F-F49C6CD43DE2}" type="parTrans" cxnId="{6FBDD8F2-3683-4AE3-B8D7-0F32C79488BF}">
      <dgm:prSet/>
      <dgm:spPr/>
      <dgm:t>
        <a:bodyPr/>
        <a:lstStyle/>
        <a:p>
          <a:endParaRPr lang="fr-CA"/>
        </a:p>
      </dgm:t>
    </dgm:pt>
    <dgm:pt modelId="{E4997F38-E11D-4FEA-A698-8889013DFB1D}" type="sibTrans" cxnId="{6FBDD8F2-3683-4AE3-B8D7-0F32C79488BF}">
      <dgm:prSet/>
      <dgm:spPr/>
      <dgm:t>
        <a:bodyPr/>
        <a:lstStyle/>
        <a:p>
          <a:endParaRPr lang="fr-CA"/>
        </a:p>
      </dgm:t>
    </dgm:pt>
    <dgm:pt modelId="{0A7B96AA-1085-4705-AC20-F44A66FBAA25}">
      <dgm:prSet phldrT="[Texte]"/>
      <dgm:spPr/>
      <dgm:t>
        <a:bodyPr/>
        <a:lstStyle/>
        <a:p>
          <a:r>
            <a:rPr lang="fr-CA" dirty="0"/>
            <a:t>Information et communication</a:t>
          </a:r>
        </a:p>
      </dgm:t>
    </dgm:pt>
    <dgm:pt modelId="{4A827CBB-6D6A-403B-A996-7B3266481F60}" type="parTrans" cxnId="{37528B09-CDA1-41F9-A570-99E2E19F7B63}">
      <dgm:prSet/>
      <dgm:spPr/>
      <dgm:t>
        <a:bodyPr/>
        <a:lstStyle/>
        <a:p>
          <a:endParaRPr lang="fr-CA"/>
        </a:p>
      </dgm:t>
    </dgm:pt>
    <dgm:pt modelId="{CFA8B328-53B6-4FC8-8361-A6585319DC4D}" type="sibTrans" cxnId="{37528B09-CDA1-41F9-A570-99E2E19F7B63}">
      <dgm:prSet/>
      <dgm:spPr/>
      <dgm:t>
        <a:bodyPr/>
        <a:lstStyle/>
        <a:p>
          <a:endParaRPr lang="fr-CA"/>
        </a:p>
      </dgm:t>
    </dgm:pt>
    <dgm:pt modelId="{8A231A7F-D868-4E9B-8E67-838762A7C7E6}">
      <dgm:prSet phldrT="[Texte]"/>
      <dgm:spPr/>
      <dgm:t>
        <a:bodyPr/>
        <a:lstStyle/>
        <a:p>
          <a:r>
            <a:rPr lang="fr-CA" dirty="0"/>
            <a:t>Suivi</a:t>
          </a:r>
        </a:p>
      </dgm:t>
    </dgm:pt>
    <dgm:pt modelId="{6BD1B071-60DF-4819-9CD9-839A8A3B8565}" type="parTrans" cxnId="{F85A4617-9178-4E41-96FE-1008CB092137}">
      <dgm:prSet/>
      <dgm:spPr/>
      <dgm:t>
        <a:bodyPr/>
        <a:lstStyle/>
        <a:p>
          <a:endParaRPr lang="fr-CA"/>
        </a:p>
      </dgm:t>
    </dgm:pt>
    <dgm:pt modelId="{39C06C93-064F-4823-A46C-548611046406}" type="sibTrans" cxnId="{F85A4617-9178-4E41-96FE-1008CB092137}">
      <dgm:prSet/>
      <dgm:spPr/>
      <dgm:t>
        <a:bodyPr/>
        <a:lstStyle/>
        <a:p>
          <a:endParaRPr lang="fr-CA"/>
        </a:p>
      </dgm:t>
    </dgm:pt>
    <dgm:pt modelId="{A47DF867-C23D-4985-8D38-C7149654AC4B}" type="pres">
      <dgm:prSet presAssocID="{516F8EC7-377C-403F-BC13-BDB255124738}" presName="CompostProcess" presStyleCnt="0">
        <dgm:presLayoutVars>
          <dgm:dir/>
          <dgm:resizeHandles val="exact"/>
        </dgm:presLayoutVars>
      </dgm:prSet>
      <dgm:spPr/>
    </dgm:pt>
    <dgm:pt modelId="{3BD27E15-F036-4DF4-9548-2BAD292EB692}" type="pres">
      <dgm:prSet presAssocID="{516F8EC7-377C-403F-BC13-BDB255124738}" presName="arrow" presStyleLbl="bgShp" presStyleIdx="0" presStyleCnt="1" custScaleX="97485"/>
      <dgm:spPr/>
    </dgm:pt>
    <dgm:pt modelId="{00BA94DB-7FE4-4530-A612-198679187EA2}" type="pres">
      <dgm:prSet presAssocID="{516F8EC7-377C-403F-BC13-BDB255124738}" presName="linearProcess" presStyleCnt="0"/>
      <dgm:spPr/>
    </dgm:pt>
    <dgm:pt modelId="{075C948B-20A2-4CD4-968C-10E6D99B2A1E}" type="pres">
      <dgm:prSet presAssocID="{E100D24B-69BD-4CB1-9DFF-7CABA21277C5}" presName="textNode" presStyleLbl="node1" presStyleIdx="0" presStyleCnt="6">
        <dgm:presLayoutVars>
          <dgm:bulletEnabled val="1"/>
        </dgm:presLayoutVars>
      </dgm:prSet>
      <dgm:spPr/>
    </dgm:pt>
    <dgm:pt modelId="{324A4919-2076-4DF4-B88B-C95A8C88D67F}" type="pres">
      <dgm:prSet presAssocID="{6433EDC3-B429-41E9-BBA1-F70EB66E2284}" presName="sibTrans" presStyleCnt="0"/>
      <dgm:spPr/>
    </dgm:pt>
    <dgm:pt modelId="{701EAA87-DCB8-4291-B23A-F3197A00E9BC}" type="pres">
      <dgm:prSet presAssocID="{666E07FD-BC80-4058-BB4A-171020D59712}" presName="textNode" presStyleLbl="node1" presStyleIdx="1" presStyleCnt="6">
        <dgm:presLayoutVars>
          <dgm:bulletEnabled val="1"/>
        </dgm:presLayoutVars>
      </dgm:prSet>
      <dgm:spPr/>
    </dgm:pt>
    <dgm:pt modelId="{6FB9BE19-C74F-4078-B0E8-3EF90554C18E}" type="pres">
      <dgm:prSet presAssocID="{957CED60-F4DE-4F38-85BA-0EF2A43875A5}" presName="sibTrans" presStyleCnt="0"/>
      <dgm:spPr/>
    </dgm:pt>
    <dgm:pt modelId="{7D19DA06-CC1A-4A21-9C81-98D441A74989}" type="pres">
      <dgm:prSet presAssocID="{538770A2-8868-44B3-ABED-14276336069E}" presName="textNode" presStyleLbl="node1" presStyleIdx="2" presStyleCnt="6">
        <dgm:presLayoutVars>
          <dgm:bulletEnabled val="1"/>
        </dgm:presLayoutVars>
      </dgm:prSet>
      <dgm:spPr/>
    </dgm:pt>
    <dgm:pt modelId="{A9423D27-4BCA-4E61-BDB3-F364C872F6BA}" type="pres">
      <dgm:prSet presAssocID="{01723A4B-D438-4516-9AB5-7C1B9F2E850D}" presName="sibTrans" presStyleCnt="0"/>
      <dgm:spPr/>
    </dgm:pt>
    <dgm:pt modelId="{B0E9D1C7-9A01-4665-843D-187A3CD79636}" type="pres">
      <dgm:prSet presAssocID="{B4633706-D53E-438B-AA63-E94817E1AC2C}" presName="textNode" presStyleLbl="node1" presStyleIdx="3" presStyleCnt="6">
        <dgm:presLayoutVars>
          <dgm:bulletEnabled val="1"/>
        </dgm:presLayoutVars>
      </dgm:prSet>
      <dgm:spPr/>
    </dgm:pt>
    <dgm:pt modelId="{8911887F-60BE-4B4B-B8AF-CD4B81C2855D}" type="pres">
      <dgm:prSet presAssocID="{E4997F38-E11D-4FEA-A698-8889013DFB1D}" presName="sibTrans" presStyleCnt="0"/>
      <dgm:spPr/>
    </dgm:pt>
    <dgm:pt modelId="{C9F6BCF0-5B5D-42EE-8D0E-D589FE9B6CC7}" type="pres">
      <dgm:prSet presAssocID="{0A7B96AA-1085-4705-AC20-F44A66FBAA25}" presName="textNode" presStyleLbl="node1" presStyleIdx="4" presStyleCnt="6">
        <dgm:presLayoutVars>
          <dgm:bulletEnabled val="1"/>
        </dgm:presLayoutVars>
      </dgm:prSet>
      <dgm:spPr/>
    </dgm:pt>
    <dgm:pt modelId="{9DB46FA7-765A-4A43-8C97-B133580BC6BD}" type="pres">
      <dgm:prSet presAssocID="{CFA8B328-53B6-4FC8-8361-A6585319DC4D}" presName="sibTrans" presStyleCnt="0"/>
      <dgm:spPr/>
    </dgm:pt>
    <dgm:pt modelId="{AF187FD1-B661-4DEA-9EB5-64FA7E55F663}" type="pres">
      <dgm:prSet presAssocID="{8A231A7F-D868-4E9B-8E67-838762A7C7E6}" presName="textNode" presStyleLbl="node1" presStyleIdx="5" presStyleCnt="6">
        <dgm:presLayoutVars>
          <dgm:bulletEnabled val="1"/>
        </dgm:presLayoutVars>
      </dgm:prSet>
      <dgm:spPr/>
    </dgm:pt>
  </dgm:ptLst>
  <dgm:cxnLst>
    <dgm:cxn modelId="{37528B09-CDA1-41F9-A570-99E2E19F7B63}" srcId="{516F8EC7-377C-403F-BC13-BDB255124738}" destId="{0A7B96AA-1085-4705-AC20-F44A66FBAA25}" srcOrd="4" destOrd="0" parTransId="{4A827CBB-6D6A-403B-A996-7B3266481F60}" sibTransId="{CFA8B328-53B6-4FC8-8361-A6585319DC4D}"/>
    <dgm:cxn modelId="{9EF2E512-6798-47F6-973F-C24BB7BCA087}" type="presOf" srcId="{B4633706-D53E-438B-AA63-E94817E1AC2C}" destId="{B0E9D1C7-9A01-4665-843D-187A3CD79636}" srcOrd="0" destOrd="0" presId="urn:microsoft.com/office/officeart/2005/8/layout/hProcess9"/>
    <dgm:cxn modelId="{F85A4617-9178-4E41-96FE-1008CB092137}" srcId="{516F8EC7-377C-403F-BC13-BDB255124738}" destId="{8A231A7F-D868-4E9B-8E67-838762A7C7E6}" srcOrd="5" destOrd="0" parTransId="{6BD1B071-60DF-4819-9CD9-839A8A3B8565}" sibTransId="{39C06C93-064F-4823-A46C-548611046406}"/>
    <dgm:cxn modelId="{1B71911B-D790-44A6-909B-0BFE9BC49744}" type="presOf" srcId="{516F8EC7-377C-403F-BC13-BDB255124738}" destId="{A47DF867-C23D-4985-8D38-C7149654AC4B}" srcOrd="0" destOrd="0" presId="urn:microsoft.com/office/officeart/2005/8/layout/hProcess9"/>
    <dgm:cxn modelId="{2BAF3441-D044-4EBE-936B-3B0B2795C980}" srcId="{516F8EC7-377C-403F-BC13-BDB255124738}" destId="{666E07FD-BC80-4058-BB4A-171020D59712}" srcOrd="1" destOrd="0" parTransId="{F9B05D2B-92CC-4ACE-97CE-EF5B1D7A675C}" sibTransId="{957CED60-F4DE-4F38-85BA-0EF2A43875A5}"/>
    <dgm:cxn modelId="{C0639242-6B91-43F4-AAC9-D898AE771F09}" type="presOf" srcId="{538770A2-8868-44B3-ABED-14276336069E}" destId="{7D19DA06-CC1A-4A21-9C81-98D441A74989}" srcOrd="0" destOrd="0" presId="urn:microsoft.com/office/officeart/2005/8/layout/hProcess9"/>
    <dgm:cxn modelId="{49206A4C-CF89-4FB3-9CF8-36133FA0DC28}" srcId="{516F8EC7-377C-403F-BC13-BDB255124738}" destId="{538770A2-8868-44B3-ABED-14276336069E}" srcOrd="2" destOrd="0" parTransId="{91377A2A-0928-427F-9BA9-A705B50792B0}" sibTransId="{01723A4B-D438-4516-9AB5-7C1B9F2E850D}"/>
    <dgm:cxn modelId="{C175396D-5ACB-44B1-842F-82DF58878A77}" type="presOf" srcId="{0A7B96AA-1085-4705-AC20-F44A66FBAA25}" destId="{C9F6BCF0-5B5D-42EE-8D0E-D589FE9B6CC7}" srcOrd="0" destOrd="0" presId="urn:microsoft.com/office/officeart/2005/8/layout/hProcess9"/>
    <dgm:cxn modelId="{68691A70-04C6-49C6-9708-B4016088FF10}" type="presOf" srcId="{E100D24B-69BD-4CB1-9DFF-7CABA21277C5}" destId="{075C948B-20A2-4CD4-968C-10E6D99B2A1E}" srcOrd="0" destOrd="0" presId="urn:microsoft.com/office/officeart/2005/8/layout/hProcess9"/>
    <dgm:cxn modelId="{A7FF3A77-33AC-4973-B174-2857A90774E8}" type="presOf" srcId="{666E07FD-BC80-4058-BB4A-171020D59712}" destId="{701EAA87-DCB8-4291-B23A-F3197A00E9BC}" srcOrd="0" destOrd="0" presId="urn:microsoft.com/office/officeart/2005/8/layout/hProcess9"/>
    <dgm:cxn modelId="{267321DC-B5C5-4554-8D3F-BBD86ED43755}" type="presOf" srcId="{8A231A7F-D868-4E9B-8E67-838762A7C7E6}" destId="{AF187FD1-B661-4DEA-9EB5-64FA7E55F663}" srcOrd="0" destOrd="0" presId="urn:microsoft.com/office/officeart/2005/8/layout/hProcess9"/>
    <dgm:cxn modelId="{400183E5-8050-4389-A4F8-130829887221}" srcId="{516F8EC7-377C-403F-BC13-BDB255124738}" destId="{E100D24B-69BD-4CB1-9DFF-7CABA21277C5}" srcOrd="0" destOrd="0" parTransId="{0065A880-8DC4-41F8-98EA-E81481E8840C}" sibTransId="{6433EDC3-B429-41E9-BBA1-F70EB66E2284}"/>
    <dgm:cxn modelId="{6FBDD8F2-3683-4AE3-B8D7-0F32C79488BF}" srcId="{516F8EC7-377C-403F-BC13-BDB255124738}" destId="{B4633706-D53E-438B-AA63-E94817E1AC2C}" srcOrd="3" destOrd="0" parTransId="{8FF37B7F-0FE7-4442-834F-F49C6CD43DE2}" sibTransId="{E4997F38-E11D-4FEA-A698-8889013DFB1D}"/>
    <dgm:cxn modelId="{704C3F43-0846-4F02-808C-A421AA3D2E85}" type="presParOf" srcId="{A47DF867-C23D-4985-8D38-C7149654AC4B}" destId="{3BD27E15-F036-4DF4-9548-2BAD292EB692}" srcOrd="0" destOrd="0" presId="urn:microsoft.com/office/officeart/2005/8/layout/hProcess9"/>
    <dgm:cxn modelId="{65040AEE-D3BA-45DF-8F70-06286A8F64D4}" type="presParOf" srcId="{A47DF867-C23D-4985-8D38-C7149654AC4B}" destId="{00BA94DB-7FE4-4530-A612-198679187EA2}" srcOrd="1" destOrd="0" presId="urn:microsoft.com/office/officeart/2005/8/layout/hProcess9"/>
    <dgm:cxn modelId="{3CA4735F-FAAF-4F90-A4CD-43DDEE1C1A35}" type="presParOf" srcId="{00BA94DB-7FE4-4530-A612-198679187EA2}" destId="{075C948B-20A2-4CD4-968C-10E6D99B2A1E}" srcOrd="0" destOrd="0" presId="urn:microsoft.com/office/officeart/2005/8/layout/hProcess9"/>
    <dgm:cxn modelId="{0B2FCC3F-FBDD-473F-843D-4D02D9D37A34}" type="presParOf" srcId="{00BA94DB-7FE4-4530-A612-198679187EA2}" destId="{324A4919-2076-4DF4-B88B-C95A8C88D67F}" srcOrd="1" destOrd="0" presId="urn:microsoft.com/office/officeart/2005/8/layout/hProcess9"/>
    <dgm:cxn modelId="{1A554E18-839D-4304-A51C-1DE8896CF191}" type="presParOf" srcId="{00BA94DB-7FE4-4530-A612-198679187EA2}" destId="{701EAA87-DCB8-4291-B23A-F3197A00E9BC}" srcOrd="2" destOrd="0" presId="urn:microsoft.com/office/officeart/2005/8/layout/hProcess9"/>
    <dgm:cxn modelId="{D6427A0D-8474-4D90-A201-8041F18B2C4A}" type="presParOf" srcId="{00BA94DB-7FE4-4530-A612-198679187EA2}" destId="{6FB9BE19-C74F-4078-B0E8-3EF90554C18E}" srcOrd="3" destOrd="0" presId="urn:microsoft.com/office/officeart/2005/8/layout/hProcess9"/>
    <dgm:cxn modelId="{B4D2DECB-E339-4B9E-9906-1CE7EC52C9AF}" type="presParOf" srcId="{00BA94DB-7FE4-4530-A612-198679187EA2}" destId="{7D19DA06-CC1A-4A21-9C81-98D441A74989}" srcOrd="4" destOrd="0" presId="urn:microsoft.com/office/officeart/2005/8/layout/hProcess9"/>
    <dgm:cxn modelId="{EC163E2F-1B5A-4704-8E4F-D131A0AF6AC9}" type="presParOf" srcId="{00BA94DB-7FE4-4530-A612-198679187EA2}" destId="{A9423D27-4BCA-4E61-BDB3-F364C872F6BA}" srcOrd="5" destOrd="0" presId="urn:microsoft.com/office/officeart/2005/8/layout/hProcess9"/>
    <dgm:cxn modelId="{5DDB02DE-82D7-450A-9CE3-AE79CAA8523D}" type="presParOf" srcId="{00BA94DB-7FE4-4530-A612-198679187EA2}" destId="{B0E9D1C7-9A01-4665-843D-187A3CD79636}" srcOrd="6" destOrd="0" presId="urn:microsoft.com/office/officeart/2005/8/layout/hProcess9"/>
    <dgm:cxn modelId="{28D7D2F3-DDDE-4AC1-8163-5A724BA513DF}" type="presParOf" srcId="{00BA94DB-7FE4-4530-A612-198679187EA2}" destId="{8911887F-60BE-4B4B-B8AF-CD4B81C2855D}" srcOrd="7" destOrd="0" presId="urn:microsoft.com/office/officeart/2005/8/layout/hProcess9"/>
    <dgm:cxn modelId="{2DB03C7A-A06D-41A6-A9AD-CF39D38A9439}" type="presParOf" srcId="{00BA94DB-7FE4-4530-A612-198679187EA2}" destId="{C9F6BCF0-5B5D-42EE-8D0E-D589FE9B6CC7}" srcOrd="8" destOrd="0" presId="urn:microsoft.com/office/officeart/2005/8/layout/hProcess9"/>
    <dgm:cxn modelId="{7E3C1402-CD9D-4CAD-AAF3-991720314E72}" type="presParOf" srcId="{00BA94DB-7FE4-4530-A612-198679187EA2}" destId="{9DB46FA7-765A-4A43-8C97-B133580BC6BD}" srcOrd="9" destOrd="0" presId="urn:microsoft.com/office/officeart/2005/8/layout/hProcess9"/>
    <dgm:cxn modelId="{B7E7612E-2C78-4088-BE7F-6CDF917FAC09}" type="presParOf" srcId="{00BA94DB-7FE4-4530-A612-198679187EA2}" destId="{AF187FD1-B661-4DEA-9EB5-64FA7E55F663}" srcOrd="10" destOrd="0" presId="urn:microsoft.com/office/officeart/2005/8/layout/hProcess9"/>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E0A3AE8-3301-43A9-896F-1D0E14926ED7}" type="doc">
      <dgm:prSet loTypeId="urn:microsoft.com/office/officeart/2005/8/layout/hChevron3" loCatId="process" qsTypeId="urn:microsoft.com/office/officeart/2005/8/quickstyle/simple1" qsCatId="simple" csTypeId="urn:microsoft.com/office/officeart/2005/8/colors/accent1_2" csCatId="accent1" phldr="1"/>
      <dgm:spPr/>
    </dgm:pt>
    <dgm:pt modelId="{502E45F9-9459-4FE8-B97F-26966D462353}">
      <dgm:prSet phldrT="[Texte]" custT="1"/>
      <dgm:spPr>
        <a:solidFill>
          <a:srgbClr val="00B050"/>
        </a:solidFill>
      </dgm:spPr>
      <dgm:t>
        <a:bodyPr/>
        <a:lstStyle/>
        <a:p>
          <a:r>
            <a:rPr lang="fr-CA" sz="1400" b="1" dirty="0"/>
            <a:t>Identification des évènements</a:t>
          </a:r>
        </a:p>
      </dgm:t>
    </dgm:pt>
    <dgm:pt modelId="{28753C7B-C239-47E9-967C-6D3D6A947128}" type="parTrans" cxnId="{6FB37ABA-2ED9-428F-9CEB-F7F72F3487C4}">
      <dgm:prSet/>
      <dgm:spPr/>
      <dgm:t>
        <a:bodyPr/>
        <a:lstStyle/>
        <a:p>
          <a:endParaRPr lang="fr-CA"/>
        </a:p>
      </dgm:t>
    </dgm:pt>
    <dgm:pt modelId="{AB8992BB-8AAE-4770-953F-E1267F7C1F88}" type="sibTrans" cxnId="{6FB37ABA-2ED9-428F-9CEB-F7F72F3487C4}">
      <dgm:prSet/>
      <dgm:spPr/>
      <dgm:t>
        <a:bodyPr/>
        <a:lstStyle/>
        <a:p>
          <a:endParaRPr lang="fr-CA"/>
        </a:p>
      </dgm:t>
    </dgm:pt>
    <dgm:pt modelId="{71F60D37-9F11-4749-96A6-E07BCA617677}">
      <dgm:prSet phldrT="[Texte]"/>
      <dgm:spPr/>
      <dgm:t>
        <a:bodyPr/>
        <a:lstStyle/>
        <a:p>
          <a:r>
            <a:rPr lang="fr-CA" dirty="0"/>
            <a:t>Évaluation des risques</a:t>
          </a:r>
        </a:p>
      </dgm:t>
    </dgm:pt>
    <dgm:pt modelId="{799ED959-180B-4188-9A7C-7271607FDE09}" type="parTrans" cxnId="{5D38E73E-730D-4BD9-ADE5-F682AAC3A8DE}">
      <dgm:prSet/>
      <dgm:spPr/>
      <dgm:t>
        <a:bodyPr/>
        <a:lstStyle/>
        <a:p>
          <a:endParaRPr lang="fr-CA"/>
        </a:p>
      </dgm:t>
    </dgm:pt>
    <dgm:pt modelId="{3CD185AB-A044-4716-ACB9-1AF87777BD17}" type="sibTrans" cxnId="{5D38E73E-730D-4BD9-ADE5-F682AAC3A8DE}">
      <dgm:prSet/>
      <dgm:spPr/>
      <dgm:t>
        <a:bodyPr/>
        <a:lstStyle/>
        <a:p>
          <a:endParaRPr lang="fr-CA"/>
        </a:p>
      </dgm:t>
    </dgm:pt>
    <dgm:pt modelId="{9886C3BD-77F6-493A-9022-9B8A2D5660FF}">
      <dgm:prSet phldrT="[Texte]"/>
      <dgm:spPr/>
      <dgm:t>
        <a:bodyPr/>
        <a:lstStyle/>
        <a:p>
          <a:r>
            <a:rPr lang="fr-CA" dirty="0"/>
            <a:t>Réponses aux risques</a:t>
          </a:r>
        </a:p>
      </dgm:t>
    </dgm:pt>
    <dgm:pt modelId="{80BF0A4F-88AD-423F-B929-BEB01CB4C3BC}" type="parTrans" cxnId="{501E30B2-395A-43D5-B8BA-C5E5B29002F4}">
      <dgm:prSet/>
      <dgm:spPr/>
      <dgm:t>
        <a:bodyPr/>
        <a:lstStyle/>
        <a:p>
          <a:endParaRPr lang="fr-CA"/>
        </a:p>
      </dgm:t>
    </dgm:pt>
    <dgm:pt modelId="{47A41297-102A-4C3F-BC8D-DE58B5808B37}" type="sibTrans" cxnId="{501E30B2-395A-43D5-B8BA-C5E5B29002F4}">
      <dgm:prSet/>
      <dgm:spPr/>
      <dgm:t>
        <a:bodyPr/>
        <a:lstStyle/>
        <a:p>
          <a:endParaRPr lang="fr-CA"/>
        </a:p>
      </dgm:t>
    </dgm:pt>
    <dgm:pt modelId="{ED9CD48E-859B-4C7A-B2DC-D846EEBF06B2}">
      <dgm:prSet phldrT="[Texte]"/>
      <dgm:spPr/>
      <dgm:t>
        <a:bodyPr/>
        <a:lstStyle/>
        <a:p>
          <a:r>
            <a:rPr lang="fr-CA" dirty="0"/>
            <a:t>Activités de contrôle</a:t>
          </a:r>
        </a:p>
      </dgm:t>
    </dgm:pt>
    <dgm:pt modelId="{3CDD28A4-152A-40BA-921F-36593563A074}" type="parTrans" cxnId="{B0465E88-8A68-4D4E-ABCD-8023A4DC870C}">
      <dgm:prSet/>
      <dgm:spPr/>
      <dgm:t>
        <a:bodyPr/>
        <a:lstStyle/>
        <a:p>
          <a:endParaRPr lang="fr-CA"/>
        </a:p>
      </dgm:t>
    </dgm:pt>
    <dgm:pt modelId="{A4EB6CAE-6C0F-45F3-8B63-C06F26EC2C87}" type="sibTrans" cxnId="{B0465E88-8A68-4D4E-ABCD-8023A4DC870C}">
      <dgm:prSet/>
      <dgm:spPr/>
      <dgm:t>
        <a:bodyPr/>
        <a:lstStyle/>
        <a:p>
          <a:endParaRPr lang="fr-CA"/>
        </a:p>
      </dgm:t>
    </dgm:pt>
    <dgm:pt modelId="{385EF6CA-16B4-46FB-9D38-303AD139FD40}">
      <dgm:prSet phldrT="[Texte]"/>
      <dgm:spPr/>
      <dgm:t>
        <a:bodyPr/>
        <a:lstStyle/>
        <a:p>
          <a:r>
            <a:rPr lang="fr-CA" dirty="0"/>
            <a:t>Information et communication</a:t>
          </a:r>
        </a:p>
      </dgm:t>
    </dgm:pt>
    <dgm:pt modelId="{127FE7F5-379D-4856-ADF4-41FD27B6605E}" type="parTrans" cxnId="{BD6305C0-B42E-4998-B7A9-1816CB28FECB}">
      <dgm:prSet/>
      <dgm:spPr/>
      <dgm:t>
        <a:bodyPr/>
        <a:lstStyle/>
        <a:p>
          <a:endParaRPr lang="fr-CA"/>
        </a:p>
      </dgm:t>
    </dgm:pt>
    <dgm:pt modelId="{AE97B6EA-0B6A-4E2B-B772-17BF2F1FA3A8}" type="sibTrans" cxnId="{BD6305C0-B42E-4998-B7A9-1816CB28FECB}">
      <dgm:prSet/>
      <dgm:spPr/>
      <dgm:t>
        <a:bodyPr/>
        <a:lstStyle/>
        <a:p>
          <a:endParaRPr lang="fr-CA"/>
        </a:p>
      </dgm:t>
    </dgm:pt>
    <dgm:pt modelId="{D437B17E-3FF9-4DB2-B97D-4A6C8D3681D2}">
      <dgm:prSet phldrT="[Texte]"/>
      <dgm:spPr/>
      <dgm:t>
        <a:bodyPr/>
        <a:lstStyle/>
        <a:p>
          <a:r>
            <a:rPr lang="fr-CA" dirty="0"/>
            <a:t>Suivi </a:t>
          </a:r>
        </a:p>
      </dgm:t>
    </dgm:pt>
    <dgm:pt modelId="{C8EA6B03-43C5-49BE-85E7-DA70771C87C7}" type="parTrans" cxnId="{D5EE9360-2AD6-4C17-B1A6-BAE9588AAFF9}">
      <dgm:prSet/>
      <dgm:spPr/>
      <dgm:t>
        <a:bodyPr/>
        <a:lstStyle/>
        <a:p>
          <a:endParaRPr lang="fr-CA"/>
        </a:p>
      </dgm:t>
    </dgm:pt>
    <dgm:pt modelId="{FAC7D2D0-7547-431E-B4F6-06EEFEA128A2}" type="sibTrans" cxnId="{D5EE9360-2AD6-4C17-B1A6-BAE9588AAFF9}">
      <dgm:prSet/>
      <dgm:spPr/>
      <dgm:t>
        <a:bodyPr/>
        <a:lstStyle/>
        <a:p>
          <a:endParaRPr lang="fr-CA"/>
        </a:p>
      </dgm:t>
    </dgm:pt>
    <dgm:pt modelId="{C79816D9-FF14-468F-810C-B9FDD404138E}" type="pres">
      <dgm:prSet presAssocID="{1E0A3AE8-3301-43A9-896F-1D0E14926ED7}" presName="Name0" presStyleCnt="0">
        <dgm:presLayoutVars>
          <dgm:dir/>
          <dgm:resizeHandles val="exact"/>
        </dgm:presLayoutVars>
      </dgm:prSet>
      <dgm:spPr/>
    </dgm:pt>
    <dgm:pt modelId="{2A02EB9D-6AFE-44D8-8806-B2FCC31F98C7}" type="pres">
      <dgm:prSet presAssocID="{502E45F9-9459-4FE8-B97F-26966D462353}" presName="parTxOnly" presStyleLbl="node1" presStyleIdx="0" presStyleCnt="6" custLinFactNeighborX="7961" custLinFactNeighborY="1443">
        <dgm:presLayoutVars>
          <dgm:bulletEnabled val="1"/>
        </dgm:presLayoutVars>
      </dgm:prSet>
      <dgm:spPr/>
    </dgm:pt>
    <dgm:pt modelId="{1C89B319-538A-46DF-91BD-8C8E131FFEF2}" type="pres">
      <dgm:prSet presAssocID="{AB8992BB-8AAE-4770-953F-E1267F7C1F88}" presName="parSpace" presStyleCnt="0"/>
      <dgm:spPr/>
    </dgm:pt>
    <dgm:pt modelId="{1EAC04FA-5FEA-49FF-8580-D9EA1B432800}" type="pres">
      <dgm:prSet presAssocID="{71F60D37-9F11-4749-96A6-E07BCA617677}" presName="parTxOnly" presStyleLbl="node1" presStyleIdx="1" presStyleCnt="6">
        <dgm:presLayoutVars>
          <dgm:bulletEnabled val="1"/>
        </dgm:presLayoutVars>
      </dgm:prSet>
      <dgm:spPr/>
    </dgm:pt>
    <dgm:pt modelId="{F3F9C168-E941-4063-8EE6-D7034E3C778A}" type="pres">
      <dgm:prSet presAssocID="{3CD185AB-A044-4716-ACB9-1AF87777BD17}" presName="parSpace" presStyleCnt="0"/>
      <dgm:spPr/>
    </dgm:pt>
    <dgm:pt modelId="{D2953400-2FA3-4576-8E2B-A223931B397D}" type="pres">
      <dgm:prSet presAssocID="{9886C3BD-77F6-493A-9022-9B8A2D5660FF}" presName="parTxOnly" presStyleLbl="node1" presStyleIdx="2" presStyleCnt="6">
        <dgm:presLayoutVars>
          <dgm:bulletEnabled val="1"/>
        </dgm:presLayoutVars>
      </dgm:prSet>
      <dgm:spPr/>
    </dgm:pt>
    <dgm:pt modelId="{F2B83813-B3D1-4569-A452-186959623BD0}" type="pres">
      <dgm:prSet presAssocID="{47A41297-102A-4C3F-BC8D-DE58B5808B37}" presName="parSpace" presStyleCnt="0"/>
      <dgm:spPr/>
    </dgm:pt>
    <dgm:pt modelId="{F749DF59-F989-4E2C-BCC6-62B69ABDBF0C}" type="pres">
      <dgm:prSet presAssocID="{ED9CD48E-859B-4C7A-B2DC-D846EEBF06B2}" presName="parTxOnly" presStyleLbl="node1" presStyleIdx="3" presStyleCnt="6">
        <dgm:presLayoutVars>
          <dgm:bulletEnabled val="1"/>
        </dgm:presLayoutVars>
      </dgm:prSet>
      <dgm:spPr/>
    </dgm:pt>
    <dgm:pt modelId="{814002AB-2D19-4C9A-A874-35461B4F2A16}" type="pres">
      <dgm:prSet presAssocID="{A4EB6CAE-6C0F-45F3-8B63-C06F26EC2C87}" presName="parSpace" presStyleCnt="0"/>
      <dgm:spPr/>
    </dgm:pt>
    <dgm:pt modelId="{ABF49B41-DBAD-432D-A25E-1E0EA92871B3}" type="pres">
      <dgm:prSet presAssocID="{385EF6CA-16B4-46FB-9D38-303AD139FD40}" presName="parTxOnly" presStyleLbl="node1" presStyleIdx="4" presStyleCnt="6">
        <dgm:presLayoutVars>
          <dgm:bulletEnabled val="1"/>
        </dgm:presLayoutVars>
      </dgm:prSet>
      <dgm:spPr/>
    </dgm:pt>
    <dgm:pt modelId="{719A7DD6-FA34-4EE6-9CF5-88BBFB3409A1}" type="pres">
      <dgm:prSet presAssocID="{AE97B6EA-0B6A-4E2B-B772-17BF2F1FA3A8}" presName="parSpace" presStyleCnt="0"/>
      <dgm:spPr/>
    </dgm:pt>
    <dgm:pt modelId="{8B345557-9216-4F7A-B8D7-3542277BE8F9}" type="pres">
      <dgm:prSet presAssocID="{D437B17E-3FF9-4DB2-B97D-4A6C8D3681D2}" presName="parTxOnly" presStyleLbl="node1" presStyleIdx="5" presStyleCnt="6">
        <dgm:presLayoutVars>
          <dgm:bulletEnabled val="1"/>
        </dgm:presLayoutVars>
      </dgm:prSet>
      <dgm:spPr/>
    </dgm:pt>
  </dgm:ptLst>
  <dgm:cxnLst>
    <dgm:cxn modelId="{CB842331-45CE-4684-BF9C-381945CE625E}" type="presOf" srcId="{502E45F9-9459-4FE8-B97F-26966D462353}" destId="{2A02EB9D-6AFE-44D8-8806-B2FCC31F98C7}" srcOrd="0" destOrd="0" presId="urn:microsoft.com/office/officeart/2005/8/layout/hChevron3"/>
    <dgm:cxn modelId="{5D38E73E-730D-4BD9-ADE5-F682AAC3A8DE}" srcId="{1E0A3AE8-3301-43A9-896F-1D0E14926ED7}" destId="{71F60D37-9F11-4749-96A6-E07BCA617677}" srcOrd="1" destOrd="0" parTransId="{799ED959-180B-4188-9A7C-7271607FDE09}" sibTransId="{3CD185AB-A044-4716-ACB9-1AF87777BD17}"/>
    <dgm:cxn modelId="{D5EE9360-2AD6-4C17-B1A6-BAE9588AAFF9}" srcId="{1E0A3AE8-3301-43A9-896F-1D0E14926ED7}" destId="{D437B17E-3FF9-4DB2-B97D-4A6C8D3681D2}" srcOrd="5" destOrd="0" parTransId="{C8EA6B03-43C5-49BE-85E7-DA70771C87C7}" sibTransId="{FAC7D2D0-7547-431E-B4F6-06EEFEA128A2}"/>
    <dgm:cxn modelId="{4B54316D-64D7-4EA2-BFD7-FE030672DD25}" type="presOf" srcId="{9886C3BD-77F6-493A-9022-9B8A2D5660FF}" destId="{D2953400-2FA3-4576-8E2B-A223931B397D}" srcOrd="0" destOrd="0" presId="urn:microsoft.com/office/officeart/2005/8/layout/hChevron3"/>
    <dgm:cxn modelId="{92B07B80-652E-496B-AC80-5A87D954BAFE}" type="presOf" srcId="{71F60D37-9F11-4749-96A6-E07BCA617677}" destId="{1EAC04FA-5FEA-49FF-8580-D9EA1B432800}" srcOrd="0" destOrd="0" presId="urn:microsoft.com/office/officeart/2005/8/layout/hChevron3"/>
    <dgm:cxn modelId="{97C29B80-C62A-412C-A2FC-6741B898A455}" type="presOf" srcId="{ED9CD48E-859B-4C7A-B2DC-D846EEBF06B2}" destId="{F749DF59-F989-4E2C-BCC6-62B69ABDBF0C}" srcOrd="0" destOrd="0" presId="urn:microsoft.com/office/officeart/2005/8/layout/hChevron3"/>
    <dgm:cxn modelId="{B0465E88-8A68-4D4E-ABCD-8023A4DC870C}" srcId="{1E0A3AE8-3301-43A9-896F-1D0E14926ED7}" destId="{ED9CD48E-859B-4C7A-B2DC-D846EEBF06B2}" srcOrd="3" destOrd="0" parTransId="{3CDD28A4-152A-40BA-921F-36593563A074}" sibTransId="{A4EB6CAE-6C0F-45F3-8B63-C06F26EC2C87}"/>
    <dgm:cxn modelId="{5BDF6FA1-A4BF-400A-A484-7F040269CB74}" type="presOf" srcId="{D437B17E-3FF9-4DB2-B97D-4A6C8D3681D2}" destId="{8B345557-9216-4F7A-B8D7-3542277BE8F9}" srcOrd="0" destOrd="0" presId="urn:microsoft.com/office/officeart/2005/8/layout/hChevron3"/>
    <dgm:cxn modelId="{501E30B2-395A-43D5-B8BA-C5E5B29002F4}" srcId="{1E0A3AE8-3301-43A9-896F-1D0E14926ED7}" destId="{9886C3BD-77F6-493A-9022-9B8A2D5660FF}" srcOrd="2" destOrd="0" parTransId="{80BF0A4F-88AD-423F-B929-BEB01CB4C3BC}" sibTransId="{47A41297-102A-4C3F-BC8D-DE58B5808B37}"/>
    <dgm:cxn modelId="{6FB37ABA-2ED9-428F-9CEB-F7F72F3487C4}" srcId="{1E0A3AE8-3301-43A9-896F-1D0E14926ED7}" destId="{502E45F9-9459-4FE8-B97F-26966D462353}" srcOrd="0" destOrd="0" parTransId="{28753C7B-C239-47E9-967C-6D3D6A947128}" sibTransId="{AB8992BB-8AAE-4770-953F-E1267F7C1F88}"/>
    <dgm:cxn modelId="{BD6305C0-B42E-4998-B7A9-1816CB28FECB}" srcId="{1E0A3AE8-3301-43A9-896F-1D0E14926ED7}" destId="{385EF6CA-16B4-46FB-9D38-303AD139FD40}" srcOrd="4" destOrd="0" parTransId="{127FE7F5-379D-4856-ADF4-41FD27B6605E}" sibTransId="{AE97B6EA-0B6A-4E2B-B772-17BF2F1FA3A8}"/>
    <dgm:cxn modelId="{07ACF5CF-54F2-4B1B-AAEC-5DB509D4DAD8}" type="presOf" srcId="{385EF6CA-16B4-46FB-9D38-303AD139FD40}" destId="{ABF49B41-DBAD-432D-A25E-1E0EA92871B3}" srcOrd="0" destOrd="0" presId="urn:microsoft.com/office/officeart/2005/8/layout/hChevron3"/>
    <dgm:cxn modelId="{9CB8A8F8-5635-43D6-B9A5-29D6F30D05B0}" type="presOf" srcId="{1E0A3AE8-3301-43A9-896F-1D0E14926ED7}" destId="{C79816D9-FF14-468F-810C-B9FDD404138E}" srcOrd="0" destOrd="0" presId="urn:microsoft.com/office/officeart/2005/8/layout/hChevron3"/>
    <dgm:cxn modelId="{E24E1ADC-4BC8-406C-9389-A15903A67C5A}" type="presParOf" srcId="{C79816D9-FF14-468F-810C-B9FDD404138E}" destId="{2A02EB9D-6AFE-44D8-8806-B2FCC31F98C7}" srcOrd="0" destOrd="0" presId="urn:microsoft.com/office/officeart/2005/8/layout/hChevron3"/>
    <dgm:cxn modelId="{024A2F9C-1C31-4910-BA9E-455DC5713947}" type="presParOf" srcId="{C79816D9-FF14-468F-810C-B9FDD404138E}" destId="{1C89B319-538A-46DF-91BD-8C8E131FFEF2}" srcOrd="1" destOrd="0" presId="urn:microsoft.com/office/officeart/2005/8/layout/hChevron3"/>
    <dgm:cxn modelId="{92FAA7D2-C136-40E3-A607-FDD27492CA13}" type="presParOf" srcId="{C79816D9-FF14-468F-810C-B9FDD404138E}" destId="{1EAC04FA-5FEA-49FF-8580-D9EA1B432800}" srcOrd="2" destOrd="0" presId="urn:microsoft.com/office/officeart/2005/8/layout/hChevron3"/>
    <dgm:cxn modelId="{E028CC7F-49D9-4B18-8BC1-C93623776648}" type="presParOf" srcId="{C79816D9-FF14-468F-810C-B9FDD404138E}" destId="{F3F9C168-E941-4063-8EE6-D7034E3C778A}" srcOrd="3" destOrd="0" presId="urn:microsoft.com/office/officeart/2005/8/layout/hChevron3"/>
    <dgm:cxn modelId="{4D5E9E42-BCD7-4489-A413-93F5FC5B0552}" type="presParOf" srcId="{C79816D9-FF14-468F-810C-B9FDD404138E}" destId="{D2953400-2FA3-4576-8E2B-A223931B397D}" srcOrd="4" destOrd="0" presId="urn:microsoft.com/office/officeart/2005/8/layout/hChevron3"/>
    <dgm:cxn modelId="{E5D79EE7-60ED-4F7E-BF2F-7CCB47B40647}" type="presParOf" srcId="{C79816D9-FF14-468F-810C-B9FDD404138E}" destId="{F2B83813-B3D1-4569-A452-186959623BD0}" srcOrd="5" destOrd="0" presId="urn:microsoft.com/office/officeart/2005/8/layout/hChevron3"/>
    <dgm:cxn modelId="{C30329EB-EB96-49E1-8BD5-075601544776}" type="presParOf" srcId="{C79816D9-FF14-468F-810C-B9FDD404138E}" destId="{F749DF59-F989-4E2C-BCC6-62B69ABDBF0C}" srcOrd="6" destOrd="0" presId="urn:microsoft.com/office/officeart/2005/8/layout/hChevron3"/>
    <dgm:cxn modelId="{606174CF-BEDA-4459-B1DA-F98AB064F937}" type="presParOf" srcId="{C79816D9-FF14-468F-810C-B9FDD404138E}" destId="{814002AB-2D19-4C9A-A874-35461B4F2A16}" srcOrd="7" destOrd="0" presId="urn:microsoft.com/office/officeart/2005/8/layout/hChevron3"/>
    <dgm:cxn modelId="{7E9C2650-7825-40DC-A072-A5249CF5AD07}" type="presParOf" srcId="{C79816D9-FF14-468F-810C-B9FDD404138E}" destId="{ABF49B41-DBAD-432D-A25E-1E0EA92871B3}" srcOrd="8" destOrd="0" presId="urn:microsoft.com/office/officeart/2005/8/layout/hChevron3"/>
    <dgm:cxn modelId="{BD000380-AC2E-460F-9F26-BA4248B6B00B}" type="presParOf" srcId="{C79816D9-FF14-468F-810C-B9FDD404138E}" destId="{719A7DD6-FA34-4EE6-9CF5-88BBFB3409A1}" srcOrd="9" destOrd="0" presId="urn:microsoft.com/office/officeart/2005/8/layout/hChevron3"/>
    <dgm:cxn modelId="{7C4C571C-FA34-48E7-9BBD-DC00A26E5FCF}" type="presParOf" srcId="{C79816D9-FF14-468F-810C-B9FDD404138E}" destId="{8B345557-9216-4F7A-B8D7-3542277BE8F9}" srcOrd="10" destOrd="0" presId="urn:microsoft.com/office/officeart/2005/8/layout/hChevron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E0A3AE8-3301-43A9-896F-1D0E14926ED7}" type="doc">
      <dgm:prSet loTypeId="urn:microsoft.com/office/officeart/2005/8/layout/hChevron3" loCatId="process" qsTypeId="urn:microsoft.com/office/officeart/2005/8/quickstyle/simple1" qsCatId="simple" csTypeId="urn:microsoft.com/office/officeart/2005/8/colors/accent1_2" csCatId="accent1" phldr="1"/>
      <dgm:spPr/>
    </dgm:pt>
    <dgm:pt modelId="{502E45F9-9459-4FE8-B97F-26966D462353}">
      <dgm:prSet phldrT="[Texte]" custT="1"/>
      <dgm:spPr>
        <a:solidFill>
          <a:srgbClr val="00B050"/>
        </a:solidFill>
      </dgm:spPr>
      <dgm:t>
        <a:bodyPr/>
        <a:lstStyle/>
        <a:p>
          <a:r>
            <a:rPr lang="fr-CA" sz="1400" b="1" dirty="0"/>
            <a:t>Identification des évènements</a:t>
          </a:r>
        </a:p>
      </dgm:t>
    </dgm:pt>
    <dgm:pt modelId="{28753C7B-C239-47E9-967C-6D3D6A947128}" type="parTrans" cxnId="{6FB37ABA-2ED9-428F-9CEB-F7F72F3487C4}">
      <dgm:prSet/>
      <dgm:spPr/>
      <dgm:t>
        <a:bodyPr/>
        <a:lstStyle/>
        <a:p>
          <a:endParaRPr lang="fr-CA"/>
        </a:p>
      </dgm:t>
    </dgm:pt>
    <dgm:pt modelId="{AB8992BB-8AAE-4770-953F-E1267F7C1F88}" type="sibTrans" cxnId="{6FB37ABA-2ED9-428F-9CEB-F7F72F3487C4}">
      <dgm:prSet/>
      <dgm:spPr/>
      <dgm:t>
        <a:bodyPr/>
        <a:lstStyle/>
        <a:p>
          <a:endParaRPr lang="fr-CA"/>
        </a:p>
      </dgm:t>
    </dgm:pt>
    <dgm:pt modelId="{71F60D37-9F11-4749-96A6-E07BCA617677}">
      <dgm:prSet phldrT="[Texte]"/>
      <dgm:spPr/>
      <dgm:t>
        <a:bodyPr/>
        <a:lstStyle/>
        <a:p>
          <a:r>
            <a:rPr lang="fr-CA" dirty="0"/>
            <a:t>Évaluation des risques</a:t>
          </a:r>
        </a:p>
      </dgm:t>
    </dgm:pt>
    <dgm:pt modelId="{799ED959-180B-4188-9A7C-7271607FDE09}" type="parTrans" cxnId="{5D38E73E-730D-4BD9-ADE5-F682AAC3A8DE}">
      <dgm:prSet/>
      <dgm:spPr/>
      <dgm:t>
        <a:bodyPr/>
        <a:lstStyle/>
        <a:p>
          <a:endParaRPr lang="fr-CA"/>
        </a:p>
      </dgm:t>
    </dgm:pt>
    <dgm:pt modelId="{3CD185AB-A044-4716-ACB9-1AF87777BD17}" type="sibTrans" cxnId="{5D38E73E-730D-4BD9-ADE5-F682AAC3A8DE}">
      <dgm:prSet/>
      <dgm:spPr/>
      <dgm:t>
        <a:bodyPr/>
        <a:lstStyle/>
        <a:p>
          <a:endParaRPr lang="fr-CA"/>
        </a:p>
      </dgm:t>
    </dgm:pt>
    <dgm:pt modelId="{9886C3BD-77F6-493A-9022-9B8A2D5660FF}">
      <dgm:prSet phldrT="[Texte]"/>
      <dgm:spPr/>
      <dgm:t>
        <a:bodyPr/>
        <a:lstStyle/>
        <a:p>
          <a:r>
            <a:rPr lang="fr-CA" dirty="0"/>
            <a:t>Réponses aux risques</a:t>
          </a:r>
        </a:p>
      </dgm:t>
    </dgm:pt>
    <dgm:pt modelId="{80BF0A4F-88AD-423F-B929-BEB01CB4C3BC}" type="parTrans" cxnId="{501E30B2-395A-43D5-B8BA-C5E5B29002F4}">
      <dgm:prSet/>
      <dgm:spPr/>
      <dgm:t>
        <a:bodyPr/>
        <a:lstStyle/>
        <a:p>
          <a:endParaRPr lang="fr-CA"/>
        </a:p>
      </dgm:t>
    </dgm:pt>
    <dgm:pt modelId="{47A41297-102A-4C3F-BC8D-DE58B5808B37}" type="sibTrans" cxnId="{501E30B2-395A-43D5-B8BA-C5E5B29002F4}">
      <dgm:prSet/>
      <dgm:spPr/>
      <dgm:t>
        <a:bodyPr/>
        <a:lstStyle/>
        <a:p>
          <a:endParaRPr lang="fr-CA"/>
        </a:p>
      </dgm:t>
    </dgm:pt>
    <dgm:pt modelId="{ED9CD48E-859B-4C7A-B2DC-D846EEBF06B2}">
      <dgm:prSet phldrT="[Texte]"/>
      <dgm:spPr/>
      <dgm:t>
        <a:bodyPr/>
        <a:lstStyle/>
        <a:p>
          <a:r>
            <a:rPr lang="fr-CA" dirty="0"/>
            <a:t>Activités de contrôle</a:t>
          </a:r>
        </a:p>
      </dgm:t>
    </dgm:pt>
    <dgm:pt modelId="{3CDD28A4-152A-40BA-921F-36593563A074}" type="parTrans" cxnId="{B0465E88-8A68-4D4E-ABCD-8023A4DC870C}">
      <dgm:prSet/>
      <dgm:spPr/>
      <dgm:t>
        <a:bodyPr/>
        <a:lstStyle/>
        <a:p>
          <a:endParaRPr lang="fr-CA"/>
        </a:p>
      </dgm:t>
    </dgm:pt>
    <dgm:pt modelId="{A4EB6CAE-6C0F-45F3-8B63-C06F26EC2C87}" type="sibTrans" cxnId="{B0465E88-8A68-4D4E-ABCD-8023A4DC870C}">
      <dgm:prSet/>
      <dgm:spPr/>
      <dgm:t>
        <a:bodyPr/>
        <a:lstStyle/>
        <a:p>
          <a:endParaRPr lang="fr-CA"/>
        </a:p>
      </dgm:t>
    </dgm:pt>
    <dgm:pt modelId="{385EF6CA-16B4-46FB-9D38-303AD139FD40}">
      <dgm:prSet phldrT="[Texte]"/>
      <dgm:spPr/>
      <dgm:t>
        <a:bodyPr/>
        <a:lstStyle/>
        <a:p>
          <a:r>
            <a:rPr lang="fr-CA" dirty="0"/>
            <a:t>Information et communication</a:t>
          </a:r>
        </a:p>
      </dgm:t>
    </dgm:pt>
    <dgm:pt modelId="{127FE7F5-379D-4856-ADF4-41FD27B6605E}" type="parTrans" cxnId="{BD6305C0-B42E-4998-B7A9-1816CB28FECB}">
      <dgm:prSet/>
      <dgm:spPr/>
      <dgm:t>
        <a:bodyPr/>
        <a:lstStyle/>
        <a:p>
          <a:endParaRPr lang="fr-CA"/>
        </a:p>
      </dgm:t>
    </dgm:pt>
    <dgm:pt modelId="{AE97B6EA-0B6A-4E2B-B772-17BF2F1FA3A8}" type="sibTrans" cxnId="{BD6305C0-B42E-4998-B7A9-1816CB28FECB}">
      <dgm:prSet/>
      <dgm:spPr/>
      <dgm:t>
        <a:bodyPr/>
        <a:lstStyle/>
        <a:p>
          <a:endParaRPr lang="fr-CA"/>
        </a:p>
      </dgm:t>
    </dgm:pt>
    <dgm:pt modelId="{D437B17E-3FF9-4DB2-B97D-4A6C8D3681D2}">
      <dgm:prSet phldrT="[Texte]"/>
      <dgm:spPr/>
      <dgm:t>
        <a:bodyPr/>
        <a:lstStyle/>
        <a:p>
          <a:r>
            <a:rPr lang="fr-CA" dirty="0"/>
            <a:t>Suivi </a:t>
          </a:r>
        </a:p>
      </dgm:t>
    </dgm:pt>
    <dgm:pt modelId="{C8EA6B03-43C5-49BE-85E7-DA70771C87C7}" type="parTrans" cxnId="{D5EE9360-2AD6-4C17-B1A6-BAE9588AAFF9}">
      <dgm:prSet/>
      <dgm:spPr/>
      <dgm:t>
        <a:bodyPr/>
        <a:lstStyle/>
        <a:p>
          <a:endParaRPr lang="fr-CA"/>
        </a:p>
      </dgm:t>
    </dgm:pt>
    <dgm:pt modelId="{FAC7D2D0-7547-431E-B4F6-06EEFEA128A2}" type="sibTrans" cxnId="{D5EE9360-2AD6-4C17-B1A6-BAE9588AAFF9}">
      <dgm:prSet/>
      <dgm:spPr/>
      <dgm:t>
        <a:bodyPr/>
        <a:lstStyle/>
        <a:p>
          <a:endParaRPr lang="fr-CA"/>
        </a:p>
      </dgm:t>
    </dgm:pt>
    <dgm:pt modelId="{C79816D9-FF14-468F-810C-B9FDD404138E}" type="pres">
      <dgm:prSet presAssocID="{1E0A3AE8-3301-43A9-896F-1D0E14926ED7}" presName="Name0" presStyleCnt="0">
        <dgm:presLayoutVars>
          <dgm:dir/>
          <dgm:resizeHandles val="exact"/>
        </dgm:presLayoutVars>
      </dgm:prSet>
      <dgm:spPr/>
    </dgm:pt>
    <dgm:pt modelId="{2A02EB9D-6AFE-44D8-8806-B2FCC31F98C7}" type="pres">
      <dgm:prSet presAssocID="{502E45F9-9459-4FE8-B97F-26966D462353}" presName="parTxOnly" presStyleLbl="node1" presStyleIdx="0" presStyleCnt="6" custLinFactNeighborX="7961" custLinFactNeighborY="1443">
        <dgm:presLayoutVars>
          <dgm:bulletEnabled val="1"/>
        </dgm:presLayoutVars>
      </dgm:prSet>
      <dgm:spPr/>
    </dgm:pt>
    <dgm:pt modelId="{1C89B319-538A-46DF-91BD-8C8E131FFEF2}" type="pres">
      <dgm:prSet presAssocID="{AB8992BB-8AAE-4770-953F-E1267F7C1F88}" presName="parSpace" presStyleCnt="0"/>
      <dgm:spPr/>
    </dgm:pt>
    <dgm:pt modelId="{1EAC04FA-5FEA-49FF-8580-D9EA1B432800}" type="pres">
      <dgm:prSet presAssocID="{71F60D37-9F11-4749-96A6-E07BCA617677}" presName="parTxOnly" presStyleLbl="node1" presStyleIdx="1" presStyleCnt="6">
        <dgm:presLayoutVars>
          <dgm:bulletEnabled val="1"/>
        </dgm:presLayoutVars>
      </dgm:prSet>
      <dgm:spPr/>
    </dgm:pt>
    <dgm:pt modelId="{F3F9C168-E941-4063-8EE6-D7034E3C778A}" type="pres">
      <dgm:prSet presAssocID="{3CD185AB-A044-4716-ACB9-1AF87777BD17}" presName="parSpace" presStyleCnt="0"/>
      <dgm:spPr/>
    </dgm:pt>
    <dgm:pt modelId="{D2953400-2FA3-4576-8E2B-A223931B397D}" type="pres">
      <dgm:prSet presAssocID="{9886C3BD-77F6-493A-9022-9B8A2D5660FF}" presName="parTxOnly" presStyleLbl="node1" presStyleIdx="2" presStyleCnt="6">
        <dgm:presLayoutVars>
          <dgm:bulletEnabled val="1"/>
        </dgm:presLayoutVars>
      </dgm:prSet>
      <dgm:spPr/>
    </dgm:pt>
    <dgm:pt modelId="{F2B83813-B3D1-4569-A452-186959623BD0}" type="pres">
      <dgm:prSet presAssocID="{47A41297-102A-4C3F-BC8D-DE58B5808B37}" presName="parSpace" presStyleCnt="0"/>
      <dgm:spPr/>
    </dgm:pt>
    <dgm:pt modelId="{F749DF59-F989-4E2C-BCC6-62B69ABDBF0C}" type="pres">
      <dgm:prSet presAssocID="{ED9CD48E-859B-4C7A-B2DC-D846EEBF06B2}" presName="parTxOnly" presStyleLbl="node1" presStyleIdx="3" presStyleCnt="6">
        <dgm:presLayoutVars>
          <dgm:bulletEnabled val="1"/>
        </dgm:presLayoutVars>
      </dgm:prSet>
      <dgm:spPr/>
    </dgm:pt>
    <dgm:pt modelId="{814002AB-2D19-4C9A-A874-35461B4F2A16}" type="pres">
      <dgm:prSet presAssocID="{A4EB6CAE-6C0F-45F3-8B63-C06F26EC2C87}" presName="parSpace" presStyleCnt="0"/>
      <dgm:spPr/>
    </dgm:pt>
    <dgm:pt modelId="{ABF49B41-DBAD-432D-A25E-1E0EA92871B3}" type="pres">
      <dgm:prSet presAssocID="{385EF6CA-16B4-46FB-9D38-303AD139FD40}" presName="parTxOnly" presStyleLbl="node1" presStyleIdx="4" presStyleCnt="6">
        <dgm:presLayoutVars>
          <dgm:bulletEnabled val="1"/>
        </dgm:presLayoutVars>
      </dgm:prSet>
      <dgm:spPr/>
    </dgm:pt>
    <dgm:pt modelId="{719A7DD6-FA34-4EE6-9CF5-88BBFB3409A1}" type="pres">
      <dgm:prSet presAssocID="{AE97B6EA-0B6A-4E2B-B772-17BF2F1FA3A8}" presName="parSpace" presStyleCnt="0"/>
      <dgm:spPr/>
    </dgm:pt>
    <dgm:pt modelId="{8B345557-9216-4F7A-B8D7-3542277BE8F9}" type="pres">
      <dgm:prSet presAssocID="{D437B17E-3FF9-4DB2-B97D-4A6C8D3681D2}" presName="parTxOnly" presStyleLbl="node1" presStyleIdx="5" presStyleCnt="6">
        <dgm:presLayoutVars>
          <dgm:bulletEnabled val="1"/>
        </dgm:presLayoutVars>
      </dgm:prSet>
      <dgm:spPr/>
    </dgm:pt>
  </dgm:ptLst>
  <dgm:cxnLst>
    <dgm:cxn modelId="{04E76900-768E-4BF9-B969-63BA9D50730C}" type="presOf" srcId="{385EF6CA-16B4-46FB-9D38-303AD139FD40}" destId="{ABF49B41-DBAD-432D-A25E-1E0EA92871B3}" srcOrd="0" destOrd="0" presId="urn:microsoft.com/office/officeart/2005/8/layout/hChevron3"/>
    <dgm:cxn modelId="{4BC80D1F-712F-4C81-AF26-F1904FB83770}" type="presOf" srcId="{71F60D37-9F11-4749-96A6-E07BCA617677}" destId="{1EAC04FA-5FEA-49FF-8580-D9EA1B432800}" srcOrd="0" destOrd="0" presId="urn:microsoft.com/office/officeart/2005/8/layout/hChevron3"/>
    <dgm:cxn modelId="{5D38E73E-730D-4BD9-ADE5-F682AAC3A8DE}" srcId="{1E0A3AE8-3301-43A9-896F-1D0E14926ED7}" destId="{71F60D37-9F11-4749-96A6-E07BCA617677}" srcOrd="1" destOrd="0" parTransId="{799ED959-180B-4188-9A7C-7271607FDE09}" sibTransId="{3CD185AB-A044-4716-ACB9-1AF87777BD17}"/>
    <dgm:cxn modelId="{D5EE9360-2AD6-4C17-B1A6-BAE9588AAFF9}" srcId="{1E0A3AE8-3301-43A9-896F-1D0E14926ED7}" destId="{D437B17E-3FF9-4DB2-B97D-4A6C8D3681D2}" srcOrd="5" destOrd="0" parTransId="{C8EA6B03-43C5-49BE-85E7-DA70771C87C7}" sibTransId="{FAC7D2D0-7547-431E-B4F6-06EEFEA128A2}"/>
    <dgm:cxn modelId="{806A6C68-94A3-4497-89CE-F070C064E65A}" type="presOf" srcId="{D437B17E-3FF9-4DB2-B97D-4A6C8D3681D2}" destId="{8B345557-9216-4F7A-B8D7-3542277BE8F9}" srcOrd="0" destOrd="0" presId="urn:microsoft.com/office/officeart/2005/8/layout/hChevron3"/>
    <dgm:cxn modelId="{1598C852-23D2-4609-8A42-105E38F41C79}" type="presOf" srcId="{9886C3BD-77F6-493A-9022-9B8A2D5660FF}" destId="{D2953400-2FA3-4576-8E2B-A223931B397D}" srcOrd="0" destOrd="0" presId="urn:microsoft.com/office/officeart/2005/8/layout/hChevron3"/>
    <dgm:cxn modelId="{B0465E88-8A68-4D4E-ABCD-8023A4DC870C}" srcId="{1E0A3AE8-3301-43A9-896F-1D0E14926ED7}" destId="{ED9CD48E-859B-4C7A-B2DC-D846EEBF06B2}" srcOrd="3" destOrd="0" parTransId="{3CDD28A4-152A-40BA-921F-36593563A074}" sibTransId="{A4EB6CAE-6C0F-45F3-8B63-C06F26EC2C87}"/>
    <dgm:cxn modelId="{7E9EB18B-3193-4DEE-B48F-BDBA5EC507BC}" type="presOf" srcId="{502E45F9-9459-4FE8-B97F-26966D462353}" destId="{2A02EB9D-6AFE-44D8-8806-B2FCC31F98C7}" srcOrd="0" destOrd="0" presId="urn:microsoft.com/office/officeart/2005/8/layout/hChevron3"/>
    <dgm:cxn modelId="{A3D729A0-4794-46BE-9EFE-D853C1C140DC}" type="presOf" srcId="{ED9CD48E-859B-4C7A-B2DC-D846EEBF06B2}" destId="{F749DF59-F989-4E2C-BCC6-62B69ABDBF0C}" srcOrd="0" destOrd="0" presId="urn:microsoft.com/office/officeart/2005/8/layout/hChevron3"/>
    <dgm:cxn modelId="{501E30B2-395A-43D5-B8BA-C5E5B29002F4}" srcId="{1E0A3AE8-3301-43A9-896F-1D0E14926ED7}" destId="{9886C3BD-77F6-493A-9022-9B8A2D5660FF}" srcOrd="2" destOrd="0" parTransId="{80BF0A4F-88AD-423F-B929-BEB01CB4C3BC}" sibTransId="{47A41297-102A-4C3F-BC8D-DE58B5808B37}"/>
    <dgm:cxn modelId="{6FB37ABA-2ED9-428F-9CEB-F7F72F3487C4}" srcId="{1E0A3AE8-3301-43A9-896F-1D0E14926ED7}" destId="{502E45F9-9459-4FE8-B97F-26966D462353}" srcOrd="0" destOrd="0" parTransId="{28753C7B-C239-47E9-967C-6D3D6A947128}" sibTransId="{AB8992BB-8AAE-4770-953F-E1267F7C1F88}"/>
    <dgm:cxn modelId="{BD6305C0-B42E-4998-B7A9-1816CB28FECB}" srcId="{1E0A3AE8-3301-43A9-896F-1D0E14926ED7}" destId="{385EF6CA-16B4-46FB-9D38-303AD139FD40}" srcOrd="4" destOrd="0" parTransId="{127FE7F5-379D-4856-ADF4-41FD27B6605E}" sibTransId="{AE97B6EA-0B6A-4E2B-B772-17BF2F1FA3A8}"/>
    <dgm:cxn modelId="{530FEDEC-AEC2-4FBF-B2A0-FDBF150B10F1}" type="presOf" srcId="{1E0A3AE8-3301-43A9-896F-1D0E14926ED7}" destId="{C79816D9-FF14-468F-810C-B9FDD404138E}" srcOrd="0" destOrd="0" presId="urn:microsoft.com/office/officeart/2005/8/layout/hChevron3"/>
    <dgm:cxn modelId="{88BAD5AA-B3A5-427E-A77E-D839FB6EE18A}" type="presParOf" srcId="{C79816D9-FF14-468F-810C-B9FDD404138E}" destId="{2A02EB9D-6AFE-44D8-8806-B2FCC31F98C7}" srcOrd="0" destOrd="0" presId="urn:microsoft.com/office/officeart/2005/8/layout/hChevron3"/>
    <dgm:cxn modelId="{A91D7F16-4316-4EE0-8D53-48317E82DFBC}" type="presParOf" srcId="{C79816D9-FF14-468F-810C-B9FDD404138E}" destId="{1C89B319-538A-46DF-91BD-8C8E131FFEF2}" srcOrd="1" destOrd="0" presId="urn:microsoft.com/office/officeart/2005/8/layout/hChevron3"/>
    <dgm:cxn modelId="{D978AE28-D553-494D-8231-7C1D20DE7894}" type="presParOf" srcId="{C79816D9-FF14-468F-810C-B9FDD404138E}" destId="{1EAC04FA-5FEA-49FF-8580-D9EA1B432800}" srcOrd="2" destOrd="0" presId="urn:microsoft.com/office/officeart/2005/8/layout/hChevron3"/>
    <dgm:cxn modelId="{A5A23330-D800-4CB6-8F59-FF8C32764017}" type="presParOf" srcId="{C79816D9-FF14-468F-810C-B9FDD404138E}" destId="{F3F9C168-E941-4063-8EE6-D7034E3C778A}" srcOrd="3" destOrd="0" presId="urn:microsoft.com/office/officeart/2005/8/layout/hChevron3"/>
    <dgm:cxn modelId="{7A8AF2DA-3FDB-4BD5-929A-31687FF3A247}" type="presParOf" srcId="{C79816D9-FF14-468F-810C-B9FDD404138E}" destId="{D2953400-2FA3-4576-8E2B-A223931B397D}" srcOrd="4" destOrd="0" presId="urn:microsoft.com/office/officeart/2005/8/layout/hChevron3"/>
    <dgm:cxn modelId="{5EA82043-7F8D-4B60-83FD-52ED2357C495}" type="presParOf" srcId="{C79816D9-FF14-468F-810C-B9FDD404138E}" destId="{F2B83813-B3D1-4569-A452-186959623BD0}" srcOrd="5" destOrd="0" presId="urn:microsoft.com/office/officeart/2005/8/layout/hChevron3"/>
    <dgm:cxn modelId="{025EB8E9-C427-4B12-A3B8-E9FFB90ECC24}" type="presParOf" srcId="{C79816D9-FF14-468F-810C-B9FDD404138E}" destId="{F749DF59-F989-4E2C-BCC6-62B69ABDBF0C}" srcOrd="6" destOrd="0" presId="urn:microsoft.com/office/officeart/2005/8/layout/hChevron3"/>
    <dgm:cxn modelId="{363C6BE9-6B3E-48F7-A73E-314873EB149B}" type="presParOf" srcId="{C79816D9-FF14-468F-810C-B9FDD404138E}" destId="{814002AB-2D19-4C9A-A874-35461B4F2A16}" srcOrd="7" destOrd="0" presId="urn:microsoft.com/office/officeart/2005/8/layout/hChevron3"/>
    <dgm:cxn modelId="{A267E016-53E3-4963-97F7-B65E26809CF1}" type="presParOf" srcId="{C79816D9-FF14-468F-810C-B9FDD404138E}" destId="{ABF49B41-DBAD-432D-A25E-1E0EA92871B3}" srcOrd="8" destOrd="0" presId="urn:microsoft.com/office/officeart/2005/8/layout/hChevron3"/>
    <dgm:cxn modelId="{F9DADACA-A18F-49E9-981A-DF5B2E49F6C4}" type="presParOf" srcId="{C79816D9-FF14-468F-810C-B9FDD404138E}" destId="{719A7DD6-FA34-4EE6-9CF5-88BBFB3409A1}" srcOrd="9" destOrd="0" presId="urn:microsoft.com/office/officeart/2005/8/layout/hChevron3"/>
    <dgm:cxn modelId="{DF176AD6-6756-4DD3-A991-A459489CA4DC}" type="presParOf" srcId="{C79816D9-FF14-468F-810C-B9FDD404138E}" destId="{8B345557-9216-4F7A-B8D7-3542277BE8F9}" srcOrd="10" destOrd="0" presId="urn:microsoft.com/office/officeart/2005/8/layout/hChevron3"/>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92346AB-A4FE-4D52-9D78-FA0A78539A4B}"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fr-CA"/>
        </a:p>
      </dgm:t>
    </dgm:pt>
    <dgm:pt modelId="{C3750417-88FE-45D6-A220-01E49AC3D2F6}">
      <dgm:prSet phldrT="[Texte]"/>
      <dgm:spPr/>
      <dgm:t>
        <a:bodyPr/>
        <a:lstStyle/>
        <a:p>
          <a:pPr>
            <a:buNone/>
          </a:pPr>
          <a:r>
            <a:rPr lang="fr-CA" b="1"/>
            <a:t>Risques stratégiques</a:t>
          </a:r>
          <a:endParaRPr lang="fr-CA" dirty="0"/>
        </a:p>
      </dgm:t>
    </dgm:pt>
    <dgm:pt modelId="{2F6C3415-2B30-4001-9177-117FE484B7DF}" type="parTrans" cxnId="{ADED5450-1373-486D-BB40-51F42415AD7A}">
      <dgm:prSet/>
      <dgm:spPr/>
      <dgm:t>
        <a:bodyPr/>
        <a:lstStyle/>
        <a:p>
          <a:endParaRPr lang="fr-CA"/>
        </a:p>
      </dgm:t>
    </dgm:pt>
    <dgm:pt modelId="{1801ACFE-8061-4CC1-AAAE-378684B8BB9C}" type="sibTrans" cxnId="{ADED5450-1373-486D-BB40-51F42415AD7A}">
      <dgm:prSet/>
      <dgm:spPr/>
      <dgm:t>
        <a:bodyPr/>
        <a:lstStyle/>
        <a:p>
          <a:endParaRPr lang="fr-CA"/>
        </a:p>
      </dgm:t>
    </dgm:pt>
    <dgm:pt modelId="{859E3F7E-1BDE-438B-84FC-ED9A11B85F85}">
      <dgm:prSet/>
      <dgm:spPr/>
      <dgm:t>
        <a:bodyPr/>
        <a:lstStyle/>
        <a:p>
          <a:r>
            <a:rPr lang="fr-CA" b="1"/>
            <a:t>Risques opérationnels</a:t>
          </a:r>
          <a:endParaRPr lang="fr-CA" dirty="0"/>
        </a:p>
      </dgm:t>
    </dgm:pt>
    <dgm:pt modelId="{E37D6334-582B-4B95-9005-DEA8BD994777}" type="parTrans" cxnId="{A9CEC9FC-0612-464D-B30F-FAD09507E9DA}">
      <dgm:prSet/>
      <dgm:spPr/>
      <dgm:t>
        <a:bodyPr/>
        <a:lstStyle/>
        <a:p>
          <a:endParaRPr lang="fr-CA"/>
        </a:p>
      </dgm:t>
    </dgm:pt>
    <dgm:pt modelId="{89051FD2-DACE-40B4-92EE-C1AA0DA18539}" type="sibTrans" cxnId="{A9CEC9FC-0612-464D-B30F-FAD09507E9DA}">
      <dgm:prSet/>
      <dgm:spPr/>
      <dgm:t>
        <a:bodyPr/>
        <a:lstStyle/>
        <a:p>
          <a:endParaRPr lang="fr-CA"/>
        </a:p>
      </dgm:t>
    </dgm:pt>
    <dgm:pt modelId="{93DBEFE5-5DB0-4367-BEEB-088F4FF64D99}">
      <dgm:prSet/>
      <dgm:spPr/>
      <dgm:t>
        <a:bodyPr/>
        <a:lstStyle/>
        <a:p>
          <a:r>
            <a:rPr lang="fr-CA" b="1"/>
            <a:t>Risques liés à l’information</a:t>
          </a:r>
          <a:endParaRPr lang="fr-CA" b="1" dirty="0"/>
        </a:p>
      </dgm:t>
    </dgm:pt>
    <dgm:pt modelId="{9AD49E6D-01CB-4D83-8A43-C41724E6C01E}" type="parTrans" cxnId="{E65375F7-E2D1-4629-920A-9ACBE25A3831}">
      <dgm:prSet/>
      <dgm:spPr/>
      <dgm:t>
        <a:bodyPr/>
        <a:lstStyle/>
        <a:p>
          <a:endParaRPr lang="fr-CA"/>
        </a:p>
      </dgm:t>
    </dgm:pt>
    <dgm:pt modelId="{BF19D5AE-58BF-4858-AB53-C002510667C8}" type="sibTrans" cxnId="{E65375F7-E2D1-4629-920A-9ACBE25A3831}">
      <dgm:prSet/>
      <dgm:spPr/>
      <dgm:t>
        <a:bodyPr/>
        <a:lstStyle/>
        <a:p>
          <a:endParaRPr lang="fr-CA"/>
        </a:p>
      </dgm:t>
    </dgm:pt>
    <dgm:pt modelId="{195D1BEC-B8EE-49ED-96EC-05066B21A972}">
      <dgm:prSet/>
      <dgm:spPr/>
      <dgm:t>
        <a:bodyPr/>
        <a:lstStyle/>
        <a:p>
          <a:r>
            <a:rPr lang="fr-CA" b="1"/>
            <a:t>Risques de non-conformité</a:t>
          </a:r>
          <a:endParaRPr lang="fr-CA" dirty="0"/>
        </a:p>
      </dgm:t>
    </dgm:pt>
    <dgm:pt modelId="{E51BE281-D1FB-4E8E-ADBB-EAB86EEE1AE0}" type="parTrans" cxnId="{BBD67734-F3FD-4D09-BE7D-7F59EE49870E}">
      <dgm:prSet/>
      <dgm:spPr/>
      <dgm:t>
        <a:bodyPr/>
        <a:lstStyle/>
        <a:p>
          <a:endParaRPr lang="fr-CA"/>
        </a:p>
      </dgm:t>
    </dgm:pt>
    <dgm:pt modelId="{C5CD45C2-DE19-4FDD-AECB-B125EBDA1EFC}" type="sibTrans" cxnId="{BBD67734-F3FD-4D09-BE7D-7F59EE49870E}">
      <dgm:prSet/>
      <dgm:spPr/>
      <dgm:t>
        <a:bodyPr/>
        <a:lstStyle/>
        <a:p>
          <a:endParaRPr lang="fr-CA"/>
        </a:p>
      </dgm:t>
    </dgm:pt>
    <dgm:pt modelId="{6B6DF170-CFC7-4854-9891-8291DA43BA7F}" type="pres">
      <dgm:prSet presAssocID="{492346AB-A4FE-4D52-9D78-FA0A78539A4B}" presName="Name0" presStyleCnt="0">
        <dgm:presLayoutVars>
          <dgm:dir/>
          <dgm:animLvl val="lvl"/>
          <dgm:resizeHandles val="exact"/>
        </dgm:presLayoutVars>
      </dgm:prSet>
      <dgm:spPr/>
    </dgm:pt>
    <dgm:pt modelId="{EEFCFE86-3D7E-46B9-9032-7B448263453E}" type="pres">
      <dgm:prSet presAssocID="{C3750417-88FE-45D6-A220-01E49AC3D2F6}" presName="linNode" presStyleCnt="0"/>
      <dgm:spPr/>
    </dgm:pt>
    <dgm:pt modelId="{65375BDA-6F40-4AF1-B839-2937EAF9FEED}" type="pres">
      <dgm:prSet presAssocID="{C3750417-88FE-45D6-A220-01E49AC3D2F6}" presName="parentText" presStyleLbl="node1" presStyleIdx="0" presStyleCnt="4">
        <dgm:presLayoutVars>
          <dgm:chMax val="1"/>
          <dgm:bulletEnabled val="1"/>
        </dgm:presLayoutVars>
      </dgm:prSet>
      <dgm:spPr/>
    </dgm:pt>
    <dgm:pt modelId="{9D9E5875-1E43-4D4A-A766-A18B9D9F8C0C}" type="pres">
      <dgm:prSet presAssocID="{1801ACFE-8061-4CC1-AAAE-378684B8BB9C}" presName="sp" presStyleCnt="0"/>
      <dgm:spPr/>
    </dgm:pt>
    <dgm:pt modelId="{E8786E1D-536C-4C4F-9B10-82F1B56DBD06}" type="pres">
      <dgm:prSet presAssocID="{859E3F7E-1BDE-438B-84FC-ED9A11B85F85}" presName="linNode" presStyleCnt="0"/>
      <dgm:spPr/>
    </dgm:pt>
    <dgm:pt modelId="{C8380FAD-0533-4875-A7C2-D22DD880D650}" type="pres">
      <dgm:prSet presAssocID="{859E3F7E-1BDE-438B-84FC-ED9A11B85F85}" presName="parentText" presStyleLbl="node1" presStyleIdx="1" presStyleCnt="4">
        <dgm:presLayoutVars>
          <dgm:chMax val="1"/>
          <dgm:bulletEnabled val="1"/>
        </dgm:presLayoutVars>
      </dgm:prSet>
      <dgm:spPr/>
    </dgm:pt>
    <dgm:pt modelId="{C2F58D4E-9349-4412-91B7-DBD61A46A535}" type="pres">
      <dgm:prSet presAssocID="{89051FD2-DACE-40B4-92EE-C1AA0DA18539}" presName="sp" presStyleCnt="0"/>
      <dgm:spPr/>
    </dgm:pt>
    <dgm:pt modelId="{969A3854-DC1B-45C4-A5AC-1F99A50853D9}" type="pres">
      <dgm:prSet presAssocID="{93DBEFE5-5DB0-4367-BEEB-088F4FF64D99}" presName="linNode" presStyleCnt="0"/>
      <dgm:spPr/>
    </dgm:pt>
    <dgm:pt modelId="{094CFBA6-460E-4E3A-AA1E-FDF1FEDCF424}" type="pres">
      <dgm:prSet presAssocID="{93DBEFE5-5DB0-4367-BEEB-088F4FF64D99}" presName="parentText" presStyleLbl="node1" presStyleIdx="2" presStyleCnt="4">
        <dgm:presLayoutVars>
          <dgm:chMax val="1"/>
          <dgm:bulletEnabled val="1"/>
        </dgm:presLayoutVars>
      </dgm:prSet>
      <dgm:spPr/>
    </dgm:pt>
    <dgm:pt modelId="{38A9A7E5-81E6-4132-B115-494D3A92C415}" type="pres">
      <dgm:prSet presAssocID="{BF19D5AE-58BF-4858-AB53-C002510667C8}" presName="sp" presStyleCnt="0"/>
      <dgm:spPr/>
    </dgm:pt>
    <dgm:pt modelId="{9EB0EA82-E823-47DB-B001-DE9F979656CA}" type="pres">
      <dgm:prSet presAssocID="{195D1BEC-B8EE-49ED-96EC-05066B21A972}" presName="linNode" presStyleCnt="0"/>
      <dgm:spPr/>
    </dgm:pt>
    <dgm:pt modelId="{1ED4A718-C470-471C-8548-77819C08982D}" type="pres">
      <dgm:prSet presAssocID="{195D1BEC-B8EE-49ED-96EC-05066B21A972}" presName="parentText" presStyleLbl="node1" presStyleIdx="3" presStyleCnt="4">
        <dgm:presLayoutVars>
          <dgm:chMax val="1"/>
          <dgm:bulletEnabled val="1"/>
        </dgm:presLayoutVars>
      </dgm:prSet>
      <dgm:spPr/>
    </dgm:pt>
  </dgm:ptLst>
  <dgm:cxnLst>
    <dgm:cxn modelId="{BBD67734-F3FD-4D09-BE7D-7F59EE49870E}" srcId="{492346AB-A4FE-4D52-9D78-FA0A78539A4B}" destId="{195D1BEC-B8EE-49ED-96EC-05066B21A972}" srcOrd="3" destOrd="0" parTransId="{E51BE281-D1FB-4E8E-ADBB-EAB86EEE1AE0}" sibTransId="{C5CD45C2-DE19-4FDD-AECB-B125EBDA1EFC}"/>
    <dgm:cxn modelId="{10F7553A-CF16-4768-A811-BBADA9F0F208}" type="presOf" srcId="{C3750417-88FE-45D6-A220-01E49AC3D2F6}" destId="{65375BDA-6F40-4AF1-B839-2937EAF9FEED}" srcOrd="0" destOrd="0" presId="urn:microsoft.com/office/officeart/2005/8/layout/vList5"/>
    <dgm:cxn modelId="{BD077564-180B-4663-9183-031471A1C3B4}" type="presOf" srcId="{195D1BEC-B8EE-49ED-96EC-05066B21A972}" destId="{1ED4A718-C470-471C-8548-77819C08982D}" srcOrd="0" destOrd="0" presId="urn:microsoft.com/office/officeart/2005/8/layout/vList5"/>
    <dgm:cxn modelId="{ADED5450-1373-486D-BB40-51F42415AD7A}" srcId="{492346AB-A4FE-4D52-9D78-FA0A78539A4B}" destId="{C3750417-88FE-45D6-A220-01E49AC3D2F6}" srcOrd="0" destOrd="0" parTransId="{2F6C3415-2B30-4001-9177-117FE484B7DF}" sibTransId="{1801ACFE-8061-4CC1-AAAE-378684B8BB9C}"/>
    <dgm:cxn modelId="{4012A180-AA04-48BA-A477-23225CBA30A9}" type="presOf" srcId="{93DBEFE5-5DB0-4367-BEEB-088F4FF64D99}" destId="{094CFBA6-460E-4E3A-AA1E-FDF1FEDCF424}" srcOrd="0" destOrd="0" presId="urn:microsoft.com/office/officeart/2005/8/layout/vList5"/>
    <dgm:cxn modelId="{0D61F681-D609-4B76-A451-C9D1D55F19E2}" type="presOf" srcId="{859E3F7E-1BDE-438B-84FC-ED9A11B85F85}" destId="{C8380FAD-0533-4875-A7C2-D22DD880D650}" srcOrd="0" destOrd="0" presId="urn:microsoft.com/office/officeart/2005/8/layout/vList5"/>
    <dgm:cxn modelId="{B4D94285-33D8-4F7D-98D4-3A525AE638F1}" type="presOf" srcId="{492346AB-A4FE-4D52-9D78-FA0A78539A4B}" destId="{6B6DF170-CFC7-4854-9891-8291DA43BA7F}" srcOrd="0" destOrd="0" presId="urn:microsoft.com/office/officeart/2005/8/layout/vList5"/>
    <dgm:cxn modelId="{E65375F7-E2D1-4629-920A-9ACBE25A3831}" srcId="{492346AB-A4FE-4D52-9D78-FA0A78539A4B}" destId="{93DBEFE5-5DB0-4367-BEEB-088F4FF64D99}" srcOrd="2" destOrd="0" parTransId="{9AD49E6D-01CB-4D83-8A43-C41724E6C01E}" sibTransId="{BF19D5AE-58BF-4858-AB53-C002510667C8}"/>
    <dgm:cxn modelId="{A9CEC9FC-0612-464D-B30F-FAD09507E9DA}" srcId="{492346AB-A4FE-4D52-9D78-FA0A78539A4B}" destId="{859E3F7E-1BDE-438B-84FC-ED9A11B85F85}" srcOrd="1" destOrd="0" parTransId="{E37D6334-582B-4B95-9005-DEA8BD994777}" sibTransId="{89051FD2-DACE-40B4-92EE-C1AA0DA18539}"/>
    <dgm:cxn modelId="{935E0E63-A6F8-416B-87C5-6B13A5E4BD01}" type="presParOf" srcId="{6B6DF170-CFC7-4854-9891-8291DA43BA7F}" destId="{EEFCFE86-3D7E-46B9-9032-7B448263453E}" srcOrd="0" destOrd="0" presId="urn:microsoft.com/office/officeart/2005/8/layout/vList5"/>
    <dgm:cxn modelId="{7B6A6CBC-E0BD-4E6C-A06A-A231E68BF291}" type="presParOf" srcId="{EEFCFE86-3D7E-46B9-9032-7B448263453E}" destId="{65375BDA-6F40-4AF1-B839-2937EAF9FEED}" srcOrd="0" destOrd="0" presId="urn:microsoft.com/office/officeart/2005/8/layout/vList5"/>
    <dgm:cxn modelId="{175C2710-67BF-44A1-90EF-73EB1FE91103}" type="presParOf" srcId="{6B6DF170-CFC7-4854-9891-8291DA43BA7F}" destId="{9D9E5875-1E43-4D4A-A766-A18B9D9F8C0C}" srcOrd="1" destOrd="0" presId="urn:microsoft.com/office/officeart/2005/8/layout/vList5"/>
    <dgm:cxn modelId="{47968440-1462-49B6-B812-206B5CCAC0C8}" type="presParOf" srcId="{6B6DF170-CFC7-4854-9891-8291DA43BA7F}" destId="{E8786E1D-536C-4C4F-9B10-82F1B56DBD06}" srcOrd="2" destOrd="0" presId="urn:microsoft.com/office/officeart/2005/8/layout/vList5"/>
    <dgm:cxn modelId="{1C43F295-720F-4CDD-8F36-42B12CCD1C1D}" type="presParOf" srcId="{E8786E1D-536C-4C4F-9B10-82F1B56DBD06}" destId="{C8380FAD-0533-4875-A7C2-D22DD880D650}" srcOrd="0" destOrd="0" presId="urn:microsoft.com/office/officeart/2005/8/layout/vList5"/>
    <dgm:cxn modelId="{DB195223-9DC0-420F-96FD-DF94CD6BB1DD}" type="presParOf" srcId="{6B6DF170-CFC7-4854-9891-8291DA43BA7F}" destId="{C2F58D4E-9349-4412-91B7-DBD61A46A535}" srcOrd="3" destOrd="0" presId="urn:microsoft.com/office/officeart/2005/8/layout/vList5"/>
    <dgm:cxn modelId="{034ECCC4-4A60-48BA-AE16-3E69B0047AD4}" type="presParOf" srcId="{6B6DF170-CFC7-4854-9891-8291DA43BA7F}" destId="{969A3854-DC1B-45C4-A5AC-1F99A50853D9}" srcOrd="4" destOrd="0" presId="urn:microsoft.com/office/officeart/2005/8/layout/vList5"/>
    <dgm:cxn modelId="{F855AA62-87ED-4608-A35C-E04193917343}" type="presParOf" srcId="{969A3854-DC1B-45C4-A5AC-1F99A50853D9}" destId="{094CFBA6-460E-4E3A-AA1E-FDF1FEDCF424}" srcOrd="0" destOrd="0" presId="urn:microsoft.com/office/officeart/2005/8/layout/vList5"/>
    <dgm:cxn modelId="{0575882A-B3FE-442D-BE7C-98EE150084FD}" type="presParOf" srcId="{6B6DF170-CFC7-4854-9891-8291DA43BA7F}" destId="{38A9A7E5-81E6-4132-B115-494D3A92C415}" srcOrd="5" destOrd="0" presId="urn:microsoft.com/office/officeart/2005/8/layout/vList5"/>
    <dgm:cxn modelId="{1D6C6630-80CC-498A-B554-2146CE0048AA}" type="presParOf" srcId="{6B6DF170-CFC7-4854-9891-8291DA43BA7F}" destId="{9EB0EA82-E823-47DB-B001-DE9F979656CA}" srcOrd="6" destOrd="0" presId="urn:microsoft.com/office/officeart/2005/8/layout/vList5"/>
    <dgm:cxn modelId="{E374A9EB-9AFE-4869-A145-A4B6741887D6}" type="presParOf" srcId="{9EB0EA82-E823-47DB-B001-DE9F979656CA}" destId="{1ED4A718-C470-471C-8548-77819C08982D}" srcOrd="0" destOrd="0" presId="urn:microsoft.com/office/officeart/2005/8/layout/vList5"/>
  </dgm:cxnLst>
  <dgm:bg/>
  <dgm:whole/>
  <dgm:extLst>
    <a:ext uri="http://schemas.microsoft.com/office/drawing/2008/diagram">
      <dsp:dataModelExt xmlns:dsp="http://schemas.microsoft.com/office/drawing/2008/diagram" relId="rId15"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E0A3AE8-3301-43A9-896F-1D0E14926ED7}" type="doc">
      <dgm:prSet loTypeId="urn:microsoft.com/office/officeart/2005/8/layout/hChevron3" loCatId="process" qsTypeId="urn:microsoft.com/office/officeart/2005/8/quickstyle/simple1" qsCatId="simple" csTypeId="urn:microsoft.com/office/officeart/2005/8/colors/accent1_2" csCatId="accent1" phldr="1"/>
      <dgm:spPr/>
    </dgm:pt>
    <dgm:pt modelId="{502E45F9-9459-4FE8-B97F-26966D462353}">
      <dgm:prSet phldrT="[Texte]" custT="1"/>
      <dgm:spPr>
        <a:solidFill>
          <a:srgbClr val="00B050"/>
        </a:solidFill>
      </dgm:spPr>
      <dgm:t>
        <a:bodyPr/>
        <a:lstStyle/>
        <a:p>
          <a:r>
            <a:rPr lang="fr-CA" sz="1400" b="1" dirty="0"/>
            <a:t>Identification des évènements</a:t>
          </a:r>
        </a:p>
      </dgm:t>
    </dgm:pt>
    <dgm:pt modelId="{28753C7B-C239-47E9-967C-6D3D6A947128}" type="parTrans" cxnId="{6FB37ABA-2ED9-428F-9CEB-F7F72F3487C4}">
      <dgm:prSet/>
      <dgm:spPr/>
      <dgm:t>
        <a:bodyPr/>
        <a:lstStyle/>
        <a:p>
          <a:endParaRPr lang="fr-CA"/>
        </a:p>
      </dgm:t>
    </dgm:pt>
    <dgm:pt modelId="{AB8992BB-8AAE-4770-953F-E1267F7C1F88}" type="sibTrans" cxnId="{6FB37ABA-2ED9-428F-9CEB-F7F72F3487C4}">
      <dgm:prSet/>
      <dgm:spPr/>
      <dgm:t>
        <a:bodyPr/>
        <a:lstStyle/>
        <a:p>
          <a:endParaRPr lang="fr-CA"/>
        </a:p>
      </dgm:t>
    </dgm:pt>
    <dgm:pt modelId="{71F60D37-9F11-4749-96A6-E07BCA617677}">
      <dgm:prSet phldrT="[Texte]"/>
      <dgm:spPr/>
      <dgm:t>
        <a:bodyPr/>
        <a:lstStyle/>
        <a:p>
          <a:r>
            <a:rPr lang="fr-CA" dirty="0"/>
            <a:t>Évaluation des risques</a:t>
          </a:r>
        </a:p>
      </dgm:t>
    </dgm:pt>
    <dgm:pt modelId="{799ED959-180B-4188-9A7C-7271607FDE09}" type="parTrans" cxnId="{5D38E73E-730D-4BD9-ADE5-F682AAC3A8DE}">
      <dgm:prSet/>
      <dgm:spPr/>
      <dgm:t>
        <a:bodyPr/>
        <a:lstStyle/>
        <a:p>
          <a:endParaRPr lang="fr-CA"/>
        </a:p>
      </dgm:t>
    </dgm:pt>
    <dgm:pt modelId="{3CD185AB-A044-4716-ACB9-1AF87777BD17}" type="sibTrans" cxnId="{5D38E73E-730D-4BD9-ADE5-F682AAC3A8DE}">
      <dgm:prSet/>
      <dgm:spPr/>
      <dgm:t>
        <a:bodyPr/>
        <a:lstStyle/>
        <a:p>
          <a:endParaRPr lang="fr-CA"/>
        </a:p>
      </dgm:t>
    </dgm:pt>
    <dgm:pt modelId="{9886C3BD-77F6-493A-9022-9B8A2D5660FF}">
      <dgm:prSet phldrT="[Texte]"/>
      <dgm:spPr/>
      <dgm:t>
        <a:bodyPr/>
        <a:lstStyle/>
        <a:p>
          <a:r>
            <a:rPr lang="fr-CA" dirty="0"/>
            <a:t>Réponses aux risques</a:t>
          </a:r>
        </a:p>
      </dgm:t>
    </dgm:pt>
    <dgm:pt modelId="{80BF0A4F-88AD-423F-B929-BEB01CB4C3BC}" type="parTrans" cxnId="{501E30B2-395A-43D5-B8BA-C5E5B29002F4}">
      <dgm:prSet/>
      <dgm:spPr/>
      <dgm:t>
        <a:bodyPr/>
        <a:lstStyle/>
        <a:p>
          <a:endParaRPr lang="fr-CA"/>
        </a:p>
      </dgm:t>
    </dgm:pt>
    <dgm:pt modelId="{47A41297-102A-4C3F-BC8D-DE58B5808B37}" type="sibTrans" cxnId="{501E30B2-395A-43D5-B8BA-C5E5B29002F4}">
      <dgm:prSet/>
      <dgm:spPr/>
      <dgm:t>
        <a:bodyPr/>
        <a:lstStyle/>
        <a:p>
          <a:endParaRPr lang="fr-CA"/>
        </a:p>
      </dgm:t>
    </dgm:pt>
    <dgm:pt modelId="{ED9CD48E-859B-4C7A-B2DC-D846EEBF06B2}">
      <dgm:prSet phldrT="[Texte]"/>
      <dgm:spPr/>
      <dgm:t>
        <a:bodyPr/>
        <a:lstStyle/>
        <a:p>
          <a:r>
            <a:rPr lang="fr-CA" dirty="0"/>
            <a:t>Activités de contrôle</a:t>
          </a:r>
        </a:p>
      </dgm:t>
    </dgm:pt>
    <dgm:pt modelId="{3CDD28A4-152A-40BA-921F-36593563A074}" type="parTrans" cxnId="{B0465E88-8A68-4D4E-ABCD-8023A4DC870C}">
      <dgm:prSet/>
      <dgm:spPr/>
      <dgm:t>
        <a:bodyPr/>
        <a:lstStyle/>
        <a:p>
          <a:endParaRPr lang="fr-CA"/>
        </a:p>
      </dgm:t>
    </dgm:pt>
    <dgm:pt modelId="{A4EB6CAE-6C0F-45F3-8B63-C06F26EC2C87}" type="sibTrans" cxnId="{B0465E88-8A68-4D4E-ABCD-8023A4DC870C}">
      <dgm:prSet/>
      <dgm:spPr/>
      <dgm:t>
        <a:bodyPr/>
        <a:lstStyle/>
        <a:p>
          <a:endParaRPr lang="fr-CA"/>
        </a:p>
      </dgm:t>
    </dgm:pt>
    <dgm:pt modelId="{385EF6CA-16B4-46FB-9D38-303AD139FD40}">
      <dgm:prSet phldrT="[Texte]"/>
      <dgm:spPr/>
      <dgm:t>
        <a:bodyPr/>
        <a:lstStyle/>
        <a:p>
          <a:r>
            <a:rPr lang="fr-CA" dirty="0"/>
            <a:t>Information et communication</a:t>
          </a:r>
        </a:p>
      </dgm:t>
    </dgm:pt>
    <dgm:pt modelId="{127FE7F5-379D-4856-ADF4-41FD27B6605E}" type="parTrans" cxnId="{BD6305C0-B42E-4998-B7A9-1816CB28FECB}">
      <dgm:prSet/>
      <dgm:spPr/>
      <dgm:t>
        <a:bodyPr/>
        <a:lstStyle/>
        <a:p>
          <a:endParaRPr lang="fr-CA"/>
        </a:p>
      </dgm:t>
    </dgm:pt>
    <dgm:pt modelId="{AE97B6EA-0B6A-4E2B-B772-17BF2F1FA3A8}" type="sibTrans" cxnId="{BD6305C0-B42E-4998-B7A9-1816CB28FECB}">
      <dgm:prSet/>
      <dgm:spPr/>
      <dgm:t>
        <a:bodyPr/>
        <a:lstStyle/>
        <a:p>
          <a:endParaRPr lang="fr-CA"/>
        </a:p>
      </dgm:t>
    </dgm:pt>
    <dgm:pt modelId="{D437B17E-3FF9-4DB2-B97D-4A6C8D3681D2}">
      <dgm:prSet phldrT="[Texte]"/>
      <dgm:spPr/>
      <dgm:t>
        <a:bodyPr/>
        <a:lstStyle/>
        <a:p>
          <a:r>
            <a:rPr lang="fr-CA" dirty="0"/>
            <a:t>Suivi </a:t>
          </a:r>
        </a:p>
      </dgm:t>
    </dgm:pt>
    <dgm:pt modelId="{C8EA6B03-43C5-49BE-85E7-DA70771C87C7}" type="parTrans" cxnId="{D5EE9360-2AD6-4C17-B1A6-BAE9588AAFF9}">
      <dgm:prSet/>
      <dgm:spPr/>
      <dgm:t>
        <a:bodyPr/>
        <a:lstStyle/>
        <a:p>
          <a:endParaRPr lang="fr-CA"/>
        </a:p>
      </dgm:t>
    </dgm:pt>
    <dgm:pt modelId="{FAC7D2D0-7547-431E-B4F6-06EEFEA128A2}" type="sibTrans" cxnId="{D5EE9360-2AD6-4C17-B1A6-BAE9588AAFF9}">
      <dgm:prSet/>
      <dgm:spPr/>
      <dgm:t>
        <a:bodyPr/>
        <a:lstStyle/>
        <a:p>
          <a:endParaRPr lang="fr-CA"/>
        </a:p>
      </dgm:t>
    </dgm:pt>
    <dgm:pt modelId="{C79816D9-FF14-468F-810C-B9FDD404138E}" type="pres">
      <dgm:prSet presAssocID="{1E0A3AE8-3301-43A9-896F-1D0E14926ED7}" presName="Name0" presStyleCnt="0">
        <dgm:presLayoutVars>
          <dgm:dir/>
          <dgm:resizeHandles val="exact"/>
        </dgm:presLayoutVars>
      </dgm:prSet>
      <dgm:spPr/>
    </dgm:pt>
    <dgm:pt modelId="{2A02EB9D-6AFE-44D8-8806-B2FCC31F98C7}" type="pres">
      <dgm:prSet presAssocID="{502E45F9-9459-4FE8-B97F-26966D462353}" presName="parTxOnly" presStyleLbl="node1" presStyleIdx="0" presStyleCnt="6" custLinFactNeighborX="7961" custLinFactNeighborY="1443">
        <dgm:presLayoutVars>
          <dgm:bulletEnabled val="1"/>
        </dgm:presLayoutVars>
      </dgm:prSet>
      <dgm:spPr/>
    </dgm:pt>
    <dgm:pt modelId="{1C89B319-538A-46DF-91BD-8C8E131FFEF2}" type="pres">
      <dgm:prSet presAssocID="{AB8992BB-8AAE-4770-953F-E1267F7C1F88}" presName="parSpace" presStyleCnt="0"/>
      <dgm:spPr/>
    </dgm:pt>
    <dgm:pt modelId="{1EAC04FA-5FEA-49FF-8580-D9EA1B432800}" type="pres">
      <dgm:prSet presAssocID="{71F60D37-9F11-4749-96A6-E07BCA617677}" presName="parTxOnly" presStyleLbl="node1" presStyleIdx="1" presStyleCnt="6">
        <dgm:presLayoutVars>
          <dgm:bulletEnabled val="1"/>
        </dgm:presLayoutVars>
      </dgm:prSet>
      <dgm:spPr/>
    </dgm:pt>
    <dgm:pt modelId="{F3F9C168-E941-4063-8EE6-D7034E3C778A}" type="pres">
      <dgm:prSet presAssocID="{3CD185AB-A044-4716-ACB9-1AF87777BD17}" presName="parSpace" presStyleCnt="0"/>
      <dgm:spPr/>
    </dgm:pt>
    <dgm:pt modelId="{D2953400-2FA3-4576-8E2B-A223931B397D}" type="pres">
      <dgm:prSet presAssocID="{9886C3BD-77F6-493A-9022-9B8A2D5660FF}" presName="parTxOnly" presStyleLbl="node1" presStyleIdx="2" presStyleCnt="6">
        <dgm:presLayoutVars>
          <dgm:bulletEnabled val="1"/>
        </dgm:presLayoutVars>
      </dgm:prSet>
      <dgm:spPr/>
    </dgm:pt>
    <dgm:pt modelId="{F2B83813-B3D1-4569-A452-186959623BD0}" type="pres">
      <dgm:prSet presAssocID="{47A41297-102A-4C3F-BC8D-DE58B5808B37}" presName="parSpace" presStyleCnt="0"/>
      <dgm:spPr/>
    </dgm:pt>
    <dgm:pt modelId="{F749DF59-F989-4E2C-BCC6-62B69ABDBF0C}" type="pres">
      <dgm:prSet presAssocID="{ED9CD48E-859B-4C7A-B2DC-D846EEBF06B2}" presName="parTxOnly" presStyleLbl="node1" presStyleIdx="3" presStyleCnt="6">
        <dgm:presLayoutVars>
          <dgm:bulletEnabled val="1"/>
        </dgm:presLayoutVars>
      </dgm:prSet>
      <dgm:spPr/>
    </dgm:pt>
    <dgm:pt modelId="{814002AB-2D19-4C9A-A874-35461B4F2A16}" type="pres">
      <dgm:prSet presAssocID="{A4EB6CAE-6C0F-45F3-8B63-C06F26EC2C87}" presName="parSpace" presStyleCnt="0"/>
      <dgm:spPr/>
    </dgm:pt>
    <dgm:pt modelId="{ABF49B41-DBAD-432D-A25E-1E0EA92871B3}" type="pres">
      <dgm:prSet presAssocID="{385EF6CA-16B4-46FB-9D38-303AD139FD40}" presName="parTxOnly" presStyleLbl="node1" presStyleIdx="4" presStyleCnt="6">
        <dgm:presLayoutVars>
          <dgm:bulletEnabled val="1"/>
        </dgm:presLayoutVars>
      </dgm:prSet>
      <dgm:spPr/>
    </dgm:pt>
    <dgm:pt modelId="{719A7DD6-FA34-4EE6-9CF5-88BBFB3409A1}" type="pres">
      <dgm:prSet presAssocID="{AE97B6EA-0B6A-4E2B-B772-17BF2F1FA3A8}" presName="parSpace" presStyleCnt="0"/>
      <dgm:spPr/>
    </dgm:pt>
    <dgm:pt modelId="{8B345557-9216-4F7A-B8D7-3542277BE8F9}" type="pres">
      <dgm:prSet presAssocID="{D437B17E-3FF9-4DB2-B97D-4A6C8D3681D2}" presName="parTxOnly" presStyleLbl="node1" presStyleIdx="5" presStyleCnt="6">
        <dgm:presLayoutVars>
          <dgm:bulletEnabled val="1"/>
        </dgm:presLayoutVars>
      </dgm:prSet>
      <dgm:spPr/>
    </dgm:pt>
  </dgm:ptLst>
  <dgm:cxnLst>
    <dgm:cxn modelId="{04E76900-768E-4BF9-B969-63BA9D50730C}" type="presOf" srcId="{385EF6CA-16B4-46FB-9D38-303AD139FD40}" destId="{ABF49B41-DBAD-432D-A25E-1E0EA92871B3}" srcOrd="0" destOrd="0" presId="urn:microsoft.com/office/officeart/2005/8/layout/hChevron3"/>
    <dgm:cxn modelId="{4BC80D1F-712F-4C81-AF26-F1904FB83770}" type="presOf" srcId="{71F60D37-9F11-4749-96A6-E07BCA617677}" destId="{1EAC04FA-5FEA-49FF-8580-D9EA1B432800}" srcOrd="0" destOrd="0" presId="urn:microsoft.com/office/officeart/2005/8/layout/hChevron3"/>
    <dgm:cxn modelId="{5D38E73E-730D-4BD9-ADE5-F682AAC3A8DE}" srcId="{1E0A3AE8-3301-43A9-896F-1D0E14926ED7}" destId="{71F60D37-9F11-4749-96A6-E07BCA617677}" srcOrd="1" destOrd="0" parTransId="{799ED959-180B-4188-9A7C-7271607FDE09}" sibTransId="{3CD185AB-A044-4716-ACB9-1AF87777BD17}"/>
    <dgm:cxn modelId="{D5EE9360-2AD6-4C17-B1A6-BAE9588AAFF9}" srcId="{1E0A3AE8-3301-43A9-896F-1D0E14926ED7}" destId="{D437B17E-3FF9-4DB2-B97D-4A6C8D3681D2}" srcOrd="5" destOrd="0" parTransId="{C8EA6B03-43C5-49BE-85E7-DA70771C87C7}" sibTransId="{FAC7D2D0-7547-431E-B4F6-06EEFEA128A2}"/>
    <dgm:cxn modelId="{806A6C68-94A3-4497-89CE-F070C064E65A}" type="presOf" srcId="{D437B17E-3FF9-4DB2-B97D-4A6C8D3681D2}" destId="{8B345557-9216-4F7A-B8D7-3542277BE8F9}" srcOrd="0" destOrd="0" presId="urn:microsoft.com/office/officeart/2005/8/layout/hChevron3"/>
    <dgm:cxn modelId="{1598C852-23D2-4609-8A42-105E38F41C79}" type="presOf" srcId="{9886C3BD-77F6-493A-9022-9B8A2D5660FF}" destId="{D2953400-2FA3-4576-8E2B-A223931B397D}" srcOrd="0" destOrd="0" presId="urn:microsoft.com/office/officeart/2005/8/layout/hChevron3"/>
    <dgm:cxn modelId="{B0465E88-8A68-4D4E-ABCD-8023A4DC870C}" srcId="{1E0A3AE8-3301-43A9-896F-1D0E14926ED7}" destId="{ED9CD48E-859B-4C7A-B2DC-D846EEBF06B2}" srcOrd="3" destOrd="0" parTransId="{3CDD28A4-152A-40BA-921F-36593563A074}" sibTransId="{A4EB6CAE-6C0F-45F3-8B63-C06F26EC2C87}"/>
    <dgm:cxn modelId="{7E9EB18B-3193-4DEE-B48F-BDBA5EC507BC}" type="presOf" srcId="{502E45F9-9459-4FE8-B97F-26966D462353}" destId="{2A02EB9D-6AFE-44D8-8806-B2FCC31F98C7}" srcOrd="0" destOrd="0" presId="urn:microsoft.com/office/officeart/2005/8/layout/hChevron3"/>
    <dgm:cxn modelId="{A3D729A0-4794-46BE-9EFE-D853C1C140DC}" type="presOf" srcId="{ED9CD48E-859B-4C7A-B2DC-D846EEBF06B2}" destId="{F749DF59-F989-4E2C-BCC6-62B69ABDBF0C}" srcOrd="0" destOrd="0" presId="urn:microsoft.com/office/officeart/2005/8/layout/hChevron3"/>
    <dgm:cxn modelId="{501E30B2-395A-43D5-B8BA-C5E5B29002F4}" srcId="{1E0A3AE8-3301-43A9-896F-1D0E14926ED7}" destId="{9886C3BD-77F6-493A-9022-9B8A2D5660FF}" srcOrd="2" destOrd="0" parTransId="{80BF0A4F-88AD-423F-B929-BEB01CB4C3BC}" sibTransId="{47A41297-102A-4C3F-BC8D-DE58B5808B37}"/>
    <dgm:cxn modelId="{6FB37ABA-2ED9-428F-9CEB-F7F72F3487C4}" srcId="{1E0A3AE8-3301-43A9-896F-1D0E14926ED7}" destId="{502E45F9-9459-4FE8-B97F-26966D462353}" srcOrd="0" destOrd="0" parTransId="{28753C7B-C239-47E9-967C-6D3D6A947128}" sibTransId="{AB8992BB-8AAE-4770-953F-E1267F7C1F88}"/>
    <dgm:cxn modelId="{BD6305C0-B42E-4998-B7A9-1816CB28FECB}" srcId="{1E0A3AE8-3301-43A9-896F-1D0E14926ED7}" destId="{385EF6CA-16B4-46FB-9D38-303AD139FD40}" srcOrd="4" destOrd="0" parTransId="{127FE7F5-379D-4856-ADF4-41FD27B6605E}" sibTransId="{AE97B6EA-0B6A-4E2B-B772-17BF2F1FA3A8}"/>
    <dgm:cxn modelId="{530FEDEC-AEC2-4FBF-B2A0-FDBF150B10F1}" type="presOf" srcId="{1E0A3AE8-3301-43A9-896F-1D0E14926ED7}" destId="{C79816D9-FF14-468F-810C-B9FDD404138E}" srcOrd="0" destOrd="0" presId="urn:microsoft.com/office/officeart/2005/8/layout/hChevron3"/>
    <dgm:cxn modelId="{88BAD5AA-B3A5-427E-A77E-D839FB6EE18A}" type="presParOf" srcId="{C79816D9-FF14-468F-810C-B9FDD404138E}" destId="{2A02EB9D-6AFE-44D8-8806-B2FCC31F98C7}" srcOrd="0" destOrd="0" presId="urn:microsoft.com/office/officeart/2005/8/layout/hChevron3"/>
    <dgm:cxn modelId="{A91D7F16-4316-4EE0-8D53-48317E82DFBC}" type="presParOf" srcId="{C79816D9-FF14-468F-810C-B9FDD404138E}" destId="{1C89B319-538A-46DF-91BD-8C8E131FFEF2}" srcOrd="1" destOrd="0" presId="urn:microsoft.com/office/officeart/2005/8/layout/hChevron3"/>
    <dgm:cxn modelId="{D978AE28-D553-494D-8231-7C1D20DE7894}" type="presParOf" srcId="{C79816D9-FF14-468F-810C-B9FDD404138E}" destId="{1EAC04FA-5FEA-49FF-8580-D9EA1B432800}" srcOrd="2" destOrd="0" presId="urn:microsoft.com/office/officeart/2005/8/layout/hChevron3"/>
    <dgm:cxn modelId="{A5A23330-D800-4CB6-8F59-FF8C32764017}" type="presParOf" srcId="{C79816D9-FF14-468F-810C-B9FDD404138E}" destId="{F3F9C168-E941-4063-8EE6-D7034E3C778A}" srcOrd="3" destOrd="0" presId="urn:microsoft.com/office/officeart/2005/8/layout/hChevron3"/>
    <dgm:cxn modelId="{7A8AF2DA-3FDB-4BD5-929A-31687FF3A247}" type="presParOf" srcId="{C79816D9-FF14-468F-810C-B9FDD404138E}" destId="{D2953400-2FA3-4576-8E2B-A223931B397D}" srcOrd="4" destOrd="0" presId="urn:microsoft.com/office/officeart/2005/8/layout/hChevron3"/>
    <dgm:cxn modelId="{5EA82043-7F8D-4B60-83FD-52ED2357C495}" type="presParOf" srcId="{C79816D9-FF14-468F-810C-B9FDD404138E}" destId="{F2B83813-B3D1-4569-A452-186959623BD0}" srcOrd="5" destOrd="0" presId="urn:microsoft.com/office/officeart/2005/8/layout/hChevron3"/>
    <dgm:cxn modelId="{025EB8E9-C427-4B12-A3B8-E9FFB90ECC24}" type="presParOf" srcId="{C79816D9-FF14-468F-810C-B9FDD404138E}" destId="{F749DF59-F989-4E2C-BCC6-62B69ABDBF0C}" srcOrd="6" destOrd="0" presId="urn:microsoft.com/office/officeart/2005/8/layout/hChevron3"/>
    <dgm:cxn modelId="{363C6BE9-6B3E-48F7-A73E-314873EB149B}" type="presParOf" srcId="{C79816D9-FF14-468F-810C-B9FDD404138E}" destId="{814002AB-2D19-4C9A-A874-35461B4F2A16}" srcOrd="7" destOrd="0" presId="urn:microsoft.com/office/officeart/2005/8/layout/hChevron3"/>
    <dgm:cxn modelId="{A267E016-53E3-4963-97F7-B65E26809CF1}" type="presParOf" srcId="{C79816D9-FF14-468F-810C-B9FDD404138E}" destId="{ABF49B41-DBAD-432D-A25E-1E0EA92871B3}" srcOrd="8" destOrd="0" presId="urn:microsoft.com/office/officeart/2005/8/layout/hChevron3"/>
    <dgm:cxn modelId="{F9DADACA-A18F-49E9-981A-DF5B2E49F6C4}" type="presParOf" srcId="{C79816D9-FF14-468F-810C-B9FDD404138E}" destId="{719A7DD6-FA34-4EE6-9CF5-88BBFB3409A1}" srcOrd="9" destOrd="0" presId="urn:microsoft.com/office/officeart/2005/8/layout/hChevron3"/>
    <dgm:cxn modelId="{DF176AD6-6756-4DD3-A991-A459489CA4DC}" type="presParOf" srcId="{C79816D9-FF14-468F-810C-B9FDD404138E}" destId="{8B345557-9216-4F7A-B8D7-3542277BE8F9}" srcOrd="10" destOrd="0" presId="urn:microsoft.com/office/officeart/2005/8/layout/hChevron3"/>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92346AB-A4FE-4D52-9D78-FA0A78539A4B}"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fr-CA"/>
        </a:p>
      </dgm:t>
    </dgm:pt>
    <dgm:pt modelId="{C3750417-88FE-45D6-A220-01E49AC3D2F6}">
      <dgm:prSet phldrT="[Texte]"/>
      <dgm:spPr/>
      <dgm:t>
        <a:bodyPr/>
        <a:lstStyle/>
        <a:p>
          <a:pPr>
            <a:buNone/>
          </a:pPr>
          <a:r>
            <a:rPr lang="fr-CA" b="1" dirty="0"/>
            <a:t>Risques stratégiques</a:t>
          </a:r>
          <a:endParaRPr lang="fr-CA" dirty="0"/>
        </a:p>
      </dgm:t>
    </dgm:pt>
    <dgm:pt modelId="{2F6C3415-2B30-4001-9177-117FE484B7DF}" type="parTrans" cxnId="{ADED5450-1373-486D-BB40-51F42415AD7A}">
      <dgm:prSet/>
      <dgm:spPr/>
      <dgm:t>
        <a:bodyPr/>
        <a:lstStyle/>
        <a:p>
          <a:endParaRPr lang="fr-CA"/>
        </a:p>
      </dgm:t>
    </dgm:pt>
    <dgm:pt modelId="{1801ACFE-8061-4CC1-AAAE-378684B8BB9C}" type="sibTrans" cxnId="{ADED5450-1373-486D-BB40-51F42415AD7A}">
      <dgm:prSet/>
      <dgm:spPr/>
      <dgm:t>
        <a:bodyPr/>
        <a:lstStyle/>
        <a:p>
          <a:endParaRPr lang="fr-CA"/>
        </a:p>
      </dgm:t>
    </dgm:pt>
    <dgm:pt modelId="{859E3F7E-1BDE-438B-84FC-ED9A11B85F85}">
      <dgm:prSet/>
      <dgm:spPr/>
      <dgm:t>
        <a:bodyPr/>
        <a:lstStyle/>
        <a:p>
          <a:r>
            <a:rPr lang="fr-CA" b="1"/>
            <a:t>Risques opérationnels</a:t>
          </a:r>
          <a:endParaRPr lang="fr-CA" dirty="0"/>
        </a:p>
      </dgm:t>
    </dgm:pt>
    <dgm:pt modelId="{E37D6334-582B-4B95-9005-DEA8BD994777}" type="parTrans" cxnId="{A9CEC9FC-0612-464D-B30F-FAD09507E9DA}">
      <dgm:prSet/>
      <dgm:spPr/>
      <dgm:t>
        <a:bodyPr/>
        <a:lstStyle/>
        <a:p>
          <a:endParaRPr lang="fr-CA"/>
        </a:p>
      </dgm:t>
    </dgm:pt>
    <dgm:pt modelId="{89051FD2-DACE-40B4-92EE-C1AA0DA18539}" type="sibTrans" cxnId="{A9CEC9FC-0612-464D-B30F-FAD09507E9DA}">
      <dgm:prSet/>
      <dgm:spPr/>
      <dgm:t>
        <a:bodyPr/>
        <a:lstStyle/>
        <a:p>
          <a:endParaRPr lang="fr-CA"/>
        </a:p>
      </dgm:t>
    </dgm:pt>
    <dgm:pt modelId="{93DBEFE5-5DB0-4367-BEEB-088F4FF64D99}">
      <dgm:prSet/>
      <dgm:spPr/>
      <dgm:t>
        <a:bodyPr/>
        <a:lstStyle/>
        <a:p>
          <a:r>
            <a:rPr lang="fr-CA" b="1"/>
            <a:t>Risques liés à l’information</a:t>
          </a:r>
          <a:endParaRPr lang="fr-CA" b="1" dirty="0"/>
        </a:p>
      </dgm:t>
    </dgm:pt>
    <dgm:pt modelId="{9AD49E6D-01CB-4D83-8A43-C41724E6C01E}" type="parTrans" cxnId="{E65375F7-E2D1-4629-920A-9ACBE25A3831}">
      <dgm:prSet/>
      <dgm:spPr/>
      <dgm:t>
        <a:bodyPr/>
        <a:lstStyle/>
        <a:p>
          <a:endParaRPr lang="fr-CA"/>
        </a:p>
      </dgm:t>
    </dgm:pt>
    <dgm:pt modelId="{BF19D5AE-58BF-4858-AB53-C002510667C8}" type="sibTrans" cxnId="{E65375F7-E2D1-4629-920A-9ACBE25A3831}">
      <dgm:prSet/>
      <dgm:spPr/>
      <dgm:t>
        <a:bodyPr/>
        <a:lstStyle/>
        <a:p>
          <a:endParaRPr lang="fr-CA"/>
        </a:p>
      </dgm:t>
    </dgm:pt>
    <dgm:pt modelId="{195D1BEC-B8EE-49ED-96EC-05066B21A972}">
      <dgm:prSet/>
      <dgm:spPr/>
      <dgm:t>
        <a:bodyPr/>
        <a:lstStyle/>
        <a:p>
          <a:r>
            <a:rPr lang="fr-CA" b="1"/>
            <a:t>Risques de non-conformité</a:t>
          </a:r>
          <a:endParaRPr lang="fr-CA" dirty="0"/>
        </a:p>
      </dgm:t>
    </dgm:pt>
    <dgm:pt modelId="{E51BE281-D1FB-4E8E-ADBB-EAB86EEE1AE0}" type="parTrans" cxnId="{BBD67734-F3FD-4D09-BE7D-7F59EE49870E}">
      <dgm:prSet/>
      <dgm:spPr/>
      <dgm:t>
        <a:bodyPr/>
        <a:lstStyle/>
        <a:p>
          <a:endParaRPr lang="fr-CA"/>
        </a:p>
      </dgm:t>
    </dgm:pt>
    <dgm:pt modelId="{C5CD45C2-DE19-4FDD-AECB-B125EBDA1EFC}" type="sibTrans" cxnId="{BBD67734-F3FD-4D09-BE7D-7F59EE49870E}">
      <dgm:prSet/>
      <dgm:spPr/>
      <dgm:t>
        <a:bodyPr/>
        <a:lstStyle/>
        <a:p>
          <a:endParaRPr lang="fr-CA"/>
        </a:p>
      </dgm:t>
    </dgm:pt>
    <dgm:pt modelId="{B420CFB6-D3D2-4BFA-B9AA-624CBF36CF51}">
      <dgm:prSet phldrT="[Texte]"/>
      <dgm:spPr/>
      <dgm:t>
        <a:bodyPr/>
        <a:lstStyle/>
        <a:p>
          <a:pPr marL="0">
            <a:buNone/>
          </a:pPr>
          <a:r>
            <a:rPr lang="fr-CA" dirty="0"/>
            <a:t>Risques découlant de </a:t>
          </a:r>
          <a:r>
            <a:rPr lang="fr-CA" b="1" dirty="0">
              <a:solidFill>
                <a:srgbClr val="FF0000"/>
              </a:solidFill>
            </a:rPr>
            <a:t>mauvaises décisions stratégiques</a:t>
          </a:r>
          <a:r>
            <a:rPr lang="fr-CA" dirty="0"/>
            <a:t>, d’une mauvaise application des décisions de la direction, du manque de réactivité face à l’évolution de l’environnement</a:t>
          </a:r>
        </a:p>
      </dgm:t>
    </dgm:pt>
    <dgm:pt modelId="{0C76FF06-DDF0-49D2-BDCB-D6EAD7F05888}" type="parTrans" cxnId="{BCB25851-2B13-46C4-8744-E0C916662608}">
      <dgm:prSet/>
      <dgm:spPr/>
      <dgm:t>
        <a:bodyPr/>
        <a:lstStyle/>
        <a:p>
          <a:endParaRPr lang="fr-CA"/>
        </a:p>
      </dgm:t>
    </dgm:pt>
    <dgm:pt modelId="{9789E44C-36B9-4815-9914-7E89F6BF6E9E}" type="sibTrans" cxnId="{BCB25851-2B13-46C4-8744-E0C916662608}">
      <dgm:prSet/>
      <dgm:spPr/>
      <dgm:t>
        <a:bodyPr/>
        <a:lstStyle/>
        <a:p>
          <a:endParaRPr lang="fr-CA"/>
        </a:p>
      </dgm:t>
    </dgm:pt>
    <dgm:pt modelId="{6B6DF170-CFC7-4854-9891-8291DA43BA7F}" type="pres">
      <dgm:prSet presAssocID="{492346AB-A4FE-4D52-9D78-FA0A78539A4B}" presName="Name0" presStyleCnt="0">
        <dgm:presLayoutVars>
          <dgm:dir/>
          <dgm:animLvl val="lvl"/>
          <dgm:resizeHandles val="exact"/>
        </dgm:presLayoutVars>
      </dgm:prSet>
      <dgm:spPr/>
    </dgm:pt>
    <dgm:pt modelId="{EEFCFE86-3D7E-46B9-9032-7B448263453E}" type="pres">
      <dgm:prSet presAssocID="{C3750417-88FE-45D6-A220-01E49AC3D2F6}" presName="linNode" presStyleCnt="0"/>
      <dgm:spPr/>
    </dgm:pt>
    <dgm:pt modelId="{65375BDA-6F40-4AF1-B839-2937EAF9FEED}" type="pres">
      <dgm:prSet presAssocID="{C3750417-88FE-45D6-A220-01E49AC3D2F6}" presName="parentText" presStyleLbl="node1" presStyleIdx="0" presStyleCnt="4" custScaleX="54789" custLinFactNeighborX="-11519" custLinFactNeighborY="0">
        <dgm:presLayoutVars>
          <dgm:chMax val="1"/>
          <dgm:bulletEnabled val="1"/>
        </dgm:presLayoutVars>
      </dgm:prSet>
      <dgm:spPr/>
    </dgm:pt>
    <dgm:pt modelId="{89479C23-9C4E-4700-8105-955CC46BC2D4}" type="pres">
      <dgm:prSet presAssocID="{C3750417-88FE-45D6-A220-01E49AC3D2F6}" presName="descendantText" presStyleLbl="alignAccFollowNode1" presStyleIdx="0" presStyleCnt="1" custScaleX="132935" custLinFactNeighborX="15326" custLinFactNeighborY="-1385">
        <dgm:presLayoutVars>
          <dgm:bulletEnabled val="1"/>
        </dgm:presLayoutVars>
      </dgm:prSet>
      <dgm:spPr/>
    </dgm:pt>
    <dgm:pt modelId="{9D9E5875-1E43-4D4A-A766-A18B9D9F8C0C}" type="pres">
      <dgm:prSet presAssocID="{1801ACFE-8061-4CC1-AAAE-378684B8BB9C}" presName="sp" presStyleCnt="0"/>
      <dgm:spPr/>
    </dgm:pt>
    <dgm:pt modelId="{E8786E1D-536C-4C4F-9B10-82F1B56DBD06}" type="pres">
      <dgm:prSet presAssocID="{859E3F7E-1BDE-438B-84FC-ED9A11B85F85}" presName="linNode" presStyleCnt="0"/>
      <dgm:spPr/>
    </dgm:pt>
    <dgm:pt modelId="{C8380FAD-0533-4875-A7C2-D22DD880D650}" type="pres">
      <dgm:prSet presAssocID="{859E3F7E-1BDE-438B-84FC-ED9A11B85F85}" presName="parentText" presStyleLbl="node1" presStyleIdx="1" presStyleCnt="4" custScaleX="52277" custLinFactNeighborX="-22344" custLinFactNeighborY="-2251">
        <dgm:presLayoutVars>
          <dgm:chMax val="1"/>
          <dgm:bulletEnabled val="1"/>
        </dgm:presLayoutVars>
      </dgm:prSet>
      <dgm:spPr/>
    </dgm:pt>
    <dgm:pt modelId="{C2F58D4E-9349-4412-91B7-DBD61A46A535}" type="pres">
      <dgm:prSet presAssocID="{89051FD2-DACE-40B4-92EE-C1AA0DA18539}" presName="sp" presStyleCnt="0"/>
      <dgm:spPr/>
    </dgm:pt>
    <dgm:pt modelId="{969A3854-DC1B-45C4-A5AC-1F99A50853D9}" type="pres">
      <dgm:prSet presAssocID="{93DBEFE5-5DB0-4367-BEEB-088F4FF64D99}" presName="linNode" presStyleCnt="0"/>
      <dgm:spPr/>
    </dgm:pt>
    <dgm:pt modelId="{094CFBA6-460E-4E3A-AA1E-FDF1FEDCF424}" type="pres">
      <dgm:prSet presAssocID="{93DBEFE5-5DB0-4367-BEEB-088F4FF64D99}" presName="parentText" presStyleLbl="node1" presStyleIdx="2" presStyleCnt="4" custScaleX="53600" custLinFactNeighborX="-20478" custLinFactNeighborY="0">
        <dgm:presLayoutVars>
          <dgm:chMax val="1"/>
          <dgm:bulletEnabled val="1"/>
        </dgm:presLayoutVars>
      </dgm:prSet>
      <dgm:spPr/>
    </dgm:pt>
    <dgm:pt modelId="{38A9A7E5-81E6-4132-B115-494D3A92C415}" type="pres">
      <dgm:prSet presAssocID="{BF19D5AE-58BF-4858-AB53-C002510667C8}" presName="sp" presStyleCnt="0"/>
      <dgm:spPr/>
    </dgm:pt>
    <dgm:pt modelId="{9EB0EA82-E823-47DB-B001-DE9F979656CA}" type="pres">
      <dgm:prSet presAssocID="{195D1BEC-B8EE-49ED-96EC-05066B21A972}" presName="linNode" presStyleCnt="0"/>
      <dgm:spPr/>
    </dgm:pt>
    <dgm:pt modelId="{1ED4A718-C470-471C-8548-77819C08982D}" type="pres">
      <dgm:prSet presAssocID="{195D1BEC-B8EE-49ED-96EC-05066B21A972}" presName="parentText" presStyleLbl="node1" presStyleIdx="3" presStyleCnt="4" custScaleX="53770" custLinFactNeighborX="-20478" custLinFactNeighborY="0">
        <dgm:presLayoutVars>
          <dgm:chMax val="1"/>
          <dgm:bulletEnabled val="1"/>
        </dgm:presLayoutVars>
      </dgm:prSet>
      <dgm:spPr/>
    </dgm:pt>
  </dgm:ptLst>
  <dgm:cxnLst>
    <dgm:cxn modelId="{275FC31C-D5B2-4929-AD06-6599E351B5D3}" type="presOf" srcId="{B420CFB6-D3D2-4BFA-B9AA-624CBF36CF51}" destId="{89479C23-9C4E-4700-8105-955CC46BC2D4}" srcOrd="0" destOrd="0" presId="urn:microsoft.com/office/officeart/2005/8/layout/vList5"/>
    <dgm:cxn modelId="{BBD67734-F3FD-4D09-BE7D-7F59EE49870E}" srcId="{492346AB-A4FE-4D52-9D78-FA0A78539A4B}" destId="{195D1BEC-B8EE-49ED-96EC-05066B21A972}" srcOrd="3" destOrd="0" parTransId="{E51BE281-D1FB-4E8E-ADBB-EAB86EEE1AE0}" sibTransId="{C5CD45C2-DE19-4FDD-AECB-B125EBDA1EFC}"/>
    <dgm:cxn modelId="{10F7553A-CF16-4768-A811-BBADA9F0F208}" type="presOf" srcId="{C3750417-88FE-45D6-A220-01E49AC3D2F6}" destId="{65375BDA-6F40-4AF1-B839-2937EAF9FEED}" srcOrd="0" destOrd="0" presId="urn:microsoft.com/office/officeart/2005/8/layout/vList5"/>
    <dgm:cxn modelId="{BD077564-180B-4663-9183-031471A1C3B4}" type="presOf" srcId="{195D1BEC-B8EE-49ED-96EC-05066B21A972}" destId="{1ED4A718-C470-471C-8548-77819C08982D}" srcOrd="0" destOrd="0" presId="urn:microsoft.com/office/officeart/2005/8/layout/vList5"/>
    <dgm:cxn modelId="{ADED5450-1373-486D-BB40-51F42415AD7A}" srcId="{492346AB-A4FE-4D52-9D78-FA0A78539A4B}" destId="{C3750417-88FE-45D6-A220-01E49AC3D2F6}" srcOrd="0" destOrd="0" parTransId="{2F6C3415-2B30-4001-9177-117FE484B7DF}" sibTransId="{1801ACFE-8061-4CC1-AAAE-378684B8BB9C}"/>
    <dgm:cxn modelId="{BCB25851-2B13-46C4-8744-E0C916662608}" srcId="{C3750417-88FE-45D6-A220-01E49AC3D2F6}" destId="{B420CFB6-D3D2-4BFA-B9AA-624CBF36CF51}" srcOrd="0" destOrd="0" parTransId="{0C76FF06-DDF0-49D2-BDCB-D6EAD7F05888}" sibTransId="{9789E44C-36B9-4815-9914-7E89F6BF6E9E}"/>
    <dgm:cxn modelId="{4012A180-AA04-48BA-A477-23225CBA30A9}" type="presOf" srcId="{93DBEFE5-5DB0-4367-BEEB-088F4FF64D99}" destId="{094CFBA6-460E-4E3A-AA1E-FDF1FEDCF424}" srcOrd="0" destOrd="0" presId="urn:microsoft.com/office/officeart/2005/8/layout/vList5"/>
    <dgm:cxn modelId="{0D61F681-D609-4B76-A451-C9D1D55F19E2}" type="presOf" srcId="{859E3F7E-1BDE-438B-84FC-ED9A11B85F85}" destId="{C8380FAD-0533-4875-A7C2-D22DD880D650}" srcOrd="0" destOrd="0" presId="urn:microsoft.com/office/officeart/2005/8/layout/vList5"/>
    <dgm:cxn modelId="{B4D94285-33D8-4F7D-98D4-3A525AE638F1}" type="presOf" srcId="{492346AB-A4FE-4D52-9D78-FA0A78539A4B}" destId="{6B6DF170-CFC7-4854-9891-8291DA43BA7F}" srcOrd="0" destOrd="0" presId="urn:microsoft.com/office/officeart/2005/8/layout/vList5"/>
    <dgm:cxn modelId="{E65375F7-E2D1-4629-920A-9ACBE25A3831}" srcId="{492346AB-A4FE-4D52-9D78-FA0A78539A4B}" destId="{93DBEFE5-5DB0-4367-BEEB-088F4FF64D99}" srcOrd="2" destOrd="0" parTransId="{9AD49E6D-01CB-4D83-8A43-C41724E6C01E}" sibTransId="{BF19D5AE-58BF-4858-AB53-C002510667C8}"/>
    <dgm:cxn modelId="{A9CEC9FC-0612-464D-B30F-FAD09507E9DA}" srcId="{492346AB-A4FE-4D52-9D78-FA0A78539A4B}" destId="{859E3F7E-1BDE-438B-84FC-ED9A11B85F85}" srcOrd="1" destOrd="0" parTransId="{E37D6334-582B-4B95-9005-DEA8BD994777}" sibTransId="{89051FD2-DACE-40B4-92EE-C1AA0DA18539}"/>
    <dgm:cxn modelId="{935E0E63-A6F8-416B-87C5-6B13A5E4BD01}" type="presParOf" srcId="{6B6DF170-CFC7-4854-9891-8291DA43BA7F}" destId="{EEFCFE86-3D7E-46B9-9032-7B448263453E}" srcOrd="0" destOrd="0" presId="urn:microsoft.com/office/officeart/2005/8/layout/vList5"/>
    <dgm:cxn modelId="{7B6A6CBC-E0BD-4E6C-A06A-A231E68BF291}" type="presParOf" srcId="{EEFCFE86-3D7E-46B9-9032-7B448263453E}" destId="{65375BDA-6F40-4AF1-B839-2937EAF9FEED}" srcOrd="0" destOrd="0" presId="urn:microsoft.com/office/officeart/2005/8/layout/vList5"/>
    <dgm:cxn modelId="{0992A6EE-9E52-47F1-B04E-90872895C478}" type="presParOf" srcId="{EEFCFE86-3D7E-46B9-9032-7B448263453E}" destId="{89479C23-9C4E-4700-8105-955CC46BC2D4}" srcOrd="1" destOrd="0" presId="urn:microsoft.com/office/officeart/2005/8/layout/vList5"/>
    <dgm:cxn modelId="{175C2710-67BF-44A1-90EF-73EB1FE91103}" type="presParOf" srcId="{6B6DF170-CFC7-4854-9891-8291DA43BA7F}" destId="{9D9E5875-1E43-4D4A-A766-A18B9D9F8C0C}" srcOrd="1" destOrd="0" presId="urn:microsoft.com/office/officeart/2005/8/layout/vList5"/>
    <dgm:cxn modelId="{47968440-1462-49B6-B812-206B5CCAC0C8}" type="presParOf" srcId="{6B6DF170-CFC7-4854-9891-8291DA43BA7F}" destId="{E8786E1D-536C-4C4F-9B10-82F1B56DBD06}" srcOrd="2" destOrd="0" presId="urn:microsoft.com/office/officeart/2005/8/layout/vList5"/>
    <dgm:cxn modelId="{1C43F295-720F-4CDD-8F36-42B12CCD1C1D}" type="presParOf" srcId="{E8786E1D-536C-4C4F-9B10-82F1B56DBD06}" destId="{C8380FAD-0533-4875-A7C2-D22DD880D650}" srcOrd="0" destOrd="0" presId="urn:microsoft.com/office/officeart/2005/8/layout/vList5"/>
    <dgm:cxn modelId="{DB195223-9DC0-420F-96FD-DF94CD6BB1DD}" type="presParOf" srcId="{6B6DF170-CFC7-4854-9891-8291DA43BA7F}" destId="{C2F58D4E-9349-4412-91B7-DBD61A46A535}" srcOrd="3" destOrd="0" presId="urn:microsoft.com/office/officeart/2005/8/layout/vList5"/>
    <dgm:cxn modelId="{034ECCC4-4A60-48BA-AE16-3E69B0047AD4}" type="presParOf" srcId="{6B6DF170-CFC7-4854-9891-8291DA43BA7F}" destId="{969A3854-DC1B-45C4-A5AC-1F99A50853D9}" srcOrd="4" destOrd="0" presId="urn:microsoft.com/office/officeart/2005/8/layout/vList5"/>
    <dgm:cxn modelId="{F855AA62-87ED-4608-A35C-E04193917343}" type="presParOf" srcId="{969A3854-DC1B-45C4-A5AC-1F99A50853D9}" destId="{094CFBA6-460E-4E3A-AA1E-FDF1FEDCF424}" srcOrd="0" destOrd="0" presId="urn:microsoft.com/office/officeart/2005/8/layout/vList5"/>
    <dgm:cxn modelId="{0575882A-B3FE-442D-BE7C-98EE150084FD}" type="presParOf" srcId="{6B6DF170-CFC7-4854-9891-8291DA43BA7F}" destId="{38A9A7E5-81E6-4132-B115-494D3A92C415}" srcOrd="5" destOrd="0" presId="urn:microsoft.com/office/officeart/2005/8/layout/vList5"/>
    <dgm:cxn modelId="{1D6C6630-80CC-498A-B554-2146CE0048AA}" type="presParOf" srcId="{6B6DF170-CFC7-4854-9891-8291DA43BA7F}" destId="{9EB0EA82-E823-47DB-B001-DE9F979656CA}" srcOrd="6" destOrd="0" presId="urn:microsoft.com/office/officeart/2005/8/layout/vList5"/>
    <dgm:cxn modelId="{E374A9EB-9AFE-4869-A145-A4B6741887D6}" type="presParOf" srcId="{9EB0EA82-E823-47DB-B001-DE9F979656CA}" destId="{1ED4A718-C470-471C-8548-77819C08982D}" srcOrd="0" destOrd="0" presId="urn:microsoft.com/office/officeart/2005/8/layout/vList5"/>
  </dgm:cxnLst>
  <dgm:bg/>
  <dgm:whole/>
  <dgm:extLst>
    <a:ext uri="http://schemas.microsoft.com/office/drawing/2008/diagram">
      <dsp:dataModelExt xmlns:dsp="http://schemas.microsoft.com/office/drawing/2008/diagram" relId="rId15"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1E0A3AE8-3301-43A9-896F-1D0E14926ED7}" type="doc">
      <dgm:prSet loTypeId="urn:microsoft.com/office/officeart/2005/8/layout/hChevron3" loCatId="process" qsTypeId="urn:microsoft.com/office/officeart/2005/8/quickstyle/simple1" qsCatId="simple" csTypeId="urn:microsoft.com/office/officeart/2005/8/colors/accent1_2" csCatId="accent1" phldr="1"/>
      <dgm:spPr/>
    </dgm:pt>
    <dgm:pt modelId="{502E45F9-9459-4FE8-B97F-26966D462353}">
      <dgm:prSet phldrT="[Texte]" custT="1"/>
      <dgm:spPr>
        <a:solidFill>
          <a:srgbClr val="00B050"/>
        </a:solidFill>
      </dgm:spPr>
      <dgm:t>
        <a:bodyPr/>
        <a:lstStyle/>
        <a:p>
          <a:r>
            <a:rPr lang="fr-CA" sz="1400" b="1" dirty="0"/>
            <a:t>Identification des évènements</a:t>
          </a:r>
        </a:p>
      </dgm:t>
    </dgm:pt>
    <dgm:pt modelId="{28753C7B-C239-47E9-967C-6D3D6A947128}" type="parTrans" cxnId="{6FB37ABA-2ED9-428F-9CEB-F7F72F3487C4}">
      <dgm:prSet/>
      <dgm:spPr/>
      <dgm:t>
        <a:bodyPr/>
        <a:lstStyle/>
        <a:p>
          <a:endParaRPr lang="fr-CA"/>
        </a:p>
      </dgm:t>
    </dgm:pt>
    <dgm:pt modelId="{AB8992BB-8AAE-4770-953F-E1267F7C1F88}" type="sibTrans" cxnId="{6FB37ABA-2ED9-428F-9CEB-F7F72F3487C4}">
      <dgm:prSet/>
      <dgm:spPr/>
      <dgm:t>
        <a:bodyPr/>
        <a:lstStyle/>
        <a:p>
          <a:endParaRPr lang="fr-CA"/>
        </a:p>
      </dgm:t>
    </dgm:pt>
    <dgm:pt modelId="{71F60D37-9F11-4749-96A6-E07BCA617677}">
      <dgm:prSet phldrT="[Texte]"/>
      <dgm:spPr/>
      <dgm:t>
        <a:bodyPr/>
        <a:lstStyle/>
        <a:p>
          <a:r>
            <a:rPr lang="fr-CA" dirty="0"/>
            <a:t>Évaluation des risques</a:t>
          </a:r>
        </a:p>
      </dgm:t>
    </dgm:pt>
    <dgm:pt modelId="{799ED959-180B-4188-9A7C-7271607FDE09}" type="parTrans" cxnId="{5D38E73E-730D-4BD9-ADE5-F682AAC3A8DE}">
      <dgm:prSet/>
      <dgm:spPr/>
      <dgm:t>
        <a:bodyPr/>
        <a:lstStyle/>
        <a:p>
          <a:endParaRPr lang="fr-CA"/>
        </a:p>
      </dgm:t>
    </dgm:pt>
    <dgm:pt modelId="{3CD185AB-A044-4716-ACB9-1AF87777BD17}" type="sibTrans" cxnId="{5D38E73E-730D-4BD9-ADE5-F682AAC3A8DE}">
      <dgm:prSet/>
      <dgm:spPr/>
      <dgm:t>
        <a:bodyPr/>
        <a:lstStyle/>
        <a:p>
          <a:endParaRPr lang="fr-CA"/>
        </a:p>
      </dgm:t>
    </dgm:pt>
    <dgm:pt modelId="{9886C3BD-77F6-493A-9022-9B8A2D5660FF}">
      <dgm:prSet phldrT="[Texte]"/>
      <dgm:spPr/>
      <dgm:t>
        <a:bodyPr/>
        <a:lstStyle/>
        <a:p>
          <a:r>
            <a:rPr lang="fr-CA" dirty="0"/>
            <a:t>Réponses aux risques</a:t>
          </a:r>
        </a:p>
      </dgm:t>
    </dgm:pt>
    <dgm:pt modelId="{80BF0A4F-88AD-423F-B929-BEB01CB4C3BC}" type="parTrans" cxnId="{501E30B2-395A-43D5-B8BA-C5E5B29002F4}">
      <dgm:prSet/>
      <dgm:spPr/>
      <dgm:t>
        <a:bodyPr/>
        <a:lstStyle/>
        <a:p>
          <a:endParaRPr lang="fr-CA"/>
        </a:p>
      </dgm:t>
    </dgm:pt>
    <dgm:pt modelId="{47A41297-102A-4C3F-BC8D-DE58B5808B37}" type="sibTrans" cxnId="{501E30B2-395A-43D5-B8BA-C5E5B29002F4}">
      <dgm:prSet/>
      <dgm:spPr/>
      <dgm:t>
        <a:bodyPr/>
        <a:lstStyle/>
        <a:p>
          <a:endParaRPr lang="fr-CA"/>
        </a:p>
      </dgm:t>
    </dgm:pt>
    <dgm:pt modelId="{ED9CD48E-859B-4C7A-B2DC-D846EEBF06B2}">
      <dgm:prSet phldrT="[Texte]"/>
      <dgm:spPr/>
      <dgm:t>
        <a:bodyPr/>
        <a:lstStyle/>
        <a:p>
          <a:r>
            <a:rPr lang="fr-CA" dirty="0"/>
            <a:t>Activités de contrôle</a:t>
          </a:r>
        </a:p>
      </dgm:t>
    </dgm:pt>
    <dgm:pt modelId="{3CDD28A4-152A-40BA-921F-36593563A074}" type="parTrans" cxnId="{B0465E88-8A68-4D4E-ABCD-8023A4DC870C}">
      <dgm:prSet/>
      <dgm:spPr/>
      <dgm:t>
        <a:bodyPr/>
        <a:lstStyle/>
        <a:p>
          <a:endParaRPr lang="fr-CA"/>
        </a:p>
      </dgm:t>
    </dgm:pt>
    <dgm:pt modelId="{A4EB6CAE-6C0F-45F3-8B63-C06F26EC2C87}" type="sibTrans" cxnId="{B0465E88-8A68-4D4E-ABCD-8023A4DC870C}">
      <dgm:prSet/>
      <dgm:spPr/>
      <dgm:t>
        <a:bodyPr/>
        <a:lstStyle/>
        <a:p>
          <a:endParaRPr lang="fr-CA"/>
        </a:p>
      </dgm:t>
    </dgm:pt>
    <dgm:pt modelId="{385EF6CA-16B4-46FB-9D38-303AD139FD40}">
      <dgm:prSet phldrT="[Texte]"/>
      <dgm:spPr/>
      <dgm:t>
        <a:bodyPr/>
        <a:lstStyle/>
        <a:p>
          <a:r>
            <a:rPr lang="fr-CA" dirty="0"/>
            <a:t>Information et communication</a:t>
          </a:r>
        </a:p>
      </dgm:t>
    </dgm:pt>
    <dgm:pt modelId="{127FE7F5-379D-4856-ADF4-41FD27B6605E}" type="parTrans" cxnId="{BD6305C0-B42E-4998-B7A9-1816CB28FECB}">
      <dgm:prSet/>
      <dgm:spPr/>
      <dgm:t>
        <a:bodyPr/>
        <a:lstStyle/>
        <a:p>
          <a:endParaRPr lang="fr-CA"/>
        </a:p>
      </dgm:t>
    </dgm:pt>
    <dgm:pt modelId="{AE97B6EA-0B6A-4E2B-B772-17BF2F1FA3A8}" type="sibTrans" cxnId="{BD6305C0-B42E-4998-B7A9-1816CB28FECB}">
      <dgm:prSet/>
      <dgm:spPr/>
      <dgm:t>
        <a:bodyPr/>
        <a:lstStyle/>
        <a:p>
          <a:endParaRPr lang="fr-CA"/>
        </a:p>
      </dgm:t>
    </dgm:pt>
    <dgm:pt modelId="{D437B17E-3FF9-4DB2-B97D-4A6C8D3681D2}">
      <dgm:prSet phldrT="[Texte]"/>
      <dgm:spPr/>
      <dgm:t>
        <a:bodyPr/>
        <a:lstStyle/>
        <a:p>
          <a:r>
            <a:rPr lang="fr-CA" dirty="0"/>
            <a:t>Suivi </a:t>
          </a:r>
        </a:p>
      </dgm:t>
    </dgm:pt>
    <dgm:pt modelId="{C8EA6B03-43C5-49BE-85E7-DA70771C87C7}" type="parTrans" cxnId="{D5EE9360-2AD6-4C17-B1A6-BAE9588AAFF9}">
      <dgm:prSet/>
      <dgm:spPr/>
      <dgm:t>
        <a:bodyPr/>
        <a:lstStyle/>
        <a:p>
          <a:endParaRPr lang="fr-CA"/>
        </a:p>
      </dgm:t>
    </dgm:pt>
    <dgm:pt modelId="{FAC7D2D0-7547-431E-B4F6-06EEFEA128A2}" type="sibTrans" cxnId="{D5EE9360-2AD6-4C17-B1A6-BAE9588AAFF9}">
      <dgm:prSet/>
      <dgm:spPr/>
      <dgm:t>
        <a:bodyPr/>
        <a:lstStyle/>
        <a:p>
          <a:endParaRPr lang="fr-CA"/>
        </a:p>
      </dgm:t>
    </dgm:pt>
    <dgm:pt modelId="{C79816D9-FF14-468F-810C-B9FDD404138E}" type="pres">
      <dgm:prSet presAssocID="{1E0A3AE8-3301-43A9-896F-1D0E14926ED7}" presName="Name0" presStyleCnt="0">
        <dgm:presLayoutVars>
          <dgm:dir/>
          <dgm:resizeHandles val="exact"/>
        </dgm:presLayoutVars>
      </dgm:prSet>
      <dgm:spPr/>
    </dgm:pt>
    <dgm:pt modelId="{2A02EB9D-6AFE-44D8-8806-B2FCC31F98C7}" type="pres">
      <dgm:prSet presAssocID="{502E45F9-9459-4FE8-B97F-26966D462353}" presName="parTxOnly" presStyleLbl="node1" presStyleIdx="0" presStyleCnt="6" custLinFactNeighborX="7961" custLinFactNeighborY="1443">
        <dgm:presLayoutVars>
          <dgm:bulletEnabled val="1"/>
        </dgm:presLayoutVars>
      </dgm:prSet>
      <dgm:spPr/>
    </dgm:pt>
    <dgm:pt modelId="{1C89B319-538A-46DF-91BD-8C8E131FFEF2}" type="pres">
      <dgm:prSet presAssocID="{AB8992BB-8AAE-4770-953F-E1267F7C1F88}" presName="parSpace" presStyleCnt="0"/>
      <dgm:spPr/>
    </dgm:pt>
    <dgm:pt modelId="{1EAC04FA-5FEA-49FF-8580-D9EA1B432800}" type="pres">
      <dgm:prSet presAssocID="{71F60D37-9F11-4749-96A6-E07BCA617677}" presName="parTxOnly" presStyleLbl="node1" presStyleIdx="1" presStyleCnt="6">
        <dgm:presLayoutVars>
          <dgm:bulletEnabled val="1"/>
        </dgm:presLayoutVars>
      </dgm:prSet>
      <dgm:spPr/>
    </dgm:pt>
    <dgm:pt modelId="{F3F9C168-E941-4063-8EE6-D7034E3C778A}" type="pres">
      <dgm:prSet presAssocID="{3CD185AB-A044-4716-ACB9-1AF87777BD17}" presName="parSpace" presStyleCnt="0"/>
      <dgm:spPr/>
    </dgm:pt>
    <dgm:pt modelId="{D2953400-2FA3-4576-8E2B-A223931B397D}" type="pres">
      <dgm:prSet presAssocID="{9886C3BD-77F6-493A-9022-9B8A2D5660FF}" presName="parTxOnly" presStyleLbl="node1" presStyleIdx="2" presStyleCnt="6">
        <dgm:presLayoutVars>
          <dgm:bulletEnabled val="1"/>
        </dgm:presLayoutVars>
      </dgm:prSet>
      <dgm:spPr/>
    </dgm:pt>
    <dgm:pt modelId="{F2B83813-B3D1-4569-A452-186959623BD0}" type="pres">
      <dgm:prSet presAssocID="{47A41297-102A-4C3F-BC8D-DE58B5808B37}" presName="parSpace" presStyleCnt="0"/>
      <dgm:spPr/>
    </dgm:pt>
    <dgm:pt modelId="{F749DF59-F989-4E2C-BCC6-62B69ABDBF0C}" type="pres">
      <dgm:prSet presAssocID="{ED9CD48E-859B-4C7A-B2DC-D846EEBF06B2}" presName="parTxOnly" presStyleLbl="node1" presStyleIdx="3" presStyleCnt="6">
        <dgm:presLayoutVars>
          <dgm:bulletEnabled val="1"/>
        </dgm:presLayoutVars>
      </dgm:prSet>
      <dgm:spPr/>
    </dgm:pt>
    <dgm:pt modelId="{814002AB-2D19-4C9A-A874-35461B4F2A16}" type="pres">
      <dgm:prSet presAssocID="{A4EB6CAE-6C0F-45F3-8B63-C06F26EC2C87}" presName="parSpace" presStyleCnt="0"/>
      <dgm:spPr/>
    </dgm:pt>
    <dgm:pt modelId="{ABF49B41-DBAD-432D-A25E-1E0EA92871B3}" type="pres">
      <dgm:prSet presAssocID="{385EF6CA-16B4-46FB-9D38-303AD139FD40}" presName="parTxOnly" presStyleLbl="node1" presStyleIdx="4" presStyleCnt="6">
        <dgm:presLayoutVars>
          <dgm:bulletEnabled val="1"/>
        </dgm:presLayoutVars>
      </dgm:prSet>
      <dgm:spPr/>
    </dgm:pt>
    <dgm:pt modelId="{719A7DD6-FA34-4EE6-9CF5-88BBFB3409A1}" type="pres">
      <dgm:prSet presAssocID="{AE97B6EA-0B6A-4E2B-B772-17BF2F1FA3A8}" presName="parSpace" presStyleCnt="0"/>
      <dgm:spPr/>
    </dgm:pt>
    <dgm:pt modelId="{8B345557-9216-4F7A-B8D7-3542277BE8F9}" type="pres">
      <dgm:prSet presAssocID="{D437B17E-3FF9-4DB2-B97D-4A6C8D3681D2}" presName="parTxOnly" presStyleLbl="node1" presStyleIdx="5" presStyleCnt="6">
        <dgm:presLayoutVars>
          <dgm:bulletEnabled val="1"/>
        </dgm:presLayoutVars>
      </dgm:prSet>
      <dgm:spPr/>
    </dgm:pt>
  </dgm:ptLst>
  <dgm:cxnLst>
    <dgm:cxn modelId="{04E76900-768E-4BF9-B969-63BA9D50730C}" type="presOf" srcId="{385EF6CA-16B4-46FB-9D38-303AD139FD40}" destId="{ABF49B41-DBAD-432D-A25E-1E0EA92871B3}" srcOrd="0" destOrd="0" presId="urn:microsoft.com/office/officeart/2005/8/layout/hChevron3"/>
    <dgm:cxn modelId="{4BC80D1F-712F-4C81-AF26-F1904FB83770}" type="presOf" srcId="{71F60D37-9F11-4749-96A6-E07BCA617677}" destId="{1EAC04FA-5FEA-49FF-8580-D9EA1B432800}" srcOrd="0" destOrd="0" presId="urn:microsoft.com/office/officeart/2005/8/layout/hChevron3"/>
    <dgm:cxn modelId="{5D38E73E-730D-4BD9-ADE5-F682AAC3A8DE}" srcId="{1E0A3AE8-3301-43A9-896F-1D0E14926ED7}" destId="{71F60D37-9F11-4749-96A6-E07BCA617677}" srcOrd="1" destOrd="0" parTransId="{799ED959-180B-4188-9A7C-7271607FDE09}" sibTransId="{3CD185AB-A044-4716-ACB9-1AF87777BD17}"/>
    <dgm:cxn modelId="{D5EE9360-2AD6-4C17-B1A6-BAE9588AAFF9}" srcId="{1E0A3AE8-3301-43A9-896F-1D0E14926ED7}" destId="{D437B17E-3FF9-4DB2-B97D-4A6C8D3681D2}" srcOrd="5" destOrd="0" parTransId="{C8EA6B03-43C5-49BE-85E7-DA70771C87C7}" sibTransId="{FAC7D2D0-7547-431E-B4F6-06EEFEA128A2}"/>
    <dgm:cxn modelId="{806A6C68-94A3-4497-89CE-F070C064E65A}" type="presOf" srcId="{D437B17E-3FF9-4DB2-B97D-4A6C8D3681D2}" destId="{8B345557-9216-4F7A-B8D7-3542277BE8F9}" srcOrd="0" destOrd="0" presId="urn:microsoft.com/office/officeart/2005/8/layout/hChevron3"/>
    <dgm:cxn modelId="{1598C852-23D2-4609-8A42-105E38F41C79}" type="presOf" srcId="{9886C3BD-77F6-493A-9022-9B8A2D5660FF}" destId="{D2953400-2FA3-4576-8E2B-A223931B397D}" srcOrd="0" destOrd="0" presId="urn:microsoft.com/office/officeart/2005/8/layout/hChevron3"/>
    <dgm:cxn modelId="{B0465E88-8A68-4D4E-ABCD-8023A4DC870C}" srcId="{1E0A3AE8-3301-43A9-896F-1D0E14926ED7}" destId="{ED9CD48E-859B-4C7A-B2DC-D846EEBF06B2}" srcOrd="3" destOrd="0" parTransId="{3CDD28A4-152A-40BA-921F-36593563A074}" sibTransId="{A4EB6CAE-6C0F-45F3-8B63-C06F26EC2C87}"/>
    <dgm:cxn modelId="{7E9EB18B-3193-4DEE-B48F-BDBA5EC507BC}" type="presOf" srcId="{502E45F9-9459-4FE8-B97F-26966D462353}" destId="{2A02EB9D-6AFE-44D8-8806-B2FCC31F98C7}" srcOrd="0" destOrd="0" presId="urn:microsoft.com/office/officeart/2005/8/layout/hChevron3"/>
    <dgm:cxn modelId="{A3D729A0-4794-46BE-9EFE-D853C1C140DC}" type="presOf" srcId="{ED9CD48E-859B-4C7A-B2DC-D846EEBF06B2}" destId="{F749DF59-F989-4E2C-BCC6-62B69ABDBF0C}" srcOrd="0" destOrd="0" presId="urn:microsoft.com/office/officeart/2005/8/layout/hChevron3"/>
    <dgm:cxn modelId="{501E30B2-395A-43D5-B8BA-C5E5B29002F4}" srcId="{1E0A3AE8-3301-43A9-896F-1D0E14926ED7}" destId="{9886C3BD-77F6-493A-9022-9B8A2D5660FF}" srcOrd="2" destOrd="0" parTransId="{80BF0A4F-88AD-423F-B929-BEB01CB4C3BC}" sibTransId="{47A41297-102A-4C3F-BC8D-DE58B5808B37}"/>
    <dgm:cxn modelId="{6FB37ABA-2ED9-428F-9CEB-F7F72F3487C4}" srcId="{1E0A3AE8-3301-43A9-896F-1D0E14926ED7}" destId="{502E45F9-9459-4FE8-B97F-26966D462353}" srcOrd="0" destOrd="0" parTransId="{28753C7B-C239-47E9-967C-6D3D6A947128}" sibTransId="{AB8992BB-8AAE-4770-953F-E1267F7C1F88}"/>
    <dgm:cxn modelId="{BD6305C0-B42E-4998-B7A9-1816CB28FECB}" srcId="{1E0A3AE8-3301-43A9-896F-1D0E14926ED7}" destId="{385EF6CA-16B4-46FB-9D38-303AD139FD40}" srcOrd="4" destOrd="0" parTransId="{127FE7F5-379D-4856-ADF4-41FD27B6605E}" sibTransId="{AE97B6EA-0B6A-4E2B-B772-17BF2F1FA3A8}"/>
    <dgm:cxn modelId="{530FEDEC-AEC2-4FBF-B2A0-FDBF150B10F1}" type="presOf" srcId="{1E0A3AE8-3301-43A9-896F-1D0E14926ED7}" destId="{C79816D9-FF14-468F-810C-B9FDD404138E}" srcOrd="0" destOrd="0" presId="urn:microsoft.com/office/officeart/2005/8/layout/hChevron3"/>
    <dgm:cxn modelId="{88BAD5AA-B3A5-427E-A77E-D839FB6EE18A}" type="presParOf" srcId="{C79816D9-FF14-468F-810C-B9FDD404138E}" destId="{2A02EB9D-6AFE-44D8-8806-B2FCC31F98C7}" srcOrd="0" destOrd="0" presId="urn:microsoft.com/office/officeart/2005/8/layout/hChevron3"/>
    <dgm:cxn modelId="{A91D7F16-4316-4EE0-8D53-48317E82DFBC}" type="presParOf" srcId="{C79816D9-FF14-468F-810C-B9FDD404138E}" destId="{1C89B319-538A-46DF-91BD-8C8E131FFEF2}" srcOrd="1" destOrd="0" presId="urn:microsoft.com/office/officeart/2005/8/layout/hChevron3"/>
    <dgm:cxn modelId="{D978AE28-D553-494D-8231-7C1D20DE7894}" type="presParOf" srcId="{C79816D9-FF14-468F-810C-B9FDD404138E}" destId="{1EAC04FA-5FEA-49FF-8580-D9EA1B432800}" srcOrd="2" destOrd="0" presId="urn:microsoft.com/office/officeart/2005/8/layout/hChevron3"/>
    <dgm:cxn modelId="{A5A23330-D800-4CB6-8F59-FF8C32764017}" type="presParOf" srcId="{C79816D9-FF14-468F-810C-B9FDD404138E}" destId="{F3F9C168-E941-4063-8EE6-D7034E3C778A}" srcOrd="3" destOrd="0" presId="urn:microsoft.com/office/officeart/2005/8/layout/hChevron3"/>
    <dgm:cxn modelId="{7A8AF2DA-3FDB-4BD5-929A-31687FF3A247}" type="presParOf" srcId="{C79816D9-FF14-468F-810C-B9FDD404138E}" destId="{D2953400-2FA3-4576-8E2B-A223931B397D}" srcOrd="4" destOrd="0" presId="urn:microsoft.com/office/officeart/2005/8/layout/hChevron3"/>
    <dgm:cxn modelId="{5EA82043-7F8D-4B60-83FD-52ED2357C495}" type="presParOf" srcId="{C79816D9-FF14-468F-810C-B9FDD404138E}" destId="{F2B83813-B3D1-4569-A452-186959623BD0}" srcOrd="5" destOrd="0" presId="urn:microsoft.com/office/officeart/2005/8/layout/hChevron3"/>
    <dgm:cxn modelId="{025EB8E9-C427-4B12-A3B8-E9FFB90ECC24}" type="presParOf" srcId="{C79816D9-FF14-468F-810C-B9FDD404138E}" destId="{F749DF59-F989-4E2C-BCC6-62B69ABDBF0C}" srcOrd="6" destOrd="0" presId="urn:microsoft.com/office/officeart/2005/8/layout/hChevron3"/>
    <dgm:cxn modelId="{363C6BE9-6B3E-48F7-A73E-314873EB149B}" type="presParOf" srcId="{C79816D9-FF14-468F-810C-B9FDD404138E}" destId="{814002AB-2D19-4C9A-A874-35461B4F2A16}" srcOrd="7" destOrd="0" presId="urn:microsoft.com/office/officeart/2005/8/layout/hChevron3"/>
    <dgm:cxn modelId="{A267E016-53E3-4963-97F7-B65E26809CF1}" type="presParOf" srcId="{C79816D9-FF14-468F-810C-B9FDD404138E}" destId="{ABF49B41-DBAD-432D-A25E-1E0EA92871B3}" srcOrd="8" destOrd="0" presId="urn:microsoft.com/office/officeart/2005/8/layout/hChevron3"/>
    <dgm:cxn modelId="{F9DADACA-A18F-49E9-981A-DF5B2E49F6C4}" type="presParOf" srcId="{C79816D9-FF14-468F-810C-B9FDD404138E}" destId="{719A7DD6-FA34-4EE6-9CF5-88BBFB3409A1}" srcOrd="9" destOrd="0" presId="urn:microsoft.com/office/officeart/2005/8/layout/hChevron3"/>
    <dgm:cxn modelId="{DF176AD6-6756-4DD3-A991-A459489CA4DC}" type="presParOf" srcId="{C79816D9-FF14-468F-810C-B9FDD404138E}" destId="{8B345557-9216-4F7A-B8D7-3542277BE8F9}" srcOrd="10" destOrd="0" presId="urn:microsoft.com/office/officeart/2005/8/layout/hChevron3"/>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492346AB-A4FE-4D52-9D78-FA0A78539A4B}"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fr-CA"/>
        </a:p>
      </dgm:t>
    </dgm:pt>
    <dgm:pt modelId="{C3750417-88FE-45D6-A220-01E49AC3D2F6}">
      <dgm:prSet phldrT="[Texte]"/>
      <dgm:spPr/>
      <dgm:t>
        <a:bodyPr/>
        <a:lstStyle/>
        <a:p>
          <a:pPr>
            <a:buNone/>
          </a:pPr>
          <a:r>
            <a:rPr lang="fr-CA" b="1" dirty="0"/>
            <a:t>Risques stratégiques</a:t>
          </a:r>
          <a:endParaRPr lang="fr-CA" dirty="0"/>
        </a:p>
      </dgm:t>
    </dgm:pt>
    <dgm:pt modelId="{2F6C3415-2B30-4001-9177-117FE484B7DF}" type="parTrans" cxnId="{ADED5450-1373-486D-BB40-51F42415AD7A}">
      <dgm:prSet/>
      <dgm:spPr/>
      <dgm:t>
        <a:bodyPr/>
        <a:lstStyle/>
        <a:p>
          <a:endParaRPr lang="fr-CA"/>
        </a:p>
      </dgm:t>
    </dgm:pt>
    <dgm:pt modelId="{1801ACFE-8061-4CC1-AAAE-378684B8BB9C}" type="sibTrans" cxnId="{ADED5450-1373-486D-BB40-51F42415AD7A}">
      <dgm:prSet/>
      <dgm:spPr/>
      <dgm:t>
        <a:bodyPr/>
        <a:lstStyle/>
        <a:p>
          <a:endParaRPr lang="fr-CA"/>
        </a:p>
      </dgm:t>
    </dgm:pt>
    <dgm:pt modelId="{859E3F7E-1BDE-438B-84FC-ED9A11B85F85}">
      <dgm:prSet/>
      <dgm:spPr/>
      <dgm:t>
        <a:bodyPr/>
        <a:lstStyle/>
        <a:p>
          <a:r>
            <a:rPr lang="fr-CA" b="1" dirty="0"/>
            <a:t>Risques opérationnels</a:t>
          </a:r>
          <a:endParaRPr lang="fr-CA" dirty="0"/>
        </a:p>
      </dgm:t>
    </dgm:pt>
    <dgm:pt modelId="{E37D6334-582B-4B95-9005-DEA8BD994777}" type="parTrans" cxnId="{A9CEC9FC-0612-464D-B30F-FAD09507E9DA}">
      <dgm:prSet/>
      <dgm:spPr/>
      <dgm:t>
        <a:bodyPr/>
        <a:lstStyle/>
        <a:p>
          <a:endParaRPr lang="fr-CA"/>
        </a:p>
      </dgm:t>
    </dgm:pt>
    <dgm:pt modelId="{89051FD2-DACE-40B4-92EE-C1AA0DA18539}" type="sibTrans" cxnId="{A9CEC9FC-0612-464D-B30F-FAD09507E9DA}">
      <dgm:prSet/>
      <dgm:spPr/>
      <dgm:t>
        <a:bodyPr/>
        <a:lstStyle/>
        <a:p>
          <a:endParaRPr lang="fr-CA"/>
        </a:p>
      </dgm:t>
    </dgm:pt>
    <dgm:pt modelId="{93DBEFE5-5DB0-4367-BEEB-088F4FF64D99}">
      <dgm:prSet/>
      <dgm:spPr/>
      <dgm:t>
        <a:bodyPr/>
        <a:lstStyle/>
        <a:p>
          <a:r>
            <a:rPr lang="fr-CA" b="1"/>
            <a:t>Risques liés à l’information</a:t>
          </a:r>
          <a:endParaRPr lang="fr-CA" b="1" dirty="0"/>
        </a:p>
      </dgm:t>
    </dgm:pt>
    <dgm:pt modelId="{9AD49E6D-01CB-4D83-8A43-C41724E6C01E}" type="parTrans" cxnId="{E65375F7-E2D1-4629-920A-9ACBE25A3831}">
      <dgm:prSet/>
      <dgm:spPr/>
      <dgm:t>
        <a:bodyPr/>
        <a:lstStyle/>
        <a:p>
          <a:endParaRPr lang="fr-CA"/>
        </a:p>
      </dgm:t>
    </dgm:pt>
    <dgm:pt modelId="{BF19D5AE-58BF-4858-AB53-C002510667C8}" type="sibTrans" cxnId="{E65375F7-E2D1-4629-920A-9ACBE25A3831}">
      <dgm:prSet/>
      <dgm:spPr/>
      <dgm:t>
        <a:bodyPr/>
        <a:lstStyle/>
        <a:p>
          <a:endParaRPr lang="fr-CA"/>
        </a:p>
      </dgm:t>
    </dgm:pt>
    <dgm:pt modelId="{195D1BEC-B8EE-49ED-96EC-05066B21A972}">
      <dgm:prSet/>
      <dgm:spPr/>
      <dgm:t>
        <a:bodyPr/>
        <a:lstStyle/>
        <a:p>
          <a:r>
            <a:rPr lang="fr-CA" b="1"/>
            <a:t>Risques de non-conformité</a:t>
          </a:r>
          <a:endParaRPr lang="fr-CA" dirty="0"/>
        </a:p>
      </dgm:t>
    </dgm:pt>
    <dgm:pt modelId="{E51BE281-D1FB-4E8E-ADBB-EAB86EEE1AE0}" type="parTrans" cxnId="{BBD67734-F3FD-4D09-BE7D-7F59EE49870E}">
      <dgm:prSet/>
      <dgm:spPr/>
      <dgm:t>
        <a:bodyPr/>
        <a:lstStyle/>
        <a:p>
          <a:endParaRPr lang="fr-CA"/>
        </a:p>
      </dgm:t>
    </dgm:pt>
    <dgm:pt modelId="{C5CD45C2-DE19-4FDD-AECB-B125EBDA1EFC}" type="sibTrans" cxnId="{BBD67734-F3FD-4D09-BE7D-7F59EE49870E}">
      <dgm:prSet/>
      <dgm:spPr/>
      <dgm:t>
        <a:bodyPr/>
        <a:lstStyle/>
        <a:p>
          <a:endParaRPr lang="fr-CA"/>
        </a:p>
      </dgm:t>
    </dgm:pt>
    <dgm:pt modelId="{A5EE9D01-8CDD-45D0-B274-664DF72BD5A2}">
      <dgm:prSet/>
      <dgm:spPr/>
      <dgm:t>
        <a:bodyPr/>
        <a:lstStyle/>
        <a:p>
          <a:pPr marL="0">
            <a:buFont typeface="Wingdings" panose="05000000000000000000" pitchFamily="2" charset="2"/>
            <a:buNone/>
          </a:pPr>
          <a:r>
            <a:rPr lang="fr-CA" dirty="0"/>
            <a:t>Risques provenant d’opérations inefficaces, de mauvaises pratiques, d’une mauvaise utilisation des ressources</a:t>
          </a:r>
        </a:p>
      </dgm:t>
    </dgm:pt>
    <dgm:pt modelId="{8B3A0356-0444-4506-B159-61C24D790E5F}" type="parTrans" cxnId="{F240D799-C9BF-4643-A8CF-26EE2A61AE19}">
      <dgm:prSet/>
      <dgm:spPr/>
      <dgm:t>
        <a:bodyPr/>
        <a:lstStyle/>
        <a:p>
          <a:endParaRPr lang="fr-CA"/>
        </a:p>
      </dgm:t>
    </dgm:pt>
    <dgm:pt modelId="{A389B9F4-7F12-449A-86A1-B038CE774BB5}" type="sibTrans" cxnId="{F240D799-C9BF-4643-A8CF-26EE2A61AE19}">
      <dgm:prSet/>
      <dgm:spPr/>
      <dgm:t>
        <a:bodyPr/>
        <a:lstStyle/>
        <a:p>
          <a:endParaRPr lang="fr-CA"/>
        </a:p>
      </dgm:t>
    </dgm:pt>
    <dgm:pt modelId="{6B6DF170-CFC7-4854-9891-8291DA43BA7F}" type="pres">
      <dgm:prSet presAssocID="{492346AB-A4FE-4D52-9D78-FA0A78539A4B}" presName="Name0" presStyleCnt="0">
        <dgm:presLayoutVars>
          <dgm:dir/>
          <dgm:animLvl val="lvl"/>
          <dgm:resizeHandles val="exact"/>
        </dgm:presLayoutVars>
      </dgm:prSet>
      <dgm:spPr/>
    </dgm:pt>
    <dgm:pt modelId="{EEFCFE86-3D7E-46B9-9032-7B448263453E}" type="pres">
      <dgm:prSet presAssocID="{C3750417-88FE-45D6-A220-01E49AC3D2F6}" presName="linNode" presStyleCnt="0"/>
      <dgm:spPr/>
    </dgm:pt>
    <dgm:pt modelId="{65375BDA-6F40-4AF1-B839-2937EAF9FEED}" type="pres">
      <dgm:prSet presAssocID="{C3750417-88FE-45D6-A220-01E49AC3D2F6}" presName="parentText" presStyleLbl="node1" presStyleIdx="0" presStyleCnt="4" custScaleX="50823" custLinFactNeighborX="-11519" custLinFactNeighborY="0">
        <dgm:presLayoutVars>
          <dgm:chMax val="1"/>
          <dgm:bulletEnabled val="1"/>
        </dgm:presLayoutVars>
      </dgm:prSet>
      <dgm:spPr/>
    </dgm:pt>
    <dgm:pt modelId="{9D9E5875-1E43-4D4A-A766-A18B9D9F8C0C}" type="pres">
      <dgm:prSet presAssocID="{1801ACFE-8061-4CC1-AAAE-378684B8BB9C}" presName="sp" presStyleCnt="0"/>
      <dgm:spPr/>
    </dgm:pt>
    <dgm:pt modelId="{E8786E1D-536C-4C4F-9B10-82F1B56DBD06}" type="pres">
      <dgm:prSet presAssocID="{859E3F7E-1BDE-438B-84FC-ED9A11B85F85}" presName="linNode" presStyleCnt="0"/>
      <dgm:spPr/>
    </dgm:pt>
    <dgm:pt modelId="{C8380FAD-0533-4875-A7C2-D22DD880D650}" type="pres">
      <dgm:prSet presAssocID="{859E3F7E-1BDE-438B-84FC-ED9A11B85F85}" presName="parentText" presStyleLbl="node1" presStyleIdx="1" presStyleCnt="4" custScaleX="52277" custLinFactNeighborX="-22344" custLinFactNeighborY="-2251">
        <dgm:presLayoutVars>
          <dgm:chMax val="1"/>
          <dgm:bulletEnabled val="1"/>
        </dgm:presLayoutVars>
      </dgm:prSet>
      <dgm:spPr/>
    </dgm:pt>
    <dgm:pt modelId="{5051C052-5C72-417D-9488-8F60EE5AD55E}" type="pres">
      <dgm:prSet presAssocID="{859E3F7E-1BDE-438B-84FC-ED9A11B85F85}" presName="descendantText" presStyleLbl="alignAccFollowNode1" presStyleIdx="0" presStyleCnt="1" custScaleX="126663">
        <dgm:presLayoutVars>
          <dgm:bulletEnabled val="1"/>
        </dgm:presLayoutVars>
      </dgm:prSet>
      <dgm:spPr/>
    </dgm:pt>
    <dgm:pt modelId="{C2F58D4E-9349-4412-91B7-DBD61A46A535}" type="pres">
      <dgm:prSet presAssocID="{89051FD2-DACE-40B4-92EE-C1AA0DA18539}" presName="sp" presStyleCnt="0"/>
      <dgm:spPr/>
    </dgm:pt>
    <dgm:pt modelId="{969A3854-DC1B-45C4-A5AC-1F99A50853D9}" type="pres">
      <dgm:prSet presAssocID="{93DBEFE5-5DB0-4367-BEEB-088F4FF64D99}" presName="linNode" presStyleCnt="0"/>
      <dgm:spPr/>
    </dgm:pt>
    <dgm:pt modelId="{094CFBA6-460E-4E3A-AA1E-FDF1FEDCF424}" type="pres">
      <dgm:prSet presAssocID="{93DBEFE5-5DB0-4367-BEEB-088F4FF64D99}" presName="parentText" presStyleLbl="node1" presStyleIdx="2" presStyleCnt="4" custScaleX="53600" custLinFactNeighborX="-20478" custLinFactNeighborY="0">
        <dgm:presLayoutVars>
          <dgm:chMax val="1"/>
          <dgm:bulletEnabled val="1"/>
        </dgm:presLayoutVars>
      </dgm:prSet>
      <dgm:spPr/>
    </dgm:pt>
    <dgm:pt modelId="{38A9A7E5-81E6-4132-B115-494D3A92C415}" type="pres">
      <dgm:prSet presAssocID="{BF19D5AE-58BF-4858-AB53-C002510667C8}" presName="sp" presStyleCnt="0"/>
      <dgm:spPr/>
    </dgm:pt>
    <dgm:pt modelId="{9EB0EA82-E823-47DB-B001-DE9F979656CA}" type="pres">
      <dgm:prSet presAssocID="{195D1BEC-B8EE-49ED-96EC-05066B21A972}" presName="linNode" presStyleCnt="0"/>
      <dgm:spPr/>
    </dgm:pt>
    <dgm:pt modelId="{1ED4A718-C470-471C-8548-77819C08982D}" type="pres">
      <dgm:prSet presAssocID="{195D1BEC-B8EE-49ED-96EC-05066B21A972}" presName="parentText" presStyleLbl="node1" presStyleIdx="3" presStyleCnt="4" custScaleX="53770" custLinFactNeighborX="-20478" custLinFactNeighborY="0">
        <dgm:presLayoutVars>
          <dgm:chMax val="1"/>
          <dgm:bulletEnabled val="1"/>
        </dgm:presLayoutVars>
      </dgm:prSet>
      <dgm:spPr/>
    </dgm:pt>
  </dgm:ptLst>
  <dgm:cxnLst>
    <dgm:cxn modelId="{BBD67734-F3FD-4D09-BE7D-7F59EE49870E}" srcId="{492346AB-A4FE-4D52-9D78-FA0A78539A4B}" destId="{195D1BEC-B8EE-49ED-96EC-05066B21A972}" srcOrd="3" destOrd="0" parTransId="{E51BE281-D1FB-4E8E-ADBB-EAB86EEE1AE0}" sibTransId="{C5CD45C2-DE19-4FDD-AECB-B125EBDA1EFC}"/>
    <dgm:cxn modelId="{10F7553A-CF16-4768-A811-BBADA9F0F208}" type="presOf" srcId="{C3750417-88FE-45D6-A220-01E49AC3D2F6}" destId="{65375BDA-6F40-4AF1-B839-2937EAF9FEED}" srcOrd="0" destOrd="0" presId="urn:microsoft.com/office/officeart/2005/8/layout/vList5"/>
    <dgm:cxn modelId="{BD077564-180B-4663-9183-031471A1C3B4}" type="presOf" srcId="{195D1BEC-B8EE-49ED-96EC-05066B21A972}" destId="{1ED4A718-C470-471C-8548-77819C08982D}" srcOrd="0" destOrd="0" presId="urn:microsoft.com/office/officeart/2005/8/layout/vList5"/>
    <dgm:cxn modelId="{8A70F067-B0D2-4D6A-8408-C8D4ABA7C3DE}" type="presOf" srcId="{A5EE9D01-8CDD-45D0-B274-664DF72BD5A2}" destId="{5051C052-5C72-417D-9488-8F60EE5AD55E}" srcOrd="0" destOrd="0" presId="urn:microsoft.com/office/officeart/2005/8/layout/vList5"/>
    <dgm:cxn modelId="{ADED5450-1373-486D-BB40-51F42415AD7A}" srcId="{492346AB-A4FE-4D52-9D78-FA0A78539A4B}" destId="{C3750417-88FE-45D6-A220-01E49AC3D2F6}" srcOrd="0" destOrd="0" parTransId="{2F6C3415-2B30-4001-9177-117FE484B7DF}" sibTransId="{1801ACFE-8061-4CC1-AAAE-378684B8BB9C}"/>
    <dgm:cxn modelId="{4012A180-AA04-48BA-A477-23225CBA30A9}" type="presOf" srcId="{93DBEFE5-5DB0-4367-BEEB-088F4FF64D99}" destId="{094CFBA6-460E-4E3A-AA1E-FDF1FEDCF424}" srcOrd="0" destOrd="0" presId="urn:microsoft.com/office/officeart/2005/8/layout/vList5"/>
    <dgm:cxn modelId="{0D61F681-D609-4B76-A451-C9D1D55F19E2}" type="presOf" srcId="{859E3F7E-1BDE-438B-84FC-ED9A11B85F85}" destId="{C8380FAD-0533-4875-A7C2-D22DD880D650}" srcOrd="0" destOrd="0" presId="urn:microsoft.com/office/officeart/2005/8/layout/vList5"/>
    <dgm:cxn modelId="{B4D94285-33D8-4F7D-98D4-3A525AE638F1}" type="presOf" srcId="{492346AB-A4FE-4D52-9D78-FA0A78539A4B}" destId="{6B6DF170-CFC7-4854-9891-8291DA43BA7F}" srcOrd="0" destOrd="0" presId="urn:microsoft.com/office/officeart/2005/8/layout/vList5"/>
    <dgm:cxn modelId="{F240D799-C9BF-4643-A8CF-26EE2A61AE19}" srcId="{859E3F7E-1BDE-438B-84FC-ED9A11B85F85}" destId="{A5EE9D01-8CDD-45D0-B274-664DF72BD5A2}" srcOrd="0" destOrd="0" parTransId="{8B3A0356-0444-4506-B159-61C24D790E5F}" sibTransId="{A389B9F4-7F12-449A-86A1-B038CE774BB5}"/>
    <dgm:cxn modelId="{E65375F7-E2D1-4629-920A-9ACBE25A3831}" srcId="{492346AB-A4FE-4D52-9D78-FA0A78539A4B}" destId="{93DBEFE5-5DB0-4367-BEEB-088F4FF64D99}" srcOrd="2" destOrd="0" parTransId="{9AD49E6D-01CB-4D83-8A43-C41724E6C01E}" sibTransId="{BF19D5AE-58BF-4858-AB53-C002510667C8}"/>
    <dgm:cxn modelId="{A9CEC9FC-0612-464D-B30F-FAD09507E9DA}" srcId="{492346AB-A4FE-4D52-9D78-FA0A78539A4B}" destId="{859E3F7E-1BDE-438B-84FC-ED9A11B85F85}" srcOrd="1" destOrd="0" parTransId="{E37D6334-582B-4B95-9005-DEA8BD994777}" sibTransId="{89051FD2-DACE-40B4-92EE-C1AA0DA18539}"/>
    <dgm:cxn modelId="{935E0E63-A6F8-416B-87C5-6B13A5E4BD01}" type="presParOf" srcId="{6B6DF170-CFC7-4854-9891-8291DA43BA7F}" destId="{EEFCFE86-3D7E-46B9-9032-7B448263453E}" srcOrd="0" destOrd="0" presId="urn:microsoft.com/office/officeart/2005/8/layout/vList5"/>
    <dgm:cxn modelId="{7B6A6CBC-E0BD-4E6C-A06A-A231E68BF291}" type="presParOf" srcId="{EEFCFE86-3D7E-46B9-9032-7B448263453E}" destId="{65375BDA-6F40-4AF1-B839-2937EAF9FEED}" srcOrd="0" destOrd="0" presId="urn:microsoft.com/office/officeart/2005/8/layout/vList5"/>
    <dgm:cxn modelId="{175C2710-67BF-44A1-90EF-73EB1FE91103}" type="presParOf" srcId="{6B6DF170-CFC7-4854-9891-8291DA43BA7F}" destId="{9D9E5875-1E43-4D4A-A766-A18B9D9F8C0C}" srcOrd="1" destOrd="0" presId="urn:microsoft.com/office/officeart/2005/8/layout/vList5"/>
    <dgm:cxn modelId="{47968440-1462-49B6-B812-206B5CCAC0C8}" type="presParOf" srcId="{6B6DF170-CFC7-4854-9891-8291DA43BA7F}" destId="{E8786E1D-536C-4C4F-9B10-82F1B56DBD06}" srcOrd="2" destOrd="0" presId="urn:microsoft.com/office/officeart/2005/8/layout/vList5"/>
    <dgm:cxn modelId="{1C43F295-720F-4CDD-8F36-42B12CCD1C1D}" type="presParOf" srcId="{E8786E1D-536C-4C4F-9B10-82F1B56DBD06}" destId="{C8380FAD-0533-4875-A7C2-D22DD880D650}" srcOrd="0" destOrd="0" presId="urn:microsoft.com/office/officeart/2005/8/layout/vList5"/>
    <dgm:cxn modelId="{D0F12E79-A478-4A23-9912-026196C4CF14}" type="presParOf" srcId="{E8786E1D-536C-4C4F-9B10-82F1B56DBD06}" destId="{5051C052-5C72-417D-9488-8F60EE5AD55E}" srcOrd="1" destOrd="0" presId="urn:microsoft.com/office/officeart/2005/8/layout/vList5"/>
    <dgm:cxn modelId="{DB195223-9DC0-420F-96FD-DF94CD6BB1DD}" type="presParOf" srcId="{6B6DF170-CFC7-4854-9891-8291DA43BA7F}" destId="{C2F58D4E-9349-4412-91B7-DBD61A46A535}" srcOrd="3" destOrd="0" presId="urn:microsoft.com/office/officeart/2005/8/layout/vList5"/>
    <dgm:cxn modelId="{034ECCC4-4A60-48BA-AE16-3E69B0047AD4}" type="presParOf" srcId="{6B6DF170-CFC7-4854-9891-8291DA43BA7F}" destId="{969A3854-DC1B-45C4-A5AC-1F99A50853D9}" srcOrd="4" destOrd="0" presId="urn:microsoft.com/office/officeart/2005/8/layout/vList5"/>
    <dgm:cxn modelId="{F855AA62-87ED-4608-A35C-E04193917343}" type="presParOf" srcId="{969A3854-DC1B-45C4-A5AC-1F99A50853D9}" destId="{094CFBA6-460E-4E3A-AA1E-FDF1FEDCF424}" srcOrd="0" destOrd="0" presId="urn:microsoft.com/office/officeart/2005/8/layout/vList5"/>
    <dgm:cxn modelId="{0575882A-B3FE-442D-BE7C-98EE150084FD}" type="presParOf" srcId="{6B6DF170-CFC7-4854-9891-8291DA43BA7F}" destId="{38A9A7E5-81E6-4132-B115-494D3A92C415}" srcOrd="5" destOrd="0" presId="urn:microsoft.com/office/officeart/2005/8/layout/vList5"/>
    <dgm:cxn modelId="{1D6C6630-80CC-498A-B554-2146CE0048AA}" type="presParOf" srcId="{6B6DF170-CFC7-4854-9891-8291DA43BA7F}" destId="{9EB0EA82-E823-47DB-B001-DE9F979656CA}" srcOrd="6" destOrd="0" presId="urn:microsoft.com/office/officeart/2005/8/layout/vList5"/>
    <dgm:cxn modelId="{E374A9EB-9AFE-4869-A145-A4B6741887D6}" type="presParOf" srcId="{9EB0EA82-E823-47DB-B001-DE9F979656CA}" destId="{1ED4A718-C470-471C-8548-77819C08982D}" srcOrd="0" destOrd="0" presId="urn:microsoft.com/office/officeart/2005/8/layout/vList5"/>
  </dgm:cxnLst>
  <dgm:bg/>
  <dgm:whole/>
  <dgm:extLst>
    <a:ext uri="http://schemas.microsoft.com/office/drawing/2008/diagram">
      <dsp:dataModelExt xmlns:dsp="http://schemas.microsoft.com/office/drawing/2008/diagram" relId="rId15"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1E0A3AE8-3301-43A9-896F-1D0E14926ED7}" type="doc">
      <dgm:prSet loTypeId="urn:microsoft.com/office/officeart/2005/8/layout/hChevron3" loCatId="process" qsTypeId="urn:microsoft.com/office/officeart/2005/8/quickstyle/simple1" qsCatId="simple" csTypeId="urn:microsoft.com/office/officeart/2005/8/colors/accent1_2" csCatId="accent1" phldr="1"/>
      <dgm:spPr/>
    </dgm:pt>
    <dgm:pt modelId="{502E45F9-9459-4FE8-B97F-26966D462353}">
      <dgm:prSet phldrT="[Texte]" custT="1"/>
      <dgm:spPr>
        <a:solidFill>
          <a:srgbClr val="00B050"/>
        </a:solidFill>
      </dgm:spPr>
      <dgm:t>
        <a:bodyPr/>
        <a:lstStyle/>
        <a:p>
          <a:r>
            <a:rPr lang="fr-CA" sz="1400" b="1" dirty="0"/>
            <a:t>Identification des évènements</a:t>
          </a:r>
        </a:p>
      </dgm:t>
    </dgm:pt>
    <dgm:pt modelId="{28753C7B-C239-47E9-967C-6D3D6A947128}" type="parTrans" cxnId="{6FB37ABA-2ED9-428F-9CEB-F7F72F3487C4}">
      <dgm:prSet/>
      <dgm:spPr/>
      <dgm:t>
        <a:bodyPr/>
        <a:lstStyle/>
        <a:p>
          <a:endParaRPr lang="fr-CA"/>
        </a:p>
      </dgm:t>
    </dgm:pt>
    <dgm:pt modelId="{AB8992BB-8AAE-4770-953F-E1267F7C1F88}" type="sibTrans" cxnId="{6FB37ABA-2ED9-428F-9CEB-F7F72F3487C4}">
      <dgm:prSet/>
      <dgm:spPr/>
      <dgm:t>
        <a:bodyPr/>
        <a:lstStyle/>
        <a:p>
          <a:endParaRPr lang="fr-CA"/>
        </a:p>
      </dgm:t>
    </dgm:pt>
    <dgm:pt modelId="{71F60D37-9F11-4749-96A6-E07BCA617677}">
      <dgm:prSet phldrT="[Texte]"/>
      <dgm:spPr/>
      <dgm:t>
        <a:bodyPr/>
        <a:lstStyle/>
        <a:p>
          <a:r>
            <a:rPr lang="fr-CA" dirty="0"/>
            <a:t>Évaluation des risques</a:t>
          </a:r>
        </a:p>
      </dgm:t>
    </dgm:pt>
    <dgm:pt modelId="{799ED959-180B-4188-9A7C-7271607FDE09}" type="parTrans" cxnId="{5D38E73E-730D-4BD9-ADE5-F682AAC3A8DE}">
      <dgm:prSet/>
      <dgm:spPr/>
      <dgm:t>
        <a:bodyPr/>
        <a:lstStyle/>
        <a:p>
          <a:endParaRPr lang="fr-CA"/>
        </a:p>
      </dgm:t>
    </dgm:pt>
    <dgm:pt modelId="{3CD185AB-A044-4716-ACB9-1AF87777BD17}" type="sibTrans" cxnId="{5D38E73E-730D-4BD9-ADE5-F682AAC3A8DE}">
      <dgm:prSet/>
      <dgm:spPr/>
      <dgm:t>
        <a:bodyPr/>
        <a:lstStyle/>
        <a:p>
          <a:endParaRPr lang="fr-CA"/>
        </a:p>
      </dgm:t>
    </dgm:pt>
    <dgm:pt modelId="{9886C3BD-77F6-493A-9022-9B8A2D5660FF}">
      <dgm:prSet phldrT="[Texte]"/>
      <dgm:spPr/>
      <dgm:t>
        <a:bodyPr/>
        <a:lstStyle/>
        <a:p>
          <a:r>
            <a:rPr lang="fr-CA" dirty="0"/>
            <a:t>Réponses aux risques</a:t>
          </a:r>
        </a:p>
      </dgm:t>
    </dgm:pt>
    <dgm:pt modelId="{80BF0A4F-88AD-423F-B929-BEB01CB4C3BC}" type="parTrans" cxnId="{501E30B2-395A-43D5-B8BA-C5E5B29002F4}">
      <dgm:prSet/>
      <dgm:spPr/>
      <dgm:t>
        <a:bodyPr/>
        <a:lstStyle/>
        <a:p>
          <a:endParaRPr lang="fr-CA"/>
        </a:p>
      </dgm:t>
    </dgm:pt>
    <dgm:pt modelId="{47A41297-102A-4C3F-BC8D-DE58B5808B37}" type="sibTrans" cxnId="{501E30B2-395A-43D5-B8BA-C5E5B29002F4}">
      <dgm:prSet/>
      <dgm:spPr/>
      <dgm:t>
        <a:bodyPr/>
        <a:lstStyle/>
        <a:p>
          <a:endParaRPr lang="fr-CA"/>
        </a:p>
      </dgm:t>
    </dgm:pt>
    <dgm:pt modelId="{ED9CD48E-859B-4C7A-B2DC-D846EEBF06B2}">
      <dgm:prSet phldrT="[Texte]"/>
      <dgm:spPr/>
      <dgm:t>
        <a:bodyPr/>
        <a:lstStyle/>
        <a:p>
          <a:r>
            <a:rPr lang="fr-CA" dirty="0"/>
            <a:t>Activités de contrôle</a:t>
          </a:r>
        </a:p>
      </dgm:t>
    </dgm:pt>
    <dgm:pt modelId="{3CDD28A4-152A-40BA-921F-36593563A074}" type="parTrans" cxnId="{B0465E88-8A68-4D4E-ABCD-8023A4DC870C}">
      <dgm:prSet/>
      <dgm:spPr/>
      <dgm:t>
        <a:bodyPr/>
        <a:lstStyle/>
        <a:p>
          <a:endParaRPr lang="fr-CA"/>
        </a:p>
      </dgm:t>
    </dgm:pt>
    <dgm:pt modelId="{A4EB6CAE-6C0F-45F3-8B63-C06F26EC2C87}" type="sibTrans" cxnId="{B0465E88-8A68-4D4E-ABCD-8023A4DC870C}">
      <dgm:prSet/>
      <dgm:spPr/>
      <dgm:t>
        <a:bodyPr/>
        <a:lstStyle/>
        <a:p>
          <a:endParaRPr lang="fr-CA"/>
        </a:p>
      </dgm:t>
    </dgm:pt>
    <dgm:pt modelId="{385EF6CA-16B4-46FB-9D38-303AD139FD40}">
      <dgm:prSet phldrT="[Texte]"/>
      <dgm:spPr/>
      <dgm:t>
        <a:bodyPr/>
        <a:lstStyle/>
        <a:p>
          <a:r>
            <a:rPr lang="fr-CA" dirty="0"/>
            <a:t>Information et communication</a:t>
          </a:r>
        </a:p>
      </dgm:t>
    </dgm:pt>
    <dgm:pt modelId="{127FE7F5-379D-4856-ADF4-41FD27B6605E}" type="parTrans" cxnId="{BD6305C0-B42E-4998-B7A9-1816CB28FECB}">
      <dgm:prSet/>
      <dgm:spPr/>
      <dgm:t>
        <a:bodyPr/>
        <a:lstStyle/>
        <a:p>
          <a:endParaRPr lang="fr-CA"/>
        </a:p>
      </dgm:t>
    </dgm:pt>
    <dgm:pt modelId="{AE97B6EA-0B6A-4E2B-B772-17BF2F1FA3A8}" type="sibTrans" cxnId="{BD6305C0-B42E-4998-B7A9-1816CB28FECB}">
      <dgm:prSet/>
      <dgm:spPr/>
      <dgm:t>
        <a:bodyPr/>
        <a:lstStyle/>
        <a:p>
          <a:endParaRPr lang="fr-CA"/>
        </a:p>
      </dgm:t>
    </dgm:pt>
    <dgm:pt modelId="{D437B17E-3FF9-4DB2-B97D-4A6C8D3681D2}">
      <dgm:prSet phldrT="[Texte]"/>
      <dgm:spPr/>
      <dgm:t>
        <a:bodyPr/>
        <a:lstStyle/>
        <a:p>
          <a:r>
            <a:rPr lang="fr-CA" dirty="0"/>
            <a:t>Suivi </a:t>
          </a:r>
        </a:p>
      </dgm:t>
    </dgm:pt>
    <dgm:pt modelId="{C8EA6B03-43C5-49BE-85E7-DA70771C87C7}" type="parTrans" cxnId="{D5EE9360-2AD6-4C17-B1A6-BAE9588AAFF9}">
      <dgm:prSet/>
      <dgm:spPr/>
      <dgm:t>
        <a:bodyPr/>
        <a:lstStyle/>
        <a:p>
          <a:endParaRPr lang="fr-CA"/>
        </a:p>
      </dgm:t>
    </dgm:pt>
    <dgm:pt modelId="{FAC7D2D0-7547-431E-B4F6-06EEFEA128A2}" type="sibTrans" cxnId="{D5EE9360-2AD6-4C17-B1A6-BAE9588AAFF9}">
      <dgm:prSet/>
      <dgm:spPr/>
      <dgm:t>
        <a:bodyPr/>
        <a:lstStyle/>
        <a:p>
          <a:endParaRPr lang="fr-CA"/>
        </a:p>
      </dgm:t>
    </dgm:pt>
    <dgm:pt modelId="{C79816D9-FF14-468F-810C-B9FDD404138E}" type="pres">
      <dgm:prSet presAssocID="{1E0A3AE8-3301-43A9-896F-1D0E14926ED7}" presName="Name0" presStyleCnt="0">
        <dgm:presLayoutVars>
          <dgm:dir/>
          <dgm:resizeHandles val="exact"/>
        </dgm:presLayoutVars>
      </dgm:prSet>
      <dgm:spPr/>
    </dgm:pt>
    <dgm:pt modelId="{2A02EB9D-6AFE-44D8-8806-B2FCC31F98C7}" type="pres">
      <dgm:prSet presAssocID="{502E45F9-9459-4FE8-B97F-26966D462353}" presName="parTxOnly" presStyleLbl="node1" presStyleIdx="0" presStyleCnt="6" custLinFactNeighborX="7961" custLinFactNeighborY="1443">
        <dgm:presLayoutVars>
          <dgm:bulletEnabled val="1"/>
        </dgm:presLayoutVars>
      </dgm:prSet>
      <dgm:spPr/>
    </dgm:pt>
    <dgm:pt modelId="{1C89B319-538A-46DF-91BD-8C8E131FFEF2}" type="pres">
      <dgm:prSet presAssocID="{AB8992BB-8AAE-4770-953F-E1267F7C1F88}" presName="parSpace" presStyleCnt="0"/>
      <dgm:spPr/>
    </dgm:pt>
    <dgm:pt modelId="{1EAC04FA-5FEA-49FF-8580-D9EA1B432800}" type="pres">
      <dgm:prSet presAssocID="{71F60D37-9F11-4749-96A6-E07BCA617677}" presName="parTxOnly" presStyleLbl="node1" presStyleIdx="1" presStyleCnt="6">
        <dgm:presLayoutVars>
          <dgm:bulletEnabled val="1"/>
        </dgm:presLayoutVars>
      </dgm:prSet>
      <dgm:spPr/>
    </dgm:pt>
    <dgm:pt modelId="{F3F9C168-E941-4063-8EE6-D7034E3C778A}" type="pres">
      <dgm:prSet presAssocID="{3CD185AB-A044-4716-ACB9-1AF87777BD17}" presName="parSpace" presStyleCnt="0"/>
      <dgm:spPr/>
    </dgm:pt>
    <dgm:pt modelId="{D2953400-2FA3-4576-8E2B-A223931B397D}" type="pres">
      <dgm:prSet presAssocID="{9886C3BD-77F6-493A-9022-9B8A2D5660FF}" presName="parTxOnly" presStyleLbl="node1" presStyleIdx="2" presStyleCnt="6">
        <dgm:presLayoutVars>
          <dgm:bulletEnabled val="1"/>
        </dgm:presLayoutVars>
      </dgm:prSet>
      <dgm:spPr/>
    </dgm:pt>
    <dgm:pt modelId="{F2B83813-B3D1-4569-A452-186959623BD0}" type="pres">
      <dgm:prSet presAssocID="{47A41297-102A-4C3F-BC8D-DE58B5808B37}" presName="parSpace" presStyleCnt="0"/>
      <dgm:spPr/>
    </dgm:pt>
    <dgm:pt modelId="{F749DF59-F989-4E2C-BCC6-62B69ABDBF0C}" type="pres">
      <dgm:prSet presAssocID="{ED9CD48E-859B-4C7A-B2DC-D846EEBF06B2}" presName="parTxOnly" presStyleLbl="node1" presStyleIdx="3" presStyleCnt="6">
        <dgm:presLayoutVars>
          <dgm:bulletEnabled val="1"/>
        </dgm:presLayoutVars>
      </dgm:prSet>
      <dgm:spPr/>
    </dgm:pt>
    <dgm:pt modelId="{814002AB-2D19-4C9A-A874-35461B4F2A16}" type="pres">
      <dgm:prSet presAssocID="{A4EB6CAE-6C0F-45F3-8B63-C06F26EC2C87}" presName="parSpace" presStyleCnt="0"/>
      <dgm:spPr/>
    </dgm:pt>
    <dgm:pt modelId="{ABF49B41-DBAD-432D-A25E-1E0EA92871B3}" type="pres">
      <dgm:prSet presAssocID="{385EF6CA-16B4-46FB-9D38-303AD139FD40}" presName="parTxOnly" presStyleLbl="node1" presStyleIdx="4" presStyleCnt="6">
        <dgm:presLayoutVars>
          <dgm:bulletEnabled val="1"/>
        </dgm:presLayoutVars>
      </dgm:prSet>
      <dgm:spPr/>
    </dgm:pt>
    <dgm:pt modelId="{719A7DD6-FA34-4EE6-9CF5-88BBFB3409A1}" type="pres">
      <dgm:prSet presAssocID="{AE97B6EA-0B6A-4E2B-B772-17BF2F1FA3A8}" presName="parSpace" presStyleCnt="0"/>
      <dgm:spPr/>
    </dgm:pt>
    <dgm:pt modelId="{8B345557-9216-4F7A-B8D7-3542277BE8F9}" type="pres">
      <dgm:prSet presAssocID="{D437B17E-3FF9-4DB2-B97D-4A6C8D3681D2}" presName="parTxOnly" presStyleLbl="node1" presStyleIdx="5" presStyleCnt="6">
        <dgm:presLayoutVars>
          <dgm:bulletEnabled val="1"/>
        </dgm:presLayoutVars>
      </dgm:prSet>
      <dgm:spPr/>
    </dgm:pt>
  </dgm:ptLst>
  <dgm:cxnLst>
    <dgm:cxn modelId="{04E76900-768E-4BF9-B969-63BA9D50730C}" type="presOf" srcId="{385EF6CA-16B4-46FB-9D38-303AD139FD40}" destId="{ABF49B41-DBAD-432D-A25E-1E0EA92871B3}" srcOrd="0" destOrd="0" presId="urn:microsoft.com/office/officeart/2005/8/layout/hChevron3"/>
    <dgm:cxn modelId="{4BC80D1F-712F-4C81-AF26-F1904FB83770}" type="presOf" srcId="{71F60D37-9F11-4749-96A6-E07BCA617677}" destId="{1EAC04FA-5FEA-49FF-8580-D9EA1B432800}" srcOrd="0" destOrd="0" presId="urn:microsoft.com/office/officeart/2005/8/layout/hChevron3"/>
    <dgm:cxn modelId="{5D38E73E-730D-4BD9-ADE5-F682AAC3A8DE}" srcId="{1E0A3AE8-3301-43A9-896F-1D0E14926ED7}" destId="{71F60D37-9F11-4749-96A6-E07BCA617677}" srcOrd="1" destOrd="0" parTransId="{799ED959-180B-4188-9A7C-7271607FDE09}" sibTransId="{3CD185AB-A044-4716-ACB9-1AF87777BD17}"/>
    <dgm:cxn modelId="{D5EE9360-2AD6-4C17-B1A6-BAE9588AAFF9}" srcId="{1E0A3AE8-3301-43A9-896F-1D0E14926ED7}" destId="{D437B17E-3FF9-4DB2-B97D-4A6C8D3681D2}" srcOrd="5" destOrd="0" parTransId="{C8EA6B03-43C5-49BE-85E7-DA70771C87C7}" sibTransId="{FAC7D2D0-7547-431E-B4F6-06EEFEA128A2}"/>
    <dgm:cxn modelId="{806A6C68-94A3-4497-89CE-F070C064E65A}" type="presOf" srcId="{D437B17E-3FF9-4DB2-B97D-4A6C8D3681D2}" destId="{8B345557-9216-4F7A-B8D7-3542277BE8F9}" srcOrd="0" destOrd="0" presId="urn:microsoft.com/office/officeart/2005/8/layout/hChevron3"/>
    <dgm:cxn modelId="{1598C852-23D2-4609-8A42-105E38F41C79}" type="presOf" srcId="{9886C3BD-77F6-493A-9022-9B8A2D5660FF}" destId="{D2953400-2FA3-4576-8E2B-A223931B397D}" srcOrd="0" destOrd="0" presId="urn:microsoft.com/office/officeart/2005/8/layout/hChevron3"/>
    <dgm:cxn modelId="{B0465E88-8A68-4D4E-ABCD-8023A4DC870C}" srcId="{1E0A3AE8-3301-43A9-896F-1D0E14926ED7}" destId="{ED9CD48E-859B-4C7A-B2DC-D846EEBF06B2}" srcOrd="3" destOrd="0" parTransId="{3CDD28A4-152A-40BA-921F-36593563A074}" sibTransId="{A4EB6CAE-6C0F-45F3-8B63-C06F26EC2C87}"/>
    <dgm:cxn modelId="{7E9EB18B-3193-4DEE-B48F-BDBA5EC507BC}" type="presOf" srcId="{502E45F9-9459-4FE8-B97F-26966D462353}" destId="{2A02EB9D-6AFE-44D8-8806-B2FCC31F98C7}" srcOrd="0" destOrd="0" presId="urn:microsoft.com/office/officeart/2005/8/layout/hChevron3"/>
    <dgm:cxn modelId="{A3D729A0-4794-46BE-9EFE-D853C1C140DC}" type="presOf" srcId="{ED9CD48E-859B-4C7A-B2DC-D846EEBF06B2}" destId="{F749DF59-F989-4E2C-BCC6-62B69ABDBF0C}" srcOrd="0" destOrd="0" presId="urn:microsoft.com/office/officeart/2005/8/layout/hChevron3"/>
    <dgm:cxn modelId="{501E30B2-395A-43D5-B8BA-C5E5B29002F4}" srcId="{1E0A3AE8-3301-43A9-896F-1D0E14926ED7}" destId="{9886C3BD-77F6-493A-9022-9B8A2D5660FF}" srcOrd="2" destOrd="0" parTransId="{80BF0A4F-88AD-423F-B929-BEB01CB4C3BC}" sibTransId="{47A41297-102A-4C3F-BC8D-DE58B5808B37}"/>
    <dgm:cxn modelId="{6FB37ABA-2ED9-428F-9CEB-F7F72F3487C4}" srcId="{1E0A3AE8-3301-43A9-896F-1D0E14926ED7}" destId="{502E45F9-9459-4FE8-B97F-26966D462353}" srcOrd="0" destOrd="0" parTransId="{28753C7B-C239-47E9-967C-6D3D6A947128}" sibTransId="{AB8992BB-8AAE-4770-953F-E1267F7C1F88}"/>
    <dgm:cxn modelId="{BD6305C0-B42E-4998-B7A9-1816CB28FECB}" srcId="{1E0A3AE8-3301-43A9-896F-1D0E14926ED7}" destId="{385EF6CA-16B4-46FB-9D38-303AD139FD40}" srcOrd="4" destOrd="0" parTransId="{127FE7F5-379D-4856-ADF4-41FD27B6605E}" sibTransId="{AE97B6EA-0B6A-4E2B-B772-17BF2F1FA3A8}"/>
    <dgm:cxn modelId="{530FEDEC-AEC2-4FBF-B2A0-FDBF150B10F1}" type="presOf" srcId="{1E0A3AE8-3301-43A9-896F-1D0E14926ED7}" destId="{C79816D9-FF14-468F-810C-B9FDD404138E}" srcOrd="0" destOrd="0" presId="urn:microsoft.com/office/officeart/2005/8/layout/hChevron3"/>
    <dgm:cxn modelId="{88BAD5AA-B3A5-427E-A77E-D839FB6EE18A}" type="presParOf" srcId="{C79816D9-FF14-468F-810C-B9FDD404138E}" destId="{2A02EB9D-6AFE-44D8-8806-B2FCC31F98C7}" srcOrd="0" destOrd="0" presId="urn:microsoft.com/office/officeart/2005/8/layout/hChevron3"/>
    <dgm:cxn modelId="{A91D7F16-4316-4EE0-8D53-48317E82DFBC}" type="presParOf" srcId="{C79816D9-FF14-468F-810C-B9FDD404138E}" destId="{1C89B319-538A-46DF-91BD-8C8E131FFEF2}" srcOrd="1" destOrd="0" presId="urn:microsoft.com/office/officeart/2005/8/layout/hChevron3"/>
    <dgm:cxn modelId="{D978AE28-D553-494D-8231-7C1D20DE7894}" type="presParOf" srcId="{C79816D9-FF14-468F-810C-B9FDD404138E}" destId="{1EAC04FA-5FEA-49FF-8580-D9EA1B432800}" srcOrd="2" destOrd="0" presId="urn:microsoft.com/office/officeart/2005/8/layout/hChevron3"/>
    <dgm:cxn modelId="{A5A23330-D800-4CB6-8F59-FF8C32764017}" type="presParOf" srcId="{C79816D9-FF14-468F-810C-B9FDD404138E}" destId="{F3F9C168-E941-4063-8EE6-D7034E3C778A}" srcOrd="3" destOrd="0" presId="urn:microsoft.com/office/officeart/2005/8/layout/hChevron3"/>
    <dgm:cxn modelId="{7A8AF2DA-3FDB-4BD5-929A-31687FF3A247}" type="presParOf" srcId="{C79816D9-FF14-468F-810C-B9FDD404138E}" destId="{D2953400-2FA3-4576-8E2B-A223931B397D}" srcOrd="4" destOrd="0" presId="urn:microsoft.com/office/officeart/2005/8/layout/hChevron3"/>
    <dgm:cxn modelId="{5EA82043-7F8D-4B60-83FD-52ED2357C495}" type="presParOf" srcId="{C79816D9-FF14-468F-810C-B9FDD404138E}" destId="{F2B83813-B3D1-4569-A452-186959623BD0}" srcOrd="5" destOrd="0" presId="urn:microsoft.com/office/officeart/2005/8/layout/hChevron3"/>
    <dgm:cxn modelId="{025EB8E9-C427-4B12-A3B8-E9FFB90ECC24}" type="presParOf" srcId="{C79816D9-FF14-468F-810C-B9FDD404138E}" destId="{F749DF59-F989-4E2C-BCC6-62B69ABDBF0C}" srcOrd="6" destOrd="0" presId="urn:microsoft.com/office/officeart/2005/8/layout/hChevron3"/>
    <dgm:cxn modelId="{363C6BE9-6B3E-48F7-A73E-314873EB149B}" type="presParOf" srcId="{C79816D9-FF14-468F-810C-B9FDD404138E}" destId="{814002AB-2D19-4C9A-A874-35461B4F2A16}" srcOrd="7" destOrd="0" presId="urn:microsoft.com/office/officeart/2005/8/layout/hChevron3"/>
    <dgm:cxn modelId="{A267E016-53E3-4963-97F7-B65E26809CF1}" type="presParOf" srcId="{C79816D9-FF14-468F-810C-B9FDD404138E}" destId="{ABF49B41-DBAD-432D-A25E-1E0EA92871B3}" srcOrd="8" destOrd="0" presId="urn:microsoft.com/office/officeart/2005/8/layout/hChevron3"/>
    <dgm:cxn modelId="{F9DADACA-A18F-49E9-981A-DF5B2E49F6C4}" type="presParOf" srcId="{C79816D9-FF14-468F-810C-B9FDD404138E}" destId="{719A7DD6-FA34-4EE6-9CF5-88BBFB3409A1}" srcOrd="9" destOrd="0" presId="urn:microsoft.com/office/officeart/2005/8/layout/hChevron3"/>
    <dgm:cxn modelId="{DF176AD6-6756-4DD3-A991-A459489CA4DC}" type="presParOf" srcId="{C79816D9-FF14-468F-810C-B9FDD404138E}" destId="{8B345557-9216-4F7A-B8D7-3542277BE8F9}" srcOrd="10" destOrd="0" presId="urn:microsoft.com/office/officeart/2005/8/layout/hChevron3"/>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492346AB-A4FE-4D52-9D78-FA0A78539A4B}"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fr-CA"/>
        </a:p>
      </dgm:t>
    </dgm:pt>
    <dgm:pt modelId="{C3750417-88FE-45D6-A220-01E49AC3D2F6}">
      <dgm:prSet phldrT="[Texte]"/>
      <dgm:spPr/>
      <dgm:t>
        <a:bodyPr/>
        <a:lstStyle/>
        <a:p>
          <a:pPr>
            <a:buNone/>
          </a:pPr>
          <a:r>
            <a:rPr lang="fr-CA" b="1" dirty="0"/>
            <a:t>Risques stratégiques</a:t>
          </a:r>
          <a:endParaRPr lang="fr-CA" dirty="0"/>
        </a:p>
      </dgm:t>
    </dgm:pt>
    <dgm:pt modelId="{2F6C3415-2B30-4001-9177-117FE484B7DF}" type="parTrans" cxnId="{ADED5450-1373-486D-BB40-51F42415AD7A}">
      <dgm:prSet/>
      <dgm:spPr/>
      <dgm:t>
        <a:bodyPr/>
        <a:lstStyle/>
        <a:p>
          <a:endParaRPr lang="fr-CA"/>
        </a:p>
      </dgm:t>
    </dgm:pt>
    <dgm:pt modelId="{1801ACFE-8061-4CC1-AAAE-378684B8BB9C}" type="sibTrans" cxnId="{ADED5450-1373-486D-BB40-51F42415AD7A}">
      <dgm:prSet/>
      <dgm:spPr/>
      <dgm:t>
        <a:bodyPr/>
        <a:lstStyle/>
        <a:p>
          <a:endParaRPr lang="fr-CA"/>
        </a:p>
      </dgm:t>
    </dgm:pt>
    <dgm:pt modelId="{859E3F7E-1BDE-438B-84FC-ED9A11B85F85}">
      <dgm:prSet/>
      <dgm:spPr/>
      <dgm:t>
        <a:bodyPr/>
        <a:lstStyle/>
        <a:p>
          <a:r>
            <a:rPr lang="fr-CA" b="1" dirty="0"/>
            <a:t>Risques opérationnels</a:t>
          </a:r>
          <a:endParaRPr lang="fr-CA" dirty="0"/>
        </a:p>
      </dgm:t>
    </dgm:pt>
    <dgm:pt modelId="{E37D6334-582B-4B95-9005-DEA8BD994777}" type="parTrans" cxnId="{A9CEC9FC-0612-464D-B30F-FAD09507E9DA}">
      <dgm:prSet/>
      <dgm:spPr/>
      <dgm:t>
        <a:bodyPr/>
        <a:lstStyle/>
        <a:p>
          <a:endParaRPr lang="fr-CA"/>
        </a:p>
      </dgm:t>
    </dgm:pt>
    <dgm:pt modelId="{89051FD2-DACE-40B4-92EE-C1AA0DA18539}" type="sibTrans" cxnId="{A9CEC9FC-0612-464D-B30F-FAD09507E9DA}">
      <dgm:prSet/>
      <dgm:spPr/>
      <dgm:t>
        <a:bodyPr/>
        <a:lstStyle/>
        <a:p>
          <a:endParaRPr lang="fr-CA"/>
        </a:p>
      </dgm:t>
    </dgm:pt>
    <dgm:pt modelId="{93DBEFE5-5DB0-4367-BEEB-088F4FF64D99}">
      <dgm:prSet/>
      <dgm:spPr/>
      <dgm:t>
        <a:bodyPr/>
        <a:lstStyle/>
        <a:p>
          <a:r>
            <a:rPr lang="fr-CA" b="1" dirty="0"/>
            <a:t>Risques liés à l’information</a:t>
          </a:r>
        </a:p>
      </dgm:t>
    </dgm:pt>
    <dgm:pt modelId="{9AD49E6D-01CB-4D83-8A43-C41724E6C01E}" type="parTrans" cxnId="{E65375F7-E2D1-4629-920A-9ACBE25A3831}">
      <dgm:prSet/>
      <dgm:spPr/>
      <dgm:t>
        <a:bodyPr/>
        <a:lstStyle/>
        <a:p>
          <a:endParaRPr lang="fr-CA"/>
        </a:p>
      </dgm:t>
    </dgm:pt>
    <dgm:pt modelId="{BF19D5AE-58BF-4858-AB53-C002510667C8}" type="sibTrans" cxnId="{E65375F7-E2D1-4629-920A-9ACBE25A3831}">
      <dgm:prSet/>
      <dgm:spPr/>
      <dgm:t>
        <a:bodyPr/>
        <a:lstStyle/>
        <a:p>
          <a:endParaRPr lang="fr-CA"/>
        </a:p>
      </dgm:t>
    </dgm:pt>
    <dgm:pt modelId="{195D1BEC-B8EE-49ED-96EC-05066B21A972}">
      <dgm:prSet/>
      <dgm:spPr/>
      <dgm:t>
        <a:bodyPr/>
        <a:lstStyle/>
        <a:p>
          <a:r>
            <a:rPr lang="fr-CA" b="1"/>
            <a:t>Risques de non-conformité</a:t>
          </a:r>
          <a:endParaRPr lang="fr-CA" dirty="0"/>
        </a:p>
      </dgm:t>
    </dgm:pt>
    <dgm:pt modelId="{E51BE281-D1FB-4E8E-ADBB-EAB86EEE1AE0}" type="parTrans" cxnId="{BBD67734-F3FD-4D09-BE7D-7F59EE49870E}">
      <dgm:prSet/>
      <dgm:spPr/>
      <dgm:t>
        <a:bodyPr/>
        <a:lstStyle/>
        <a:p>
          <a:endParaRPr lang="fr-CA"/>
        </a:p>
      </dgm:t>
    </dgm:pt>
    <dgm:pt modelId="{C5CD45C2-DE19-4FDD-AECB-B125EBDA1EFC}" type="sibTrans" cxnId="{BBD67734-F3FD-4D09-BE7D-7F59EE49870E}">
      <dgm:prSet/>
      <dgm:spPr/>
      <dgm:t>
        <a:bodyPr/>
        <a:lstStyle/>
        <a:p>
          <a:endParaRPr lang="fr-CA"/>
        </a:p>
      </dgm:t>
    </dgm:pt>
    <dgm:pt modelId="{4BB082A0-1233-471C-8AB9-B156050D9141}">
      <dgm:prSet/>
      <dgm:spPr/>
      <dgm:t>
        <a:bodyPr/>
        <a:lstStyle/>
        <a:p>
          <a:pPr marL="0">
            <a:buNone/>
          </a:pPr>
          <a:r>
            <a:rPr lang="fr-CA" dirty="0"/>
            <a:t>Risques liés à la fiabilité de l’information financière ou non financière, tant pour le soutien à la prise de décision que la publication externe.</a:t>
          </a:r>
          <a:endParaRPr lang="fr-CA" b="1" dirty="0"/>
        </a:p>
      </dgm:t>
    </dgm:pt>
    <dgm:pt modelId="{D305A427-E461-4CE1-A514-3724D80397FF}" type="parTrans" cxnId="{9A0E3C36-E20E-4EEC-BB44-2CFFEDED49FD}">
      <dgm:prSet/>
      <dgm:spPr/>
      <dgm:t>
        <a:bodyPr/>
        <a:lstStyle/>
        <a:p>
          <a:endParaRPr lang="fr-CA"/>
        </a:p>
      </dgm:t>
    </dgm:pt>
    <dgm:pt modelId="{6CC5EA67-0975-4459-9198-445EEEE67764}" type="sibTrans" cxnId="{9A0E3C36-E20E-4EEC-BB44-2CFFEDED49FD}">
      <dgm:prSet/>
      <dgm:spPr/>
      <dgm:t>
        <a:bodyPr/>
        <a:lstStyle/>
        <a:p>
          <a:endParaRPr lang="fr-CA"/>
        </a:p>
      </dgm:t>
    </dgm:pt>
    <dgm:pt modelId="{6B6DF170-CFC7-4854-9891-8291DA43BA7F}" type="pres">
      <dgm:prSet presAssocID="{492346AB-A4FE-4D52-9D78-FA0A78539A4B}" presName="Name0" presStyleCnt="0">
        <dgm:presLayoutVars>
          <dgm:dir/>
          <dgm:animLvl val="lvl"/>
          <dgm:resizeHandles val="exact"/>
        </dgm:presLayoutVars>
      </dgm:prSet>
      <dgm:spPr/>
    </dgm:pt>
    <dgm:pt modelId="{EEFCFE86-3D7E-46B9-9032-7B448263453E}" type="pres">
      <dgm:prSet presAssocID="{C3750417-88FE-45D6-A220-01E49AC3D2F6}" presName="linNode" presStyleCnt="0"/>
      <dgm:spPr/>
    </dgm:pt>
    <dgm:pt modelId="{65375BDA-6F40-4AF1-B839-2937EAF9FEED}" type="pres">
      <dgm:prSet presAssocID="{C3750417-88FE-45D6-A220-01E49AC3D2F6}" presName="parentText" presStyleLbl="node1" presStyleIdx="0" presStyleCnt="4" custScaleX="50823" custLinFactNeighborX="-11519" custLinFactNeighborY="0">
        <dgm:presLayoutVars>
          <dgm:chMax val="1"/>
          <dgm:bulletEnabled val="1"/>
        </dgm:presLayoutVars>
      </dgm:prSet>
      <dgm:spPr/>
    </dgm:pt>
    <dgm:pt modelId="{9D9E5875-1E43-4D4A-A766-A18B9D9F8C0C}" type="pres">
      <dgm:prSet presAssocID="{1801ACFE-8061-4CC1-AAAE-378684B8BB9C}" presName="sp" presStyleCnt="0"/>
      <dgm:spPr/>
    </dgm:pt>
    <dgm:pt modelId="{E8786E1D-536C-4C4F-9B10-82F1B56DBD06}" type="pres">
      <dgm:prSet presAssocID="{859E3F7E-1BDE-438B-84FC-ED9A11B85F85}" presName="linNode" presStyleCnt="0"/>
      <dgm:spPr/>
    </dgm:pt>
    <dgm:pt modelId="{C8380FAD-0533-4875-A7C2-D22DD880D650}" type="pres">
      <dgm:prSet presAssocID="{859E3F7E-1BDE-438B-84FC-ED9A11B85F85}" presName="parentText" presStyleLbl="node1" presStyleIdx="1" presStyleCnt="4" custScaleX="52277" custLinFactNeighborX="-22344" custLinFactNeighborY="-2251">
        <dgm:presLayoutVars>
          <dgm:chMax val="1"/>
          <dgm:bulletEnabled val="1"/>
        </dgm:presLayoutVars>
      </dgm:prSet>
      <dgm:spPr/>
    </dgm:pt>
    <dgm:pt modelId="{C2F58D4E-9349-4412-91B7-DBD61A46A535}" type="pres">
      <dgm:prSet presAssocID="{89051FD2-DACE-40B4-92EE-C1AA0DA18539}" presName="sp" presStyleCnt="0"/>
      <dgm:spPr/>
    </dgm:pt>
    <dgm:pt modelId="{969A3854-DC1B-45C4-A5AC-1F99A50853D9}" type="pres">
      <dgm:prSet presAssocID="{93DBEFE5-5DB0-4367-BEEB-088F4FF64D99}" presName="linNode" presStyleCnt="0"/>
      <dgm:spPr/>
    </dgm:pt>
    <dgm:pt modelId="{094CFBA6-460E-4E3A-AA1E-FDF1FEDCF424}" type="pres">
      <dgm:prSet presAssocID="{93DBEFE5-5DB0-4367-BEEB-088F4FF64D99}" presName="parentText" presStyleLbl="node1" presStyleIdx="2" presStyleCnt="4" custScaleX="53600" custLinFactNeighborX="-20478" custLinFactNeighborY="0">
        <dgm:presLayoutVars>
          <dgm:chMax val="1"/>
          <dgm:bulletEnabled val="1"/>
        </dgm:presLayoutVars>
      </dgm:prSet>
      <dgm:spPr/>
    </dgm:pt>
    <dgm:pt modelId="{96A58E4D-3D76-46B4-B12D-E0FC57D0E05B}" type="pres">
      <dgm:prSet presAssocID="{93DBEFE5-5DB0-4367-BEEB-088F4FF64D99}" presName="descendantText" presStyleLbl="alignAccFollowNode1" presStyleIdx="0" presStyleCnt="1" custScaleX="125016">
        <dgm:presLayoutVars>
          <dgm:bulletEnabled val="1"/>
        </dgm:presLayoutVars>
      </dgm:prSet>
      <dgm:spPr/>
    </dgm:pt>
    <dgm:pt modelId="{38A9A7E5-81E6-4132-B115-494D3A92C415}" type="pres">
      <dgm:prSet presAssocID="{BF19D5AE-58BF-4858-AB53-C002510667C8}" presName="sp" presStyleCnt="0"/>
      <dgm:spPr/>
    </dgm:pt>
    <dgm:pt modelId="{9EB0EA82-E823-47DB-B001-DE9F979656CA}" type="pres">
      <dgm:prSet presAssocID="{195D1BEC-B8EE-49ED-96EC-05066B21A972}" presName="linNode" presStyleCnt="0"/>
      <dgm:spPr/>
    </dgm:pt>
    <dgm:pt modelId="{1ED4A718-C470-471C-8548-77819C08982D}" type="pres">
      <dgm:prSet presAssocID="{195D1BEC-B8EE-49ED-96EC-05066B21A972}" presName="parentText" presStyleLbl="node1" presStyleIdx="3" presStyleCnt="4" custScaleX="53770" custLinFactNeighborX="-20478" custLinFactNeighborY="0">
        <dgm:presLayoutVars>
          <dgm:chMax val="1"/>
          <dgm:bulletEnabled val="1"/>
        </dgm:presLayoutVars>
      </dgm:prSet>
      <dgm:spPr/>
    </dgm:pt>
  </dgm:ptLst>
  <dgm:cxnLst>
    <dgm:cxn modelId="{BBD67734-F3FD-4D09-BE7D-7F59EE49870E}" srcId="{492346AB-A4FE-4D52-9D78-FA0A78539A4B}" destId="{195D1BEC-B8EE-49ED-96EC-05066B21A972}" srcOrd="3" destOrd="0" parTransId="{E51BE281-D1FB-4E8E-ADBB-EAB86EEE1AE0}" sibTransId="{C5CD45C2-DE19-4FDD-AECB-B125EBDA1EFC}"/>
    <dgm:cxn modelId="{9A0E3C36-E20E-4EEC-BB44-2CFFEDED49FD}" srcId="{93DBEFE5-5DB0-4367-BEEB-088F4FF64D99}" destId="{4BB082A0-1233-471C-8AB9-B156050D9141}" srcOrd="0" destOrd="0" parTransId="{D305A427-E461-4CE1-A514-3724D80397FF}" sibTransId="{6CC5EA67-0975-4459-9198-445EEEE67764}"/>
    <dgm:cxn modelId="{10F7553A-CF16-4768-A811-BBADA9F0F208}" type="presOf" srcId="{C3750417-88FE-45D6-A220-01E49AC3D2F6}" destId="{65375BDA-6F40-4AF1-B839-2937EAF9FEED}" srcOrd="0" destOrd="0" presId="urn:microsoft.com/office/officeart/2005/8/layout/vList5"/>
    <dgm:cxn modelId="{BD077564-180B-4663-9183-031471A1C3B4}" type="presOf" srcId="{195D1BEC-B8EE-49ED-96EC-05066B21A972}" destId="{1ED4A718-C470-471C-8548-77819C08982D}" srcOrd="0" destOrd="0" presId="urn:microsoft.com/office/officeart/2005/8/layout/vList5"/>
    <dgm:cxn modelId="{ADED5450-1373-486D-BB40-51F42415AD7A}" srcId="{492346AB-A4FE-4D52-9D78-FA0A78539A4B}" destId="{C3750417-88FE-45D6-A220-01E49AC3D2F6}" srcOrd="0" destOrd="0" parTransId="{2F6C3415-2B30-4001-9177-117FE484B7DF}" sibTransId="{1801ACFE-8061-4CC1-AAAE-378684B8BB9C}"/>
    <dgm:cxn modelId="{4012A180-AA04-48BA-A477-23225CBA30A9}" type="presOf" srcId="{93DBEFE5-5DB0-4367-BEEB-088F4FF64D99}" destId="{094CFBA6-460E-4E3A-AA1E-FDF1FEDCF424}" srcOrd="0" destOrd="0" presId="urn:microsoft.com/office/officeart/2005/8/layout/vList5"/>
    <dgm:cxn modelId="{1017DC80-E2E8-41B6-A7AC-C99B7C9D55BE}" type="presOf" srcId="{4BB082A0-1233-471C-8AB9-B156050D9141}" destId="{96A58E4D-3D76-46B4-B12D-E0FC57D0E05B}" srcOrd="0" destOrd="0" presId="urn:microsoft.com/office/officeart/2005/8/layout/vList5"/>
    <dgm:cxn modelId="{0D61F681-D609-4B76-A451-C9D1D55F19E2}" type="presOf" srcId="{859E3F7E-1BDE-438B-84FC-ED9A11B85F85}" destId="{C8380FAD-0533-4875-A7C2-D22DD880D650}" srcOrd="0" destOrd="0" presId="urn:microsoft.com/office/officeart/2005/8/layout/vList5"/>
    <dgm:cxn modelId="{B4D94285-33D8-4F7D-98D4-3A525AE638F1}" type="presOf" srcId="{492346AB-A4FE-4D52-9D78-FA0A78539A4B}" destId="{6B6DF170-CFC7-4854-9891-8291DA43BA7F}" srcOrd="0" destOrd="0" presId="urn:microsoft.com/office/officeart/2005/8/layout/vList5"/>
    <dgm:cxn modelId="{E65375F7-E2D1-4629-920A-9ACBE25A3831}" srcId="{492346AB-A4FE-4D52-9D78-FA0A78539A4B}" destId="{93DBEFE5-5DB0-4367-BEEB-088F4FF64D99}" srcOrd="2" destOrd="0" parTransId="{9AD49E6D-01CB-4D83-8A43-C41724E6C01E}" sibTransId="{BF19D5AE-58BF-4858-AB53-C002510667C8}"/>
    <dgm:cxn modelId="{A9CEC9FC-0612-464D-B30F-FAD09507E9DA}" srcId="{492346AB-A4FE-4D52-9D78-FA0A78539A4B}" destId="{859E3F7E-1BDE-438B-84FC-ED9A11B85F85}" srcOrd="1" destOrd="0" parTransId="{E37D6334-582B-4B95-9005-DEA8BD994777}" sibTransId="{89051FD2-DACE-40B4-92EE-C1AA0DA18539}"/>
    <dgm:cxn modelId="{935E0E63-A6F8-416B-87C5-6B13A5E4BD01}" type="presParOf" srcId="{6B6DF170-CFC7-4854-9891-8291DA43BA7F}" destId="{EEFCFE86-3D7E-46B9-9032-7B448263453E}" srcOrd="0" destOrd="0" presId="urn:microsoft.com/office/officeart/2005/8/layout/vList5"/>
    <dgm:cxn modelId="{7B6A6CBC-E0BD-4E6C-A06A-A231E68BF291}" type="presParOf" srcId="{EEFCFE86-3D7E-46B9-9032-7B448263453E}" destId="{65375BDA-6F40-4AF1-B839-2937EAF9FEED}" srcOrd="0" destOrd="0" presId="urn:microsoft.com/office/officeart/2005/8/layout/vList5"/>
    <dgm:cxn modelId="{175C2710-67BF-44A1-90EF-73EB1FE91103}" type="presParOf" srcId="{6B6DF170-CFC7-4854-9891-8291DA43BA7F}" destId="{9D9E5875-1E43-4D4A-A766-A18B9D9F8C0C}" srcOrd="1" destOrd="0" presId="urn:microsoft.com/office/officeart/2005/8/layout/vList5"/>
    <dgm:cxn modelId="{47968440-1462-49B6-B812-206B5CCAC0C8}" type="presParOf" srcId="{6B6DF170-CFC7-4854-9891-8291DA43BA7F}" destId="{E8786E1D-536C-4C4F-9B10-82F1B56DBD06}" srcOrd="2" destOrd="0" presId="urn:microsoft.com/office/officeart/2005/8/layout/vList5"/>
    <dgm:cxn modelId="{1C43F295-720F-4CDD-8F36-42B12CCD1C1D}" type="presParOf" srcId="{E8786E1D-536C-4C4F-9B10-82F1B56DBD06}" destId="{C8380FAD-0533-4875-A7C2-D22DD880D650}" srcOrd="0" destOrd="0" presId="urn:microsoft.com/office/officeart/2005/8/layout/vList5"/>
    <dgm:cxn modelId="{DB195223-9DC0-420F-96FD-DF94CD6BB1DD}" type="presParOf" srcId="{6B6DF170-CFC7-4854-9891-8291DA43BA7F}" destId="{C2F58D4E-9349-4412-91B7-DBD61A46A535}" srcOrd="3" destOrd="0" presId="urn:microsoft.com/office/officeart/2005/8/layout/vList5"/>
    <dgm:cxn modelId="{034ECCC4-4A60-48BA-AE16-3E69B0047AD4}" type="presParOf" srcId="{6B6DF170-CFC7-4854-9891-8291DA43BA7F}" destId="{969A3854-DC1B-45C4-A5AC-1F99A50853D9}" srcOrd="4" destOrd="0" presId="urn:microsoft.com/office/officeart/2005/8/layout/vList5"/>
    <dgm:cxn modelId="{F855AA62-87ED-4608-A35C-E04193917343}" type="presParOf" srcId="{969A3854-DC1B-45C4-A5AC-1F99A50853D9}" destId="{094CFBA6-460E-4E3A-AA1E-FDF1FEDCF424}" srcOrd="0" destOrd="0" presId="urn:microsoft.com/office/officeart/2005/8/layout/vList5"/>
    <dgm:cxn modelId="{EAD3AD9D-63D3-4A31-A04F-C04646AB38A7}" type="presParOf" srcId="{969A3854-DC1B-45C4-A5AC-1F99A50853D9}" destId="{96A58E4D-3D76-46B4-B12D-E0FC57D0E05B}" srcOrd="1" destOrd="0" presId="urn:microsoft.com/office/officeart/2005/8/layout/vList5"/>
    <dgm:cxn modelId="{0575882A-B3FE-442D-BE7C-98EE150084FD}" type="presParOf" srcId="{6B6DF170-CFC7-4854-9891-8291DA43BA7F}" destId="{38A9A7E5-81E6-4132-B115-494D3A92C415}" srcOrd="5" destOrd="0" presId="urn:microsoft.com/office/officeart/2005/8/layout/vList5"/>
    <dgm:cxn modelId="{1D6C6630-80CC-498A-B554-2146CE0048AA}" type="presParOf" srcId="{6B6DF170-CFC7-4854-9891-8291DA43BA7F}" destId="{9EB0EA82-E823-47DB-B001-DE9F979656CA}" srcOrd="6" destOrd="0" presId="urn:microsoft.com/office/officeart/2005/8/layout/vList5"/>
    <dgm:cxn modelId="{E374A9EB-9AFE-4869-A145-A4B6741887D6}" type="presParOf" srcId="{9EB0EA82-E823-47DB-B001-DE9F979656CA}" destId="{1ED4A718-C470-471C-8548-77819C08982D}" srcOrd="0" destOrd="0" presId="urn:microsoft.com/office/officeart/2005/8/layout/vList5"/>
  </dgm:cxnLst>
  <dgm:bg/>
  <dgm:whole/>
  <dgm:extLst>
    <a:ext uri="http://schemas.microsoft.com/office/drawing/2008/diagram">
      <dsp:dataModelExt xmlns:dsp="http://schemas.microsoft.com/office/drawing/2008/diagram" relId="rId15"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1E0A3AE8-3301-43A9-896F-1D0E14926ED7}" type="doc">
      <dgm:prSet loTypeId="urn:microsoft.com/office/officeart/2005/8/layout/hChevron3" loCatId="process" qsTypeId="urn:microsoft.com/office/officeart/2005/8/quickstyle/simple1" qsCatId="simple" csTypeId="urn:microsoft.com/office/officeart/2005/8/colors/accent1_2" csCatId="accent1" phldr="1"/>
      <dgm:spPr/>
    </dgm:pt>
    <dgm:pt modelId="{502E45F9-9459-4FE8-B97F-26966D462353}">
      <dgm:prSet phldrT="[Texte]" custT="1"/>
      <dgm:spPr>
        <a:solidFill>
          <a:srgbClr val="00B050"/>
        </a:solidFill>
      </dgm:spPr>
      <dgm:t>
        <a:bodyPr/>
        <a:lstStyle/>
        <a:p>
          <a:r>
            <a:rPr lang="fr-CA" sz="1400" b="1" dirty="0"/>
            <a:t>Identification des évènements</a:t>
          </a:r>
        </a:p>
      </dgm:t>
    </dgm:pt>
    <dgm:pt modelId="{28753C7B-C239-47E9-967C-6D3D6A947128}" type="parTrans" cxnId="{6FB37ABA-2ED9-428F-9CEB-F7F72F3487C4}">
      <dgm:prSet/>
      <dgm:spPr/>
      <dgm:t>
        <a:bodyPr/>
        <a:lstStyle/>
        <a:p>
          <a:endParaRPr lang="fr-CA"/>
        </a:p>
      </dgm:t>
    </dgm:pt>
    <dgm:pt modelId="{AB8992BB-8AAE-4770-953F-E1267F7C1F88}" type="sibTrans" cxnId="{6FB37ABA-2ED9-428F-9CEB-F7F72F3487C4}">
      <dgm:prSet/>
      <dgm:spPr/>
      <dgm:t>
        <a:bodyPr/>
        <a:lstStyle/>
        <a:p>
          <a:endParaRPr lang="fr-CA"/>
        </a:p>
      </dgm:t>
    </dgm:pt>
    <dgm:pt modelId="{71F60D37-9F11-4749-96A6-E07BCA617677}">
      <dgm:prSet phldrT="[Texte]"/>
      <dgm:spPr/>
      <dgm:t>
        <a:bodyPr/>
        <a:lstStyle/>
        <a:p>
          <a:r>
            <a:rPr lang="fr-CA" dirty="0"/>
            <a:t>Évaluation des risques</a:t>
          </a:r>
        </a:p>
      </dgm:t>
    </dgm:pt>
    <dgm:pt modelId="{799ED959-180B-4188-9A7C-7271607FDE09}" type="parTrans" cxnId="{5D38E73E-730D-4BD9-ADE5-F682AAC3A8DE}">
      <dgm:prSet/>
      <dgm:spPr/>
      <dgm:t>
        <a:bodyPr/>
        <a:lstStyle/>
        <a:p>
          <a:endParaRPr lang="fr-CA"/>
        </a:p>
      </dgm:t>
    </dgm:pt>
    <dgm:pt modelId="{3CD185AB-A044-4716-ACB9-1AF87777BD17}" type="sibTrans" cxnId="{5D38E73E-730D-4BD9-ADE5-F682AAC3A8DE}">
      <dgm:prSet/>
      <dgm:spPr/>
      <dgm:t>
        <a:bodyPr/>
        <a:lstStyle/>
        <a:p>
          <a:endParaRPr lang="fr-CA"/>
        </a:p>
      </dgm:t>
    </dgm:pt>
    <dgm:pt modelId="{9886C3BD-77F6-493A-9022-9B8A2D5660FF}">
      <dgm:prSet phldrT="[Texte]"/>
      <dgm:spPr/>
      <dgm:t>
        <a:bodyPr/>
        <a:lstStyle/>
        <a:p>
          <a:r>
            <a:rPr lang="fr-CA" dirty="0"/>
            <a:t>Réponses aux risques</a:t>
          </a:r>
        </a:p>
      </dgm:t>
    </dgm:pt>
    <dgm:pt modelId="{80BF0A4F-88AD-423F-B929-BEB01CB4C3BC}" type="parTrans" cxnId="{501E30B2-395A-43D5-B8BA-C5E5B29002F4}">
      <dgm:prSet/>
      <dgm:spPr/>
      <dgm:t>
        <a:bodyPr/>
        <a:lstStyle/>
        <a:p>
          <a:endParaRPr lang="fr-CA"/>
        </a:p>
      </dgm:t>
    </dgm:pt>
    <dgm:pt modelId="{47A41297-102A-4C3F-BC8D-DE58B5808B37}" type="sibTrans" cxnId="{501E30B2-395A-43D5-B8BA-C5E5B29002F4}">
      <dgm:prSet/>
      <dgm:spPr/>
      <dgm:t>
        <a:bodyPr/>
        <a:lstStyle/>
        <a:p>
          <a:endParaRPr lang="fr-CA"/>
        </a:p>
      </dgm:t>
    </dgm:pt>
    <dgm:pt modelId="{ED9CD48E-859B-4C7A-B2DC-D846EEBF06B2}">
      <dgm:prSet phldrT="[Texte]"/>
      <dgm:spPr/>
      <dgm:t>
        <a:bodyPr/>
        <a:lstStyle/>
        <a:p>
          <a:r>
            <a:rPr lang="fr-CA" dirty="0"/>
            <a:t>Activités de contrôle</a:t>
          </a:r>
        </a:p>
      </dgm:t>
    </dgm:pt>
    <dgm:pt modelId="{3CDD28A4-152A-40BA-921F-36593563A074}" type="parTrans" cxnId="{B0465E88-8A68-4D4E-ABCD-8023A4DC870C}">
      <dgm:prSet/>
      <dgm:spPr/>
      <dgm:t>
        <a:bodyPr/>
        <a:lstStyle/>
        <a:p>
          <a:endParaRPr lang="fr-CA"/>
        </a:p>
      </dgm:t>
    </dgm:pt>
    <dgm:pt modelId="{A4EB6CAE-6C0F-45F3-8B63-C06F26EC2C87}" type="sibTrans" cxnId="{B0465E88-8A68-4D4E-ABCD-8023A4DC870C}">
      <dgm:prSet/>
      <dgm:spPr/>
      <dgm:t>
        <a:bodyPr/>
        <a:lstStyle/>
        <a:p>
          <a:endParaRPr lang="fr-CA"/>
        </a:p>
      </dgm:t>
    </dgm:pt>
    <dgm:pt modelId="{385EF6CA-16B4-46FB-9D38-303AD139FD40}">
      <dgm:prSet phldrT="[Texte]"/>
      <dgm:spPr/>
      <dgm:t>
        <a:bodyPr/>
        <a:lstStyle/>
        <a:p>
          <a:r>
            <a:rPr lang="fr-CA" dirty="0"/>
            <a:t>Information et communication</a:t>
          </a:r>
        </a:p>
      </dgm:t>
    </dgm:pt>
    <dgm:pt modelId="{127FE7F5-379D-4856-ADF4-41FD27B6605E}" type="parTrans" cxnId="{BD6305C0-B42E-4998-B7A9-1816CB28FECB}">
      <dgm:prSet/>
      <dgm:spPr/>
      <dgm:t>
        <a:bodyPr/>
        <a:lstStyle/>
        <a:p>
          <a:endParaRPr lang="fr-CA"/>
        </a:p>
      </dgm:t>
    </dgm:pt>
    <dgm:pt modelId="{AE97B6EA-0B6A-4E2B-B772-17BF2F1FA3A8}" type="sibTrans" cxnId="{BD6305C0-B42E-4998-B7A9-1816CB28FECB}">
      <dgm:prSet/>
      <dgm:spPr/>
      <dgm:t>
        <a:bodyPr/>
        <a:lstStyle/>
        <a:p>
          <a:endParaRPr lang="fr-CA"/>
        </a:p>
      </dgm:t>
    </dgm:pt>
    <dgm:pt modelId="{D437B17E-3FF9-4DB2-B97D-4A6C8D3681D2}">
      <dgm:prSet phldrT="[Texte]"/>
      <dgm:spPr/>
      <dgm:t>
        <a:bodyPr/>
        <a:lstStyle/>
        <a:p>
          <a:r>
            <a:rPr lang="fr-CA" dirty="0"/>
            <a:t>Suivi </a:t>
          </a:r>
        </a:p>
      </dgm:t>
    </dgm:pt>
    <dgm:pt modelId="{C8EA6B03-43C5-49BE-85E7-DA70771C87C7}" type="parTrans" cxnId="{D5EE9360-2AD6-4C17-B1A6-BAE9588AAFF9}">
      <dgm:prSet/>
      <dgm:spPr/>
      <dgm:t>
        <a:bodyPr/>
        <a:lstStyle/>
        <a:p>
          <a:endParaRPr lang="fr-CA"/>
        </a:p>
      </dgm:t>
    </dgm:pt>
    <dgm:pt modelId="{FAC7D2D0-7547-431E-B4F6-06EEFEA128A2}" type="sibTrans" cxnId="{D5EE9360-2AD6-4C17-B1A6-BAE9588AAFF9}">
      <dgm:prSet/>
      <dgm:spPr/>
      <dgm:t>
        <a:bodyPr/>
        <a:lstStyle/>
        <a:p>
          <a:endParaRPr lang="fr-CA"/>
        </a:p>
      </dgm:t>
    </dgm:pt>
    <dgm:pt modelId="{C79816D9-FF14-468F-810C-B9FDD404138E}" type="pres">
      <dgm:prSet presAssocID="{1E0A3AE8-3301-43A9-896F-1D0E14926ED7}" presName="Name0" presStyleCnt="0">
        <dgm:presLayoutVars>
          <dgm:dir/>
          <dgm:resizeHandles val="exact"/>
        </dgm:presLayoutVars>
      </dgm:prSet>
      <dgm:spPr/>
    </dgm:pt>
    <dgm:pt modelId="{2A02EB9D-6AFE-44D8-8806-B2FCC31F98C7}" type="pres">
      <dgm:prSet presAssocID="{502E45F9-9459-4FE8-B97F-26966D462353}" presName="parTxOnly" presStyleLbl="node1" presStyleIdx="0" presStyleCnt="6" custLinFactNeighborX="7961" custLinFactNeighborY="1443">
        <dgm:presLayoutVars>
          <dgm:bulletEnabled val="1"/>
        </dgm:presLayoutVars>
      </dgm:prSet>
      <dgm:spPr/>
    </dgm:pt>
    <dgm:pt modelId="{1C89B319-538A-46DF-91BD-8C8E131FFEF2}" type="pres">
      <dgm:prSet presAssocID="{AB8992BB-8AAE-4770-953F-E1267F7C1F88}" presName="parSpace" presStyleCnt="0"/>
      <dgm:spPr/>
    </dgm:pt>
    <dgm:pt modelId="{1EAC04FA-5FEA-49FF-8580-D9EA1B432800}" type="pres">
      <dgm:prSet presAssocID="{71F60D37-9F11-4749-96A6-E07BCA617677}" presName="parTxOnly" presStyleLbl="node1" presStyleIdx="1" presStyleCnt="6">
        <dgm:presLayoutVars>
          <dgm:bulletEnabled val="1"/>
        </dgm:presLayoutVars>
      </dgm:prSet>
      <dgm:spPr/>
    </dgm:pt>
    <dgm:pt modelId="{F3F9C168-E941-4063-8EE6-D7034E3C778A}" type="pres">
      <dgm:prSet presAssocID="{3CD185AB-A044-4716-ACB9-1AF87777BD17}" presName="parSpace" presStyleCnt="0"/>
      <dgm:spPr/>
    </dgm:pt>
    <dgm:pt modelId="{D2953400-2FA3-4576-8E2B-A223931B397D}" type="pres">
      <dgm:prSet presAssocID="{9886C3BD-77F6-493A-9022-9B8A2D5660FF}" presName="parTxOnly" presStyleLbl="node1" presStyleIdx="2" presStyleCnt="6">
        <dgm:presLayoutVars>
          <dgm:bulletEnabled val="1"/>
        </dgm:presLayoutVars>
      </dgm:prSet>
      <dgm:spPr/>
    </dgm:pt>
    <dgm:pt modelId="{F2B83813-B3D1-4569-A452-186959623BD0}" type="pres">
      <dgm:prSet presAssocID="{47A41297-102A-4C3F-BC8D-DE58B5808B37}" presName="parSpace" presStyleCnt="0"/>
      <dgm:spPr/>
    </dgm:pt>
    <dgm:pt modelId="{F749DF59-F989-4E2C-BCC6-62B69ABDBF0C}" type="pres">
      <dgm:prSet presAssocID="{ED9CD48E-859B-4C7A-B2DC-D846EEBF06B2}" presName="parTxOnly" presStyleLbl="node1" presStyleIdx="3" presStyleCnt="6">
        <dgm:presLayoutVars>
          <dgm:bulletEnabled val="1"/>
        </dgm:presLayoutVars>
      </dgm:prSet>
      <dgm:spPr/>
    </dgm:pt>
    <dgm:pt modelId="{814002AB-2D19-4C9A-A874-35461B4F2A16}" type="pres">
      <dgm:prSet presAssocID="{A4EB6CAE-6C0F-45F3-8B63-C06F26EC2C87}" presName="parSpace" presStyleCnt="0"/>
      <dgm:spPr/>
    </dgm:pt>
    <dgm:pt modelId="{ABF49B41-DBAD-432D-A25E-1E0EA92871B3}" type="pres">
      <dgm:prSet presAssocID="{385EF6CA-16B4-46FB-9D38-303AD139FD40}" presName="parTxOnly" presStyleLbl="node1" presStyleIdx="4" presStyleCnt="6">
        <dgm:presLayoutVars>
          <dgm:bulletEnabled val="1"/>
        </dgm:presLayoutVars>
      </dgm:prSet>
      <dgm:spPr/>
    </dgm:pt>
    <dgm:pt modelId="{719A7DD6-FA34-4EE6-9CF5-88BBFB3409A1}" type="pres">
      <dgm:prSet presAssocID="{AE97B6EA-0B6A-4E2B-B772-17BF2F1FA3A8}" presName="parSpace" presStyleCnt="0"/>
      <dgm:spPr/>
    </dgm:pt>
    <dgm:pt modelId="{8B345557-9216-4F7A-B8D7-3542277BE8F9}" type="pres">
      <dgm:prSet presAssocID="{D437B17E-3FF9-4DB2-B97D-4A6C8D3681D2}" presName="parTxOnly" presStyleLbl="node1" presStyleIdx="5" presStyleCnt="6">
        <dgm:presLayoutVars>
          <dgm:bulletEnabled val="1"/>
        </dgm:presLayoutVars>
      </dgm:prSet>
      <dgm:spPr/>
    </dgm:pt>
  </dgm:ptLst>
  <dgm:cxnLst>
    <dgm:cxn modelId="{04E76900-768E-4BF9-B969-63BA9D50730C}" type="presOf" srcId="{385EF6CA-16B4-46FB-9D38-303AD139FD40}" destId="{ABF49B41-DBAD-432D-A25E-1E0EA92871B3}" srcOrd="0" destOrd="0" presId="urn:microsoft.com/office/officeart/2005/8/layout/hChevron3"/>
    <dgm:cxn modelId="{4BC80D1F-712F-4C81-AF26-F1904FB83770}" type="presOf" srcId="{71F60D37-9F11-4749-96A6-E07BCA617677}" destId="{1EAC04FA-5FEA-49FF-8580-D9EA1B432800}" srcOrd="0" destOrd="0" presId="urn:microsoft.com/office/officeart/2005/8/layout/hChevron3"/>
    <dgm:cxn modelId="{5D38E73E-730D-4BD9-ADE5-F682AAC3A8DE}" srcId="{1E0A3AE8-3301-43A9-896F-1D0E14926ED7}" destId="{71F60D37-9F11-4749-96A6-E07BCA617677}" srcOrd="1" destOrd="0" parTransId="{799ED959-180B-4188-9A7C-7271607FDE09}" sibTransId="{3CD185AB-A044-4716-ACB9-1AF87777BD17}"/>
    <dgm:cxn modelId="{D5EE9360-2AD6-4C17-B1A6-BAE9588AAFF9}" srcId="{1E0A3AE8-3301-43A9-896F-1D0E14926ED7}" destId="{D437B17E-3FF9-4DB2-B97D-4A6C8D3681D2}" srcOrd="5" destOrd="0" parTransId="{C8EA6B03-43C5-49BE-85E7-DA70771C87C7}" sibTransId="{FAC7D2D0-7547-431E-B4F6-06EEFEA128A2}"/>
    <dgm:cxn modelId="{806A6C68-94A3-4497-89CE-F070C064E65A}" type="presOf" srcId="{D437B17E-3FF9-4DB2-B97D-4A6C8D3681D2}" destId="{8B345557-9216-4F7A-B8D7-3542277BE8F9}" srcOrd="0" destOrd="0" presId="urn:microsoft.com/office/officeart/2005/8/layout/hChevron3"/>
    <dgm:cxn modelId="{1598C852-23D2-4609-8A42-105E38F41C79}" type="presOf" srcId="{9886C3BD-77F6-493A-9022-9B8A2D5660FF}" destId="{D2953400-2FA3-4576-8E2B-A223931B397D}" srcOrd="0" destOrd="0" presId="urn:microsoft.com/office/officeart/2005/8/layout/hChevron3"/>
    <dgm:cxn modelId="{B0465E88-8A68-4D4E-ABCD-8023A4DC870C}" srcId="{1E0A3AE8-3301-43A9-896F-1D0E14926ED7}" destId="{ED9CD48E-859B-4C7A-B2DC-D846EEBF06B2}" srcOrd="3" destOrd="0" parTransId="{3CDD28A4-152A-40BA-921F-36593563A074}" sibTransId="{A4EB6CAE-6C0F-45F3-8B63-C06F26EC2C87}"/>
    <dgm:cxn modelId="{7E9EB18B-3193-4DEE-B48F-BDBA5EC507BC}" type="presOf" srcId="{502E45F9-9459-4FE8-B97F-26966D462353}" destId="{2A02EB9D-6AFE-44D8-8806-B2FCC31F98C7}" srcOrd="0" destOrd="0" presId="urn:microsoft.com/office/officeart/2005/8/layout/hChevron3"/>
    <dgm:cxn modelId="{A3D729A0-4794-46BE-9EFE-D853C1C140DC}" type="presOf" srcId="{ED9CD48E-859B-4C7A-B2DC-D846EEBF06B2}" destId="{F749DF59-F989-4E2C-BCC6-62B69ABDBF0C}" srcOrd="0" destOrd="0" presId="urn:microsoft.com/office/officeart/2005/8/layout/hChevron3"/>
    <dgm:cxn modelId="{501E30B2-395A-43D5-B8BA-C5E5B29002F4}" srcId="{1E0A3AE8-3301-43A9-896F-1D0E14926ED7}" destId="{9886C3BD-77F6-493A-9022-9B8A2D5660FF}" srcOrd="2" destOrd="0" parTransId="{80BF0A4F-88AD-423F-B929-BEB01CB4C3BC}" sibTransId="{47A41297-102A-4C3F-BC8D-DE58B5808B37}"/>
    <dgm:cxn modelId="{6FB37ABA-2ED9-428F-9CEB-F7F72F3487C4}" srcId="{1E0A3AE8-3301-43A9-896F-1D0E14926ED7}" destId="{502E45F9-9459-4FE8-B97F-26966D462353}" srcOrd="0" destOrd="0" parTransId="{28753C7B-C239-47E9-967C-6D3D6A947128}" sibTransId="{AB8992BB-8AAE-4770-953F-E1267F7C1F88}"/>
    <dgm:cxn modelId="{BD6305C0-B42E-4998-B7A9-1816CB28FECB}" srcId="{1E0A3AE8-3301-43A9-896F-1D0E14926ED7}" destId="{385EF6CA-16B4-46FB-9D38-303AD139FD40}" srcOrd="4" destOrd="0" parTransId="{127FE7F5-379D-4856-ADF4-41FD27B6605E}" sibTransId="{AE97B6EA-0B6A-4E2B-B772-17BF2F1FA3A8}"/>
    <dgm:cxn modelId="{530FEDEC-AEC2-4FBF-B2A0-FDBF150B10F1}" type="presOf" srcId="{1E0A3AE8-3301-43A9-896F-1D0E14926ED7}" destId="{C79816D9-FF14-468F-810C-B9FDD404138E}" srcOrd="0" destOrd="0" presId="urn:microsoft.com/office/officeart/2005/8/layout/hChevron3"/>
    <dgm:cxn modelId="{88BAD5AA-B3A5-427E-A77E-D839FB6EE18A}" type="presParOf" srcId="{C79816D9-FF14-468F-810C-B9FDD404138E}" destId="{2A02EB9D-6AFE-44D8-8806-B2FCC31F98C7}" srcOrd="0" destOrd="0" presId="urn:microsoft.com/office/officeart/2005/8/layout/hChevron3"/>
    <dgm:cxn modelId="{A91D7F16-4316-4EE0-8D53-48317E82DFBC}" type="presParOf" srcId="{C79816D9-FF14-468F-810C-B9FDD404138E}" destId="{1C89B319-538A-46DF-91BD-8C8E131FFEF2}" srcOrd="1" destOrd="0" presId="urn:microsoft.com/office/officeart/2005/8/layout/hChevron3"/>
    <dgm:cxn modelId="{D978AE28-D553-494D-8231-7C1D20DE7894}" type="presParOf" srcId="{C79816D9-FF14-468F-810C-B9FDD404138E}" destId="{1EAC04FA-5FEA-49FF-8580-D9EA1B432800}" srcOrd="2" destOrd="0" presId="urn:microsoft.com/office/officeart/2005/8/layout/hChevron3"/>
    <dgm:cxn modelId="{A5A23330-D800-4CB6-8F59-FF8C32764017}" type="presParOf" srcId="{C79816D9-FF14-468F-810C-B9FDD404138E}" destId="{F3F9C168-E941-4063-8EE6-D7034E3C778A}" srcOrd="3" destOrd="0" presId="urn:microsoft.com/office/officeart/2005/8/layout/hChevron3"/>
    <dgm:cxn modelId="{7A8AF2DA-3FDB-4BD5-929A-31687FF3A247}" type="presParOf" srcId="{C79816D9-FF14-468F-810C-B9FDD404138E}" destId="{D2953400-2FA3-4576-8E2B-A223931B397D}" srcOrd="4" destOrd="0" presId="urn:microsoft.com/office/officeart/2005/8/layout/hChevron3"/>
    <dgm:cxn modelId="{5EA82043-7F8D-4B60-83FD-52ED2357C495}" type="presParOf" srcId="{C79816D9-FF14-468F-810C-B9FDD404138E}" destId="{F2B83813-B3D1-4569-A452-186959623BD0}" srcOrd="5" destOrd="0" presId="urn:microsoft.com/office/officeart/2005/8/layout/hChevron3"/>
    <dgm:cxn modelId="{025EB8E9-C427-4B12-A3B8-E9FFB90ECC24}" type="presParOf" srcId="{C79816D9-FF14-468F-810C-B9FDD404138E}" destId="{F749DF59-F989-4E2C-BCC6-62B69ABDBF0C}" srcOrd="6" destOrd="0" presId="urn:microsoft.com/office/officeart/2005/8/layout/hChevron3"/>
    <dgm:cxn modelId="{363C6BE9-6B3E-48F7-A73E-314873EB149B}" type="presParOf" srcId="{C79816D9-FF14-468F-810C-B9FDD404138E}" destId="{814002AB-2D19-4C9A-A874-35461B4F2A16}" srcOrd="7" destOrd="0" presId="urn:microsoft.com/office/officeart/2005/8/layout/hChevron3"/>
    <dgm:cxn modelId="{A267E016-53E3-4963-97F7-B65E26809CF1}" type="presParOf" srcId="{C79816D9-FF14-468F-810C-B9FDD404138E}" destId="{ABF49B41-DBAD-432D-A25E-1E0EA92871B3}" srcOrd="8" destOrd="0" presId="urn:microsoft.com/office/officeart/2005/8/layout/hChevron3"/>
    <dgm:cxn modelId="{F9DADACA-A18F-49E9-981A-DF5B2E49F6C4}" type="presParOf" srcId="{C79816D9-FF14-468F-810C-B9FDD404138E}" destId="{719A7DD6-FA34-4EE6-9CF5-88BBFB3409A1}" srcOrd="9" destOrd="0" presId="urn:microsoft.com/office/officeart/2005/8/layout/hChevron3"/>
    <dgm:cxn modelId="{DF176AD6-6756-4DD3-A991-A459489CA4DC}" type="presParOf" srcId="{C79816D9-FF14-468F-810C-B9FDD404138E}" destId="{8B345557-9216-4F7A-B8D7-3542277BE8F9}" srcOrd="10" destOrd="0" presId="urn:microsoft.com/office/officeart/2005/8/layout/hChevron3"/>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492346AB-A4FE-4D52-9D78-FA0A78539A4B}"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fr-CA"/>
        </a:p>
      </dgm:t>
    </dgm:pt>
    <dgm:pt modelId="{C3750417-88FE-45D6-A220-01E49AC3D2F6}">
      <dgm:prSet phldrT="[Texte]"/>
      <dgm:spPr/>
      <dgm:t>
        <a:bodyPr/>
        <a:lstStyle/>
        <a:p>
          <a:pPr>
            <a:buNone/>
          </a:pPr>
          <a:r>
            <a:rPr lang="fr-CA" b="1" dirty="0"/>
            <a:t>Risques stratégiques</a:t>
          </a:r>
          <a:endParaRPr lang="fr-CA" dirty="0"/>
        </a:p>
      </dgm:t>
    </dgm:pt>
    <dgm:pt modelId="{2F6C3415-2B30-4001-9177-117FE484B7DF}" type="parTrans" cxnId="{ADED5450-1373-486D-BB40-51F42415AD7A}">
      <dgm:prSet/>
      <dgm:spPr/>
      <dgm:t>
        <a:bodyPr/>
        <a:lstStyle/>
        <a:p>
          <a:endParaRPr lang="fr-CA"/>
        </a:p>
      </dgm:t>
    </dgm:pt>
    <dgm:pt modelId="{1801ACFE-8061-4CC1-AAAE-378684B8BB9C}" type="sibTrans" cxnId="{ADED5450-1373-486D-BB40-51F42415AD7A}">
      <dgm:prSet/>
      <dgm:spPr/>
      <dgm:t>
        <a:bodyPr/>
        <a:lstStyle/>
        <a:p>
          <a:endParaRPr lang="fr-CA"/>
        </a:p>
      </dgm:t>
    </dgm:pt>
    <dgm:pt modelId="{859E3F7E-1BDE-438B-84FC-ED9A11B85F85}">
      <dgm:prSet/>
      <dgm:spPr/>
      <dgm:t>
        <a:bodyPr/>
        <a:lstStyle/>
        <a:p>
          <a:r>
            <a:rPr lang="fr-CA" b="1" dirty="0"/>
            <a:t>Risques opérationnels</a:t>
          </a:r>
          <a:endParaRPr lang="fr-CA" dirty="0"/>
        </a:p>
      </dgm:t>
    </dgm:pt>
    <dgm:pt modelId="{E37D6334-582B-4B95-9005-DEA8BD994777}" type="parTrans" cxnId="{A9CEC9FC-0612-464D-B30F-FAD09507E9DA}">
      <dgm:prSet/>
      <dgm:spPr/>
      <dgm:t>
        <a:bodyPr/>
        <a:lstStyle/>
        <a:p>
          <a:endParaRPr lang="fr-CA"/>
        </a:p>
      </dgm:t>
    </dgm:pt>
    <dgm:pt modelId="{89051FD2-DACE-40B4-92EE-C1AA0DA18539}" type="sibTrans" cxnId="{A9CEC9FC-0612-464D-B30F-FAD09507E9DA}">
      <dgm:prSet/>
      <dgm:spPr/>
      <dgm:t>
        <a:bodyPr/>
        <a:lstStyle/>
        <a:p>
          <a:endParaRPr lang="fr-CA"/>
        </a:p>
      </dgm:t>
    </dgm:pt>
    <dgm:pt modelId="{93DBEFE5-5DB0-4367-BEEB-088F4FF64D99}">
      <dgm:prSet/>
      <dgm:spPr/>
      <dgm:t>
        <a:bodyPr/>
        <a:lstStyle/>
        <a:p>
          <a:r>
            <a:rPr lang="fr-CA" b="1" dirty="0"/>
            <a:t>Risques liés à l’information</a:t>
          </a:r>
        </a:p>
      </dgm:t>
    </dgm:pt>
    <dgm:pt modelId="{9AD49E6D-01CB-4D83-8A43-C41724E6C01E}" type="parTrans" cxnId="{E65375F7-E2D1-4629-920A-9ACBE25A3831}">
      <dgm:prSet/>
      <dgm:spPr/>
      <dgm:t>
        <a:bodyPr/>
        <a:lstStyle/>
        <a:p>
          <a:endParaRPr lang="fr-CA"/>
        </a:p>
      </dgm:t>
    </dgm:pt>
    <dgm:pt modelId="{BF19D5AE-58BF-4858-AB53-C002510667C8}" type="sibTrans" cxnId="{E65375F7-E2D1-4629-920A-9ACBE25A3831}">
      <dgm:prSet/>
      <dgm:spPr/>
      <dgm:t>
        <a:bodyPr/>
        <a:lstStyle/>
        <a:p>
          <a:endParaRPr lang="fr-CA"/>
        </a:p>
      </dgm:t>
    </dgm:pt>
    <dgm:pt modelId="{195D1BEC-B8EE-49ED-96EC-05066B21A972}">
      <dgm:prSet/>
      <dgm:spPr/>
      <dgm:t>
        <a:bodyPr/>
        <a:lstStyle/>
        <a:p>
          <a:r>
            <a:rPr lang="fr-CA" b="1" dirty="0"/>
            <a:t>Risques de non-conformité</a:t>
          </a:r>
          <a:endParaRPr lang="fr-CA" dirty="0"/>
        </a:p>
      </dgm:t>
    </dgm:pt>
    <dgm:pt modelId="{E51BE281-D1FB-4E8E-ADBB-EAB86EEE1AE0}" type="parTrans" cxnId="{BBD67734-F3FD-4D09-BE7D-7F59EE49870E}">
      <dgm:prSet/>
      <dgm:spPr/>
      <dgm:t>
        <a:bodyPr/>
        <a:lstStyle/>
        <a:p>
          <a:endParaRPr lang="fr-CA"/>
        </a:p>
      </dgm:t>
    </dgm:pt>
    <dgm:pt modelId="{C5CD45C2-DE19-4FDD-AECB-B125EBDA1EFC}" type="sibTrans" cxnId="{BBD67734-F3FD-4D09-BE7D-7F59EE49870E}">
      <dgm:prSet/>
      <dgm:spPr/>
      <dgm:t>
        <a:bodyPr/>
        <a:lstStyle/>
        <a:p>
          <a:endParaRPr lang="fr-CA"/>
        </a:p>
      </dgm:t>
    </dgm:pt>
    <dgm:pt modelId="{6D269310-33A3-42FB-BDFC-EB628F1649BF}">
      <dgm:prSet/>
      <dgm:spPr/>
      <dgm:t>
        <a:bodyPr/>
        <a:lstStyle/>
        <a:p>
          <a:pPr marL="0">
            <a:buNone/>
          </a:pPr>
          <a:r>
            <a:rPr lang="fr-CA" dirty="0"/>
            <a:t>Risques reliés au non-respect des lois et règlements</a:t>
          </a:r>
        </a:p>
      </dgm:t>
    </dgm:pt>
    <dgm:pt modelId="{AF47CE12-55A1-4CDB-9337-B25879BC4D29}" type="parTrans" cxnId="{56051389-00F4-48B5-A08F-89F20C9F8BC3}">
      <dgm:prSet/>
      <dgm:spPr/>
      <dgm:t>
        <a:bodyPr/>
        <a:lstStyle/>
        <a:p>
          <a:endParaRPr lang="fr-CA"/>
        </a:p>
      </dgm:t>
    </dgm:pt>
    <dgm:pt modelId="{D1D35A86-B3AB-4A38-92E9-BF7B6425E1DE}" type="sibTrans" cxnId="{56051389-00F4-48B5-A08F-89F20C9F8BC3}">
      <dgm:prSet/>
      <dgm:spPr/>
      <dgm:t>
        <a:bodyPr/>
        <a:lstStyle/>
        <a:p>
          <a:endParaRPr lang="fr-CA"/>
        </a:p>
      </dgm:t>
    </dgm:pt>
    <dgm:pt modelId="{6B6DF170-CFC7-4854-9891-8291DA43BA7F}" type="pres">
      <dgm:prSet presAssocID="{492346AB-A4FE-4D52-9D78-FA0A78539A4B}" presName="Name0" presStyleCnt="0">
        <dgm:presLayoutVars>
          <dgm:dir/>
          <dgm:animLvl val="lvl"/>
          <dgm:resizeHandles val="exact"/>
        </dgm:presLayoutVars>
      </dgm:prSet>
      <dgm:spPr/>
    </dgm:pt>
    <dgm:pt modelId="{EEFCFE86-3D7E-46B9-9032-7B448263453E}" type="pres">
      <dgm:prSet presAssocID="{C3750417-88FE-45D6-A220-01E49AC3D2F6}" presName="linNode" presStyleCnt="0"/>
      <dgm:spPr/>
    </dgm:pt>
    <dgm:pt modelId="{65375BDA-6F40-4AF1-B839-2937EAF9FEED}" type="pres">
      <dgm:prSet presAssocID="{C3750417-88FE-45D6-A220-01E49AC3D2F6}" presName="parentText" presStyleLbl="node1" presStyleIdx="0" presStyleCnt="4" custScaleX="50823" custLinFactNeighborX="-11519" custLinFactNeighborY="0">
        <dgm:presLayoutVars>
          <dgm:chMax val="1"/>
          <dgm:bulletEnabled val="1"/>
        </dgm:presLayoutVars>
      </dgm:prSet>
      <dgm:spPr/>
    </dgm:pt>
    <dgm:pt modelId="{9D9E5875-1E43-4D4A-A766-A18B9D9F8C0C}" type="pres">
      <dgm:prSet presAssocID="{1801ACFE-8061-4CC1-AAAE-378684B8BB9C}" presName="sp" presStyleCnt="0"/>
      <dgm:spPr/>
    </dgm:pt>
    <dgm:pt modelId="{E8786E1D-536C-4C4F-9B10-82F1B56DBD06}" type="pres">
      <dgm:prSet presAssocID="{859E3F7E-1BDE-438B-84FC-ED9A11B85F85}" presName="linNode" presStyleCnt="0"/>
      <dgm:spPr/>
    </dgm:pt>
    <dgm:pt modelId="{C8380FAD-0533-4875-A7C2-D22DD880D650}" type="pres">
      <dgm:prSet presAssocID="{859E3F7E-1BDE-438B-84FC-ED9A11B85F85}" presName="parentText" presStyleLbl="node1" presStyleIdx="1" presStyleCnt="4" custScaleX="52277" custLinFactNeighborX="-22344" custLinFactNeighborY="-2251">
        <dgm:presLayoutVars>
          <dgm:chMax val="1"/>
          <dgm:bulletEnabled val="1"/>
        </dgm:presLayoutVars>
      </dgm:prSet>
      <dgm:spPr/>
    </dgm:pt>
    <dgm:pt modelId="{C2F58D4E-9349-4412-91B7-DBD61A46A535}" type="pres">
      <dgm:prSet presAssocID="{89051FD2-DACE-40B4-92EE-C1AA0DA18539}" presName="sp" presStyleCnt="0"/>
      <dgm:spPr/>
    </dgm:pt>
    <dgm:pt modelId="{969A3854-DC1B-45C4-A5AC-1F99A50853D9}" type="pres">
      <dgm:prSet presAssocID="{93DBEFE5-5DB0-4367-BEEB-088F4FF64D99}" presName="linNode" presStyleCnt="0"/>
      <dgm:spPr/>
    </dgm:pt>
    <dgm:pt modelId="{094CFBA6-460E-4E3A-AA1E-FDF1FEDCF424}" type="pres">
      <dgm:prSet presAssocID="{93DBEFE5-5DB0-4367-BEEB-088F4FF64D99}" presName="parentText" presStyleLbl="node1" presStyleIdx="2" presStyleCnt="4" custScaleX="53600" custLinFactNeighborX="-20478" custLinFactNeighborY="0">
        <dgm:presLayoutVars>
          <dgm:chMax val="1"/>
          <dgm:bulletEnabled val="1"/>
        </dgm:presLayoutVars>
      </dgm:prSet>
      <dgm:spPr/>
    </dgm:pt>
    <dgm:pt modelId="{38A9A7E5-81E6-4132-B115-494D3A92C415}" type="pres">
      <dgm:prSet presAssocID="{BF19D5AE-58BF-4858-AB53-C002510667C8}" presName="sp" presStyleCnt="0"/>
      <dgm:spPr/>
    </dgm:pt>
    <dgm:pt modelId="{9EB0EA82-E823-47DB-B001-DE9F979656CA}" type="pres">
      <dgm:prSet presAssocID="{195D1BEC-B8EE-49ED-96EC-05066B21A972}" presName="linNode" presStyleCnt="0"/>
      <dgm:spPr/>
    </dgm:pt>
    <dgm:pt modelId="{1ED4A718-C470-471C-8548-77819C08982D}" type="pres">
      <dgm:prSet presAssocID="{195D1BEC-B8EE-49ED-96EC-05066B21A972}" presName="parentText" presStyleLbl="node1" presStyleIdx="3" presStyleCnt="4" custScaleX="53770" custLinFactNeighborX="-20478" custLinFactNeighborY="0">
        <dgm:presLayoutVars>
          <dgm:chMax val="1"/>
          <dgm:bulletEnabled val="1"/>
        </dgm:presLayoutVars>
      </dgm:prSet>
      <dgm:spPr/>
    </dgm:pt>
    <dgm:pt modelId="{946548FD-1F39-422D-BD04-B6C13965B9EF}" type="pres">
      <dgm:prSet presAssocID="{195D1BEC-B8EE-49ED-96EC-05066B21A972}" presName="descendantText" presStyleLbl="alignAccFollowNode1" presStyleIdx="0" presStyleCnt="1" custScaleX="133002">
        <dgm:presLayoutVars>
          <dgm:bulletEnabled val="1"/>
        </dgm:presLayoutVars>
      </dgm:prSet>
      <dgm:spPr/>
    </dgm:pt>
  </dgm:ptLst>
  <dgm:cxnLst>
    <dgm:cxn modelId="{BBD67734-F3FD-4D09-BE7D-7F59EE49870E}" srcId="{492346AB-A4FE-4D52-9D78-FA0A78539A4B}" destId="{195D1BEC-B8EE-49ED-96EC-05066B21A972}" srcOrd="3" destOrd="0" parTransId="{E51BE281-D1FB-4E8E-ADBB-EAB86EEE1AE0}" sibTransId="{C5CD45C2-DE19-4FDD-AECB-B125EBDA1EFC}"/>
    <dgm:cxn modelId="{10F7553A-CF16-4768-A811-BBADA9F0F208}" type="presOf" srcId="{C3750417-88FE-45D6-A220-01E49AC3D2F6}" destId="{65375BDA-6F40-4AF1-B839-2937EAF9FEED}" srcOrd="0" destOrd="0" presId="urn:microsoft.com/office/officeart/2005/8/layout/vList5"/>
    <dgm:cxn modelId="{BD077564-180B-4663-9183-031471A1C3B4}" type="presOf" srcId="{195D1BEC-B8EE-49ED-96EC-05066B21A972}" destId="{1ED4A718-C470-471C-8548-77819C08982D}" srcOrd="0" destOrd="0" presId="urn:microsoft.com/office/officeart/2005/8/layout/vList5"/>
    <dgm:cxn modelId="{ADED5450-1373-486D-BB40-51F42415AD7A}" srcId="{492346AB-A4FE-4D52-9D78-FA0A78539A4B}" destId="{C3750417-88FE-45D6-A220-01E49AC3D2F6}" srcOrd="0" destOrd="0" parTransId="{2F6C3415-2B30-4001-9177-117FE484B7DF}" sibTransId="{1801ACFE-8061-4CC1-AAAE-378684B8BB9C}"/>
    <dgm:cxn modelId="{4012A180-AA04-48BA-A477-23225CBA30A9}" type="presOf" srcId="{93DBEFE5-5DB0-4367-BEEB-088F4FF64D99}" destId="{094CFBA6-460E-4E3A-AA1E-FDF1FEDCF424}" srcOrd="0" destOrd="0" presId="urn:microsoft.com/office/officeart/2005/8/layout/vList5"/>
    <dgm:cxn modelId="{0D61F681-D609-4B76-A451-C9D1D55F19E2}" type="presOf" srcId="{859E3F7E-1BDE-438B-84FC-ED9A11B85F85}" destId="{C8380FAD-0533-4875-A7C2-D22DD880D650}" srcOrd="0" destOrd="0" presId="urn:microsoft.com/office/officeart/2005/8/layout/vList5"/>
    <dgm:cxn modelId="{B4D94285-33D8-4F7D-98D4-3A525AE638F1}" type="presOf" srcId="{492346AB-A4FE-4D52-9D78-FA0A78539A4B}" destId="{6B6DF170-CFC7-4854-9891-8291DA43BA7F}" srcOrd="0" destOrd="0" presId="urn:microsoft.com/office/officeart/2005/8/layout/vList5"/>
    <dgm:cxn modelId="{56051389-00F4-48B5-A08F-89F20C9F8BC3}" srcId="{195D1BEC-B8EE-49ED-96EC-05066B21A972}" destId="{6D269310-33A3-42FB-BDFC-EB628F1649BF}" srcOrd="0" destOrd="0" parTransId="{AF47CE12-55A1-4CDB-9337-B25879BC4D29}" sibTransId="{D1D35A86-B3AB-4A38-92E9-BF7B6425E1DE}"/>
    <dgm:cxn modelId="{650EFB9A-3373-435B-AD36-2F2466D45F0A}" type="presOf" srcId="{6D269310-33A3-42FB-BDFC-EB628F1649BF}" destId="{946548FD-1F39-422D-BD04-B6C13965B9EF}" srcOrd="0" destOrd="0" presId="urn:microsoft.com/office/officeart/2005/8/layout/vList5"/>
    <dgm:cxn modelId="{E65375F7-E2D1-4629-920A-9ACBE25A3831}" srcId="{492346AB-A4FE-4D52-9D78-FA0A78539A4B}" destId="{93DBEFE5-5DB0-4367-BEEB-088F4FF64D99}" srcOrd="2" destOrd="0" parTransId="{9AD49E6D-01CB-4D83-8A43-C41724E6C01E}" sibTransId="{BF19D5AE-58BF-4858-AB53-C002510667C8}"/>
    <dgm:cxn modelId="{A9CEC9FC-0612-464D-B30F-FAD09507E9DA}" srcId="{492346AB-A4FE-4D52-9D78-FA0A78539A4B}" destId="{859E3F7E-1BDE-438B-84FC-ED9A11B85F85}" srcOrd="1" destOrd="0" parTransId="{E37D6334-582B-4B95-9005-DEA8BD994777}" sibTransId="{89051FD2-DACE-40B4-92EE-C1AA0DA18539}"/>
    <dgm:cxn modelId="{935E0E63-A6F8-416B-87C5-6B13A5E4BD01}" type="presParOf" srcId="{6B6DF170-CFC7-4854-9891-8291DA43BA7F}" destId="{EEFCFE86-3D7E-46B9-9032-7B448263453E}" srcOrd="0" destOrd="0" presId="urn:microsoft.com/office/officeart/2005/8/layout/vList5"/>
    <dgm:cxn modelId="{7B6A6CBC-E0BD-4E6C-A06A-A231E68BF291}" type="presParOf" srcId="{EEFCFE86-3D7E-46B9-9032-7B448263453E}" destId="{65375BDA-6F40-4AF1-B839-2937EAF9FEED}" srcOrd="0" destOrd="0" presId="urn:microsoft.com/office/officeart/2005/8/layout/vList5"/>
    <dgm:cxn modelId="{175C2710-67BF-44A1-90EF-73EB1FE91103}" type="presParOf" srcId="{6B6DF170-CFC7-4854-9891-8291DA43BA7F}" destId="{9D9E5875-1E43-4D4A-A766-A18B9D9F8C0C}" srcOrd="1" destOrd="0" presId="urn:microsoft.com/office/officeart/2005/8/layout/vList5"/>
    <dgm:cxn modelId="{47968440-1462-49B6-B812-206B5CCAC0C8}" type="presParOf" srcId="{6B6DF170-CFC7-4854-9891-8291DA43BA7F}" destId="{E8786E1D-536C-4C4F-9B10-82F1B56DBD06}" srcOrd="2" destOrd="0" presId="urn:microsoft.com/office/officeart/2005/8/layout/vList5"/>
    <dgm:cxn modelId="{1C43F295-720F-4CDD-8F36-42B12CCD1C1D}" type="presParOf" srcId="{E8786E1D-536C-4C4F-9B10-82F1B56DBD06}" destId="{C8380FAD-0533-4875-A7C2-D22DD880D650}" srcOrd="0" destOrd="0" presId="urn:microsoft.com/office/officeart/2005/8/layout/vList5"/>
    <dgm:cxn modelId="{DB195223-9DC0-420F-96FD-DF94CD6BB1DD}" type="presParOf" srcId="{6B6DF170-CFC7-4854-9891-8291DA43BA7F}" destId="{C2F58D4E-9349-4412-91B7-DBD61A46A535}" srcOrd="3" destOrd="0" presId="urn:microsoft.com/office/officeart/2005/8/layout/vList5"/>
    <dgm:cxn modelId="{034ECCC4-4A60-48BA-AE16-3E69B0047AD4}" type="presParOf" srcId="{6B6DF170-CFC7-4854-9891-8291DA43BA7F}" destId="{969A3854-DC1B-45C4-A5AC-1F99A50853D9}" srcOrd="4" destOrd="0" presId="urn:microsoft.com/office/officeart/2005/8/layout/vList5"/>
    <dgm:cxn modelId="{F855AA62-87ED-4608-A35C-E04193917343}" type="presParOf" srcId="{969A3854-DC1B-45C4-A5AC-1F99A50853D9}" destId="{094CFBA6-460E-4E3A-AA1E-FDF1FEDCF424}" srcOrd="0" destOrd="0" presId="urn:microsoft.com/office/officeart/2005/8/layout/vList5"/>
    <dgm:cxn modelId="{0575882A-B3FE-442D-BE7C-98EE150084FD}" type="presParOf" srcId="{6B6DF170-CFC7-4854-9891-8291DA43BA7F}" destId="{38A9A7E5-81E6-4132-B115-494D3A92C415}" srcOrd="5" destOrd="0" presId="urn:microsoft.com/office/officeart/2005/8/layout/vList5"/>
    <dgm:cxn modelId="{1D6C6630-80CC-498A-B554-2146CE0048AA}" type="presParOf" srcId="{6B6DF170-CFC7-4854-9891-8291DA43BA7F}" destId="{9EB0EA82-E823-47DB-B001-DE9F979656CA}" srcOrd="6" destOrd="0" presId="urn:microsoft.com/office/officeart/2005/8/layout/vList5"/>
    <dgm:cxn modelId="{E374A9EB-9AFE-4869-A145-A4B6741887D6}" type="presParOf" srcId="{9EB0EA82-E823-47DB-B001-DE9F979656CA}" destId="{1ED4A718-C470-471C-8548-77819C08982D}" srcOrd="0" destOrd="0" presId="urn:microsoft.com/office/officeart/2005/8/layout/vList5"/>
    <dgm:cxn modelId="{3078724A-55AC-47FF-8345-C19971D6EFE4}" type="presParOf" srcId="{9EB0EA82-E823-47DB-B001-DE9F979656CA}" destId="{946548FD-1F39-422D-BD04-B6C13965B9EF}" srcOrd="1" destOrd="0" presId="urn:microsoft.com/office/officeart/2005/8/layout/vList5"/>
  </dgm:cxnLst>
  <dgm:bg/>
  <dgm:whole/>
  <dgm:extLst>
    <a:ext uri="http://schemas.microsoft.com/office/drawing/2008/diagram">
      <dsp:dataModelExt xmlns:dsp="http://schemas.microsoft.com/office/drawing/2008/diagram" relId="rId15"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1E0A3AE8-3301-43A9-896F-1D0E14926ED7}" type="doc">
      <dgm:prSet loTypeId="urn:microsoft.com/office/officeart/2005/8/layout/hChevron3" loCatId="process" qsTypeId="urn:microsoft.com/office/officeart/2005/8/quickstyle/simple1" qsCatId="simple" csTypeId="urn:microsoft.com/office/officeart/2005/8/colors/accent1_2" csCatId="accent1" phldr="1"/>
      <dgm:spPr/>
    </dgm:pt>
    <dgm:pt modelId="{502E45F9-9459-4FE8-B97F-26966D462353}">
      <dgm:prSet phldrT="[Texte]" custT="1"/>
      <dgm:spPr>
        <a:solidFill>
          <a:srgbClr val="00B050"/>
        </a:solidFill>
      </dgm:spPr>
      <dgm:t>
        <a:bodyPr/>
        <a:lstStyle/>
        <a:p>
          <a:r>
            <a:rPr lang="fr-CA" sz="1400" b="1" dirty="0"/>
            <a:t>Identification des évènements</a:t>
          </a:r>
        </a:p>
      </dgm:t>
    </dgm:pt>
    <dgm:pt modelId="{28753C7B-C239-47E9-967C-6D3D6A947128}" type="parTrans" cxnId="{6FB37ABA-2ED9-428F-9CEB-F7F72F3487C4}">
      <dgm:prSet/>
      <dgm:spPr/>
      <dgm:t>
        <a:bodyPr/>
        <a:lstStyle/>
        <a:p>
          <a:endParaRPr lang="fr-CA"/>
        </a:p>
      </dgm:t>
    </dgm:pt>
    <dgm:pt modelId="{AB8992BB-8AAE-4770-953F-E1267F7C1F88}" type="sibTrans" cxnId="{6FB37ABA-2ED9-428F-9CEB-F7F72F3487C4}">
      <dgm:prSet/>
      <dgm:spPr/>
      <dgm:t>
        <a:bodyPr/>
        <a:lstStyle/>
        <a:p>
          <a:endParaRPr lang="fr-CA"/>
        </a:p>
      </dgm:t>
    </dgm:pt>
    <dgm:pt modelId="{71F60D37-9F11-4749-96A6-E07BCA617677}">
      <dgm:prSet phldrT="[Texte]"/>
      <dgm:spPr/>
      <dgm:t>
        <a:bodyPr/>
        <a:lstStyle/>
        <a:p>
          <a:r>
            <a:rPr lang="fr-CA" dirty="0"/>
            <a:t>Évaluation des risques</a:t>
          </a:r>
        </a:p>
      </dgm:t>
    </dgm:pt>
    <dgm:pt modelId="{799ED959-180B-4188-9A7C-7271607FDE09}" type="parTrans" cxnId="{5D38E73E-730D-4BD9-ADE5-F682AAC3A8DE}">
      <dgm:prSet/>
      <dgm:spPr/>
      <dgm:t>
        <a:bodyPr/>
        <a:lstStyle/>
        <a:p>
          <a:endParaRPr lang="fr-CA"/>
        </a:p>
      </dgm:t>
    </dgm:pt>
    <dgm:pt modelId="{3CD185AB-A044-4716-ACB9-1AF87777BD17}" type="sibTrans" cxnId="{5D38E73E-730D-4BD9-ADE5-F682AAC3A8DE}">
      <dgm:prSet/>
      <dgm:spPr/>
      <dgm:t>
        <a:bodyPr/>
        <a:lstStyle/>
        <a:p>
          <a:endParaRPr lang="fr-CA"/>
        </a:p>
      </dgm:t>
    </dgm:pt>
    <dgm:pt modelId="{9886C3BD-77F6-493A-9022-9B8A2D5660FF}">
      <dgm:prSet phldrT="[Texte]"/>
      <dgm:spPr/>
      <dgm:t>
        <a:bodyPr/>
        <a:lstStyle/>
        <a:p>
          <a:r>
            <a:rPr lang="fr-CA" dirty="0"/>
            <a:t>Réponses aux risques</a:t>
          </a:r>
        </a:p>
      </dgm:t>
    </dgm:pt>
    <dgm:pt modelId="{80BF0A4F-88AD-423F-B929-BEB01CB4C3BC}" type="parTrans" cxnId="{501E30B2-395A-43D5-B8BA-C5E5B29002F4}">
      <dgm:prSet/>
      <dgm:spPr/>
      <dgm:t>
        <a:bodyPr/>
        <a:lstStyle/>
        <a:p>
          <a:endParaRPr lang="fr-CA"/>
        </a:p>
      </dgm:t>
    </dgm:pt>
    <dgm:pt modelId="{47A41297-102A-4C3F-BC8D-DE58B5808B37}" type="sibTrans" cxnId="{501E30B2-395A-43D5-B8BA-C5E5B29002F4}">
      <dgm:prSet/>
      <dgm:spPr/>
      <dgm:t>
        <a:bodyPr/>
        <a:lstStyle/>
        <a:p>
          <a:endParaRPr lang="fr-CA"/>
        </a:p>
      </dgm:t>
    </dgm:pt>
    <dgm:pt modelId="{ED9CD48E-859B-4C7A-B2DC-D846EEBF06B2}">
      <dgm:prSet phldrT="[Texte]"/>
      <dgm:spPr/>
      <dgm:t>
        <a:bodyPr/>
        <a:lstStyle/>
        <a:p>
          <a:r>
            <a:rPr lang="fr-CA" dirty="0"/>
            <a:t>Activités de contrôle</a:t>
          </a:r>
        </a:p>
      </dgm:t>
    </dgm:pt>
    <dgm:pt modelId="{3CDD28A4-152A-40BA-921F-36593563A074}" type="parTrans" cxnId="{B0465E88-8A68-4D4E-ABCD-8023A4DC870C}">
      <dgm:prSet/>
      <dgm:spPr/>
      <dgm:t>
        <a:bodyPr/>
        <a:lstStyle/>
        <a:p>
          <a:endParaRPr lang="fr-CA"/>
        </a:p>
      </dgm:t>
    </dgm:pt>
    <dgm:pt modelId="{A4EB6CAE-6C0F-45F3-8B63-C06F26EC2C87}" type="sibTrans" cxnId="{B0465E88-8A68-4D4E-ABCD-8023A4DC870C}">
      <dgm:prSet/>
      <dgm:spPr/>
      <dgm:t>
        <a:bodyPr/>
        <a:lstStyle/>
        <a:p>
          <a:endParaRPr lang="fr-CA"/>
        </a:p>
      </dgm:t>
    </dgm:pt>
    <dgm:pt modelId="{385EF6CA-16B4-46FB-9D38-303AD139FD40}">
      <dgm:prSet phldrT="[Texte]"/>
      <dgm:spPr/>
      <dgm:t>
        <a:bodyPr/>
        <a:lstStyle/>
        <a:p>
          <a:r>
            <a:rPr lang="fr-CA" dirty="0"/>
            <a:t>Information et communication</a:t>
          </a:r>
        </a:p>
      </dgm:t>
    </dgm:pt>
    <dgm:pt modelId="{127FE7F5-379D-4856-ADF4-41FD27B6605E}" type="parTrans" cxnId="{BD6305C0-B42E-4998-B7A9-1816CB28FECB}">
      <dgm:prSet/>
      <dgm:spPr/>
      <dgm:t>
        <a:bodyPr/>
        <a:lstStyle/>
        <a:p>
          <a:endParaRPr lang="fr-CA"/>
        </a:p>
      </dgm:t>
    </dgm:pt>
    <dgm:pt modelId="{AE97B6EA-0B6A-4E2B-B772-17BF2F1FA3A8}" type="sibTrans" cxnId="{BD6305C0-B42E-4998-B7A9-1816CB28FECB}">
      <dgm:prSet/>
      <dgm:spPr/>
      <dgm:t>
        <a:bodyPr/>
        <a:lstStyle/>
        <a:p>
          <a:endParaRPr lang="fr-CA"/>
        </a:p>
      </dgm:t>
    </dgm:pt>
    <dgm:pt modelId="{D437B17E-3FF9-4DB2-B97D-4A6C8D3681D2}">
      <dgm:prSet phldrT="[Texte]"/>
      <dgm:spPr/>
      <dgm:t>
        <a:bodyPr/>
        <a:lstStyle/>
        <a:p>
          <a:r>
            <a:rPr lang="fr-CA" dirty="0"/>
            <a:t>Suivi </a:t>
          </a:r>
        </a:p>
      </dgm:t>
    </dgm:pt>
    <dgm:pt modelId="{C8EA6B03-43C5-49BE-85E7-DA70771C87C7}" type="parTrans" cxnId="{D5EE9360-2AD6-4C17-B1A6-BAE9588AAFF9}">
      <dgm:prSet/>
      <dgm:spPr/>
      <dgm:t>
        <a:bodyPr/>
        <a:lstStyle/>
        <a:p>
          <a:endParaRPr lang="fr-CA"/>
        </a:p>
      </dgm:t>
    </dgm:pt>
    <dgm:pt modelId="{FAC7D2D0-7547-431E-B4F6-06EEFEA128A2}" type="sibTrans" cxnId="{D5EE9360-2AD6-4C17-B1A6-BAE9588AAFF9}">
      <dgm:prSet/>
      <dgm:spPr/>
      <dgm:t>
        <a:bodyPr/>
        <a:lstStyle/>
        <a:p>
          <a:endParaRPr lang="fr-CA"/>
        </a:p>
      </dgm:t>
    </dgm:pt>
    <dgm:pt modelId="{C79816D9-FF14-468F-810C-B9FDD404138E}" type="pres">
      <dgm:prSet presAssocID="{1E0A3AE8-3301-43A9-896F-1D0E14926ED7}" presName="Name0" presStyleCnt="0">
        <dgm:presLayoutVars>
          <dgm:dir/>
          <dgm:resizeHandles val="exact"/>
        </dgm:presLayoutVars>
      </dgm:prSet>
      <dgm:spPr/>
    </dgm:pt>
    <dgm:pt modelId="{2A02EB9D-6AFE-44D8-8806-B2FCC31F98C7}" type="pres">
      <dgm:prSet presAssocID="{502E45F9-9459-4FE8-B97F-26966D462353}" presName="parTxOnly" presStyleLbl="node1" presStyleIdx="0" presStyleCnt="6" custLinFactNeighborX="7961" custLinFactNeighborY="1443">
        <dgm:presLayoutVars>
          <dgm:bulletEnabled val="1"/>
        </dgm:presLayoutVars>
      </dgm:prSet>
      <dgm:spPr/>
    </dgm:pt>
    <dgm:pt modelId="{1C89B319-538A-46DF-91BD-8C8E131FFEF2}" type="pres">
      <dgm:prSet presAssocID="{AB8992BB-8AAE-4770-953F-E1267F7C1F88}" presName="parSpace" presStyleCnt="0"/>
      <dgm:spPr/>
    </dgm:pt>
    <dgm:pt modelId="{1EAC04FA-5FEA-49FF-8580-D9EA1B432800}" type="pres">
      <dgm:prSet presAssocID="{71F60D37-9F11-4749-96A6-E07BCA617677}" presName="parTxOnly" presStyleLbl="node1" presStyleIdx="1" presStyleCnt="6">
        <dgm:presLayoutVars>
          <dgm:bulletEnabled val="1"/>
        </dgm:presLayoutVars>
      </dgm:prSet>
      <dgm:spPr/>
    </dgm:pt>
    <dgm:pt modelId="{F3F9C168-E941-4063-8EE6-D7034E3C778A}" type="pres">
      <dgm:prSet presAssocID="{3CD185AB-A044-4716-ACB9-1AF87777BD17}" presName="parSpace" presStyleCnt="0"/>
      <dgm:spPr/>
    </dgm:pt>
    <dgm:pt modelId="{D2953400-2FA3-4576-8E2B-A223931B397D}" type="pres">
      <dgm:prSet presAssocID="{9886C3BD-77F6-493A-9022-9B8A2D5660FF}" presName="parTxOnly" presStyleLbl="node1" presStyleIdx="2" presStyleCnt="6">
        <dgm:presLayoutVars>
          <dgm:bulletEnabled val="1"/>
        </dgm:presLayoutVars>
      </dgm:prSet>
      <dgm:spPr/>
    </dgm:pt>
    <dgm:pt modelId="{F2B83813-B3D1-4569-A452-186959623BD0}" type="pres">
      <dgm:prSet presAssocID="{47A41297-102A-4C3F-BC8D-DE58B5808B37}" presName="parSpace" presStyleCnt="0"/>
      <dgm:spPr/>
    </dgm:pt>
    <dgm:pt modelId="{F749DF59-F989-4E2C-BCC6-62B69ABDBF0C}" type="pres">
      <dgm:prSet presAssocID="{ED9CD48E-859B-4C7A-B2DC-D846EEBF06B2}" presName="parTxOnly" presStyleLbl="node1" presStyleIdx="3" presStyleCnt="6">
        <dgm:presLayoutVars>
          <dgm:bulletEnabled val="1"/>
        </dgm:presLayoutVars>
      </dgm:prSet>
      <dgm:spPr/>
    </dgm:pt>
    <dgm:pt modelId="{814002AB-2D19-4C9A-A874-35461B4F2A16}" type="pres">
      <dgm:prSet presAssocID="{A4EB6CAE-6C0F-45F3-8B63-C06F26EC2C87}" presName="parSpace" presStyleCnt="0"/>
      <dgm:spPr/>
    </dgm:pt>
    <dgm:pt modelId="{ABF49B41-DBAD-432D-A25E-1E0EA92871B3}" type="pres">
      <dgm:prSet presAssocID="{385EF6CA-16B4-46FB-9D38-303AD139FD40}" presName="parTxOnly" presStyleLbl="node1" presStyleIdx="4" presStyleCnt="6">
        <dgm:presLayoutVars>
          <dgm:bulletEnabled val="1"/>
        </dgm:presLayoutVars>
      </dgm:prSet>
      <dgm:spPr/>
    </dgm:pt>
    <dgm:pt modelId="{719A7DD6-FA34-4EE6-9CF5-88BBFB3409A1}" type="pres">
      <dgm:prSet presAssocID="{AE97B6EA-0B6A-4E2B-B772-17BF2F1FA3A8}" presName="parSpace" presStyleCnt="0"/>
      <dgm:spPr/>
    </dgm:pt>
    <dgm:pt modelId="{8B345557-9216-4F7A-B8D7-3542277BE8F9}" type="pres">
      <dgm:prSet presAssocID="{D437B17E-3FF9-4DB2-B97D-4A6C8D3681D2}" presName="parTxOnly" presStyleLbl="node1" presStyleIdx="5" presStyleCnt="6">
        <dgm:presLayoutVars>
          <dgm:bulletEnabled val="1"/>
        </dgm:presLayoutVars>
      </dgm:prSet>
      <dgm:spPr/>
    </dgm:pt>
  </dgm:ptLst>
  <dgm:cxnLst>
    <dgm:cxn modelId="{04E76900-768E-4BF9-B969-63BA9D50730C}" type="presOf" srcId="{385EF6CA-16B4-46FB-9D38-303AD139FD40}" destId="{ABF49B41-DBAD-432D-A25E-1E0EA92871B3}" srcOrd="0" destOrd="0" presId="urn:microsoft.com/office/officeart/2005/8/layout/hChevron3"/>
    <dgm:cxn modelId="{4BC80D1F-712F-4C81-AF26-F1904FB83770}" type="presOf" srcId="{71F60D37-9F11-4749-96A6-E07BCA617677}" destId="{1EAC04FA-5FEA-49FF-8580-D9EA1B432800}" srcOrd="0" destOrd="0" presId="urn:microsoft.com/office/officeart/2005/8/layout/hChevron3"/>
    <dgm:cxn modelId="{5D38E73E-730D-4BD9-ADE5-F682AAC3A8DE}" srcId="{1E0A3AE8-3301-43A9-896F-1D0E14926ED7}" destId="{71F60D37-9F11-4749-96A6-E07BCA617677}" srcOrd="1" destOrd="0" parTransId="{799ED959-180B-4188-9A7C-7271607FDE09}" sibTransId="{3CD185AB-A044-4716-ACB9-1AF87777BD17}"/>
    <dgm:cxn modelId="{D5EE9360-2AD6-4C17-B1A6-BAE9588AAFF9}" srcId="{1E0A3AE8-3301-43A9-896F-1D0E14926ED7}" destId="{D437B17E-3FF9-4DB2-B97D-4A6C8D3681D2}" srcOrd="5" destOrd="0" parTransId="{C8EA6B03-43C5-49BE-85E7-DA70771C87C7}" sibTransId="{FAC7D2D0-7547-431E-B4F6-06EEFEA128A2}"/>
    <dgm:cxn modelId="{806A6C68-94A3-4497-89CE-F070C064E65A}" type="presOf" srcId="{D437B17E-3FF9-4DB2-B97D-4A6C8D3681D2}" destId="{8B345557-9216-4F7A-B8D7-3542277BE8F9}" srcOrd="0" destOrd="0" presId="urn:microsoft.com/office/officeart/2005/8/layout/hChevron3"/>
    <dgm:cxn modelId="{1598C852-23D2-4609-8A42-105E38F41C79}" type="presOf" srcId="{9886C3BD-77F6-493A-9022-9B8A2D5660FF}" destId="{D2953400-2FA3-4576-8E2B-A223931B397D}" srcOrd="0" destOrd="0" presId="urn:microsoft.com/office/officeart/2005/8/layout/hChevron3"/>
    <dgm:cxn modelId="{B0465E88-8A68-4D4E-ABCD-8023A4DC870C}" srcId="{1E0A3AE8-3301-43A9-896F-1D0E14926ED7}" destId="{ED9CD48E-859B-4C7A-B2DC-D846EEBF06B2}" srcOrd="3" destOrd="0" parTransId="{3CDD28A4-152A-40BA-921F-36593563A074}" sibTransId="{A4EB6CAE-6C0F-45F3-8B63-C06F26EC2C87}"/>
    <dgm:cxn modelId="{7E9EB18B-3193-4DEE-B48F-BDBA5EC507BC}" type="presOf" srcId="{502E45F9-9459-4FE8-B97F-26966D462353}" destId="{2A02EB9D-6AFE-44D8-8806-B2FCC31F98C7}" srcOrd="0" destOrd="0" presId="urn:microsoft.com/office/officeart/2005/8/layout/hChevron3"/>
    <dgm:cxn modelId="{A3D729A0-4794-46BE-9EFE-D853C1C140DC}" type="presOf" srcId="{ED9CD48E-859B-4C7A-B2DC-D846EEBF06B2}" destId="{F749DF59-F989-4E2C-BCC6-62B69ABDBF0C}" srcOrd="0" destOrd="0" presId="urn:microsoft.com/office/officeart/2005/8/layout/hChevron3"/>
    <dgm:cxn modelId="{501E30B2-395A-43D5-B8BA-C5E5B29002F4}" srcId="{1E0A3AE8-3301-43A9-896F-1D0E14926ED7}" destId="{9886C3BD-77F6-493A-9022-9B8A2D5660FF}" srcOrd="2" destOrd="0" parTransId="{80BF0A4F-88AD-423F-B929-BEB01CB4C3BC}" sibTransId="{47A41297-102A-4C3F-BC8D-DE58B5808B37}"/>
    <dgm:cxn modelId="{6FB37ABA-2ED9-428F-9CEB-F7F72F3487C4}" srcId="{1E0A3AE8-3301-43A9-896F-1D0E14926ED7}" destId="{502E45F9-9459-4FE8-B97F-26966D462353}" srcOrd="0" destOrd="0" parTransId="{28753C7B-C239-47E9-967C-6D3D6A947128}" sibTransId="{AB8992BB-8AAE-4770-953F-E1267F7C1F88}"/>
    <dgm:cxn modelId="{BD6305C0-B42E-4998-B7A9-1816CB28FECB}" srcId="{1E0A3AE8-3301-43A9-896F-1D0E14926ED7}" destId="{385EF6CA-16B4-46FB-9D38-303AD139FD40}" srcOrd="4" destOrd="0" parTransId="{127FE7F5-379D-4856-ADF4-41FD27B6605E}" sibTransId="{AE97B6EA-0B6A-4E2B-B772-17BF2F1FA3A8}"/>
    <dgm:cxn modelId="{530FEDEC-AEC2-4FBF-B2A0-FDBF150B10F1}" type="presOf" srcId="{1E0A3AE8-3301-43A9-896F-1D0E14926ED7}" destId="{C79816D9-FF14-468F-810C-B9FDD404138E}" srcOrd="0" destOrd="0" presId="urn:microsoft.com/office/officeart/2005/8/layout/hChevron3"/>
    <dgm:cxn modelId="{88BAD5AA-B3A5-427E-A77E-D839FB6EE18A}" type="presParOf" srcId="{C79816D9-FF14-468F-810C-B9FDD404138E}" destId="{2A02EB9D-6AFE-44D8-8806-B2FCC31F98C7}" srcOrd="0" destOrd="0" presId="urn:microsoft.com/office/officeart/2005/8/layout/hChevron3"/>
    <dgm:cxn modelId="{A91D7F16-4316-4EE0-8D53-48317E82DFBC}" type="presParOf" srcId="{C79816D9-FF14-468F-810C-B9FDD404138E}" destId="{1C89B319-538A-46DF-91BD-8C8E131FFEF2}" srcOrd="1" destOrd="0" presId="urn:microsoft.com/office/officeart/2005/8/layout/hChevron3"/>
    <dgm:cxn modelId="{D978AE28-D553-494D-8231-7C1D20DE7894}" type="presParOf" srcId="{C79816D9-FF14-468F-810C-B9FDD404138E}" destId="{1EAC04FA-5FEA-49FF-8580-D9EA1B432800}" srcOrd="2" destOrd="0" presId="urn:microsoft.com/office/officeart/2005/8/layout/hChevron3"/>
    <dgm:cxn modelId="{A5A23330-D800-4CB6-8F59-FF8C32764017}" type="presParOf" srcId="{C79816D9-FF14-468F-810C-B9FDD404138E}" destId="{F3F9C168-E941-4063-8EE6-D7034E3C778A}" srcOrd="3" destOrd="0" presId="urn:microsoft.com/office/officeart/2005/8/layout/hChevron3"/>
    <dgm:cxn modelId="{7A8AF2DA-3FDB-4BD5-929A-31687FF3A247}" type="presParOf" srcId="{C79816D9-FF14-468F-810C-B9FDD404138E}" destId="{D2953400-2FA3-4576-8E2B-A223931B397D}" srcOrd="4" destOrd="0" presId="urn:microsoft.com/office/officeart/2005/8/layout/hChevron3"/>
    <dgm:cxn modelId="{5EA82043-7F8D-4B60-83FD-52ED2357C495}" type="presParOf" srcId="{C79816D9-FF14-468F-810C-B9FDD404138E}" destId="{F2B83813-B3D1-4569-A452-186959623BD0}" srcOrd="5" destOrd="0" presId="urn:microsoft.com/office/officeart/2005/8/layout/hChevron3"/>
    <dgm:cxn modelId="{025EB8E9-C427-4B12-A3B8-E9FFB90ECC24}" type="presParOf" srcId="{C79816D9-FF14-468F-810C-B9FDD404138E}" destId="{F749DF59-F989-4E2C-BCC6-62B69ABDBF0C}" srcOrd="6" destOrd="0" presId="urn:microsoft.com/office/officeart/2005/8/layout/hChevron3"/>
    <dgm:cxn modelId="{363C6BE9-6B3E-48F7-A73E-314873EB149B}" type="presParOf" srcId="{C79816D9-FF14-468F-810C-B9FDD404138E}" destId="{814002AB-2D19-4C9A-A874-35461B4F2A16}" srcOrd="7" destOrd="0" presId="urn:microsoft.com/office/officeart/2005/8/layout/hChevron3"/>
    <dgm:cxn modelId="{A267E016-53E3-4963-97F7-B65E26809CF1}" type="presParOf" srcId="{C79816D9-FF14-468F-810C-B9FDD404138E}" destId="{ABF49B41-DBAD-432D-A25E-1E0EA92871B3}" srcOrd="8" destOrd="0" presId="urn:microsoft.com/office/officeart/2005/8/layout/hChevron3"/>
    <dgm:cxn modelId="{F9DADACA-A18F-49E9-981A-DF5B2E49F6C4}" type="presParOf" srcId="{C79816D9-FF14-468F-810C-B9FDD404138E}" destId="{719A7DD6-FA34-4EE6-9CF5-88BBFB3409A1}" srcOrd="9" destOrd="0" presId="urn:microsoft.com/office/officeart/2005/8/layout/hChevron3"/>
    <dgm:cxn modelId="{DF176AD6-6756-4DD3-A991-A459489CA4DC}" type="presParOf" srcId="{C79816D9-FF14-468F-810C-B9FDD404138E}" destId="{8B345557-9216-4F7A-B8D7-3542277BE8F9}" srcOrd="10" destOrd="0" presId="urn:microsoft.com/office/officeart/2005/8/layout/hChevron3"/>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492346AB-A4FE-4D52-9D78-FA0A78539A4B}"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fr-CA"/>
        </a:p>
      </dgm:t>
    </dgm:pt>
    <dgm:pt modelId="{C3750417-88FE-45D6-A220-01E49AC3D2F6}">
      <dgm:prSet phldrT="[Texte]"/>
      <dgm:spPr/>
      <dgm:t>
        <a:bodyPr/>
        <a:lstStyle/>
        <a:p>
          <a:pPr>
            <a:buNone/>
          </a:pPr>
          <a:r>
            <a:rPr lang="fr-CA" b="1"/>
            <a:t>Risques stratégiques</a:t>
          </a:r>
          <a:endParaRPr lang="fr-CA" dirty="0"/>
        </a:p>
      </dgm:t>
    </dgm:pt>
    <dgm:pt modelId="{2F6C3415-2B30-4001-9177-117FE484B7DF}" type="parTrans" cxnId="{ADED5450-1373-486D-BB40-51F42415AD7A}">
      <dgm:prSet/>
      <dgm:spPr/>
      <dgm:t>
        <a:bodyPr/>
        <a:lstStyle/>
        <a:p>
          <a:endParaRPr lang="fr-CA"/>
        </a:p>
      </dgm:t>
    </dgm:pt>
    <dgm:pt modelId="{1801ACFE-8061-4CC1-AAAE-378684B8BB9C}" type="sibTrans" cxnId="{ADED5450-1373-486D-BB40-51F42415AD7A}">
      <dgm:prSet/>
      <dgm:spPr/>
      <dgm:t>
        <a:bodyPr/>
        <a:lstStyle/>
        <a:p>
          <a:endParaRPr lang="fr-CA"/>
        </a:p>
      </dgm:t>
    </dgm:pt>
    <dgm:pt modelId="{859E3F7E-1BDE-438B-84FC-ED9A11B85F85}">
      <dgm:prSet/>
      <dgm:spPr/>
      <dgm:t>
        <a:bodyPr/>
        <a:lstStyle/>
        <a:p>
          <a:r>
            <a:rPr lang="fr-CA" b="1"/>
            <a:t>Risques opérationnels</a:t>
          </a:r>
          <a:endParaRPr lang="fr-CA" dirty="0"/>
        </a:p>
      </dgm:t>
    </dgm:pt>
    <dgm:pt modelId="{E37D6334-582B-4B95-9005-DEA8BD994777}" type="parTrans" cxnId="{A9CEC9FC-0612-464D-B30F-FAD09507E9DA}">
      <dgm:prSet/>
      <dgm:spPr/>
      <dgm:t>
        <a:bodyPr/>
        <a:lstStyle/>
        <a:p>
          <a:endParaRPr lang="fr-CA"/>
        </a:p>
      </dgm:t>
    </dgm:pt>
    <dgm:pt modelId="{89051FD2-DACE-40B4-92EE-C1AA0DA18539}" type="sibTrans" cxnId="{A9CEC9FC-0612-464D-B30F-FAD09507E9DA}">
      <dgm:prSet/>
      <dgm:spPr/>
      <dgm:t>
        <a:bodyPr/>
        <a:lstStyle/>
        <a:p>
          <a:endParaRPr lang="fr-CA"/>
        </a:p>
      </dgm:t>
    </dgm:pt>
    <dgm:pt modelId="{93DBEFE5-5DB0-4367-BEEB-088F4FF64D99}">
      <dgm:prSet/>
      <dgm:spPr/>
      <dgm:t>
        <a:bodyPr/>
        <a:lstStyle/>
        <a:p>
          <a:r>
            <a:rPr lang="fr-CA" b="1" dirty="0"/>
            <a:t>Risques liés à l’information</a:t>
          </a:r>
        </a:p>
      </dgm:t>
    </dgm:pt>
    <dgm:pt modelId="{9AD49E6D-01CB-4D83-8A43-C41724E6C01E}" type="parTrans" cxnId="{E65375F7-E2D1-4629-920A-9ACBE25A3831}">
      <dgm:prSet/>
      <dgm:spPr/>
      <dgm:t>
        <a:bodyPr/>
        <a:lstStyle/>
        <a:p>
          <a:endParaRPr lang="fr-CA"/>
        </a:p>
      </dgm:t>
    </dgm:pt>
    <dgm:pt modelId="{BF19D5AE-58BF-4858-AB53-C002510667C8}" type="sibTrans" cxnId="{E65375F7-E2D1-4629-920A-9ACBE25A3831}">
      <dgm:prSet/>
      <dgm:spPr/>
      <dgm:t>
        <a:bodyPr/>
        <a:lstStyle/>
        <a:p>
          <a:endParaRPr lang="fr-CA"/>
        </a:p>
      </dgm:t>
    </dgm:pt>
    <dgm:pt modelId="{195D1BEC-B8EE-49ED-96EC-05066B21A972}">
      <dgm:prSet/>
      <dgm:spPr/>
      <dgm:t>
        <a:bodyPr/>
        <a:lstStyle/>
        <a:p>
          <a:r>
            <a:rPr lang="fr-CA" b="1"/>
            <a:t>Risques de non-conformité</a:t>
          </a:r>
          <a:endParaRPr lang="fr-CA" dirty="0"/>
        </a:p>
      </dgm:t>
    </dgm:pt>
    <dgm:pt modelId="{E51BE281-D1FB-4E8E-ADBB-EAB86EEE1AE0}" type="parTrans" cxnId="{BBD67734-F3FD-4D09-BE7D-7F59EE49870E}">
      <dgm:prSet/>
      <dgm:spPr/>
      <dgm:t>
        <a:bodyPr/>
        <a:lstStyle/>
        <a:p>
          <a:endParaRPr lang="fr-CA"/>
        </a:p>
      </dgm:t>
    </dgm:pt>
    <dgm:pt modelId="{C5CD45C2-DE19-4FDD-AECB-B125EBDA1EFC}" type="sibTrans" cxnId="{BBD67734-F3FD-4D09-BE7D-7F59EE49870E}">
      <dgm:prSet/>
      <dgm:spPr/>
      <dgm:t>
        <a:bodyPr/>
        <a:lstStyle/>
        <a:p>
          <a:endParaRPr lang="fr-CA"/>
        </a:p>
      </dgm:t>
    </dgm:pt>
    <dgm:pt modelId="{6B6DF170-CFC7-4854-9891-8291DA43BA7F}" type="pres">
      <dgm:prSet presAssocID="{492346AB-A4FE-4D52-9D78-FA0A78539A4B}" presName="Name0" presStyleCnt="0">
        <dgm:presLayoutVars>
          <dgm:dir/>
          <dgm:animLvl val="lvl"/>
          <dgm:resizeHandles val="exact"/>
        </dgm:presLayoutVars>
      </dgm:prSet>
      <dgm:spPr/>
    </dgm:pt>
    <dgm:pt modelId="{EEFCFE86-3D7E-46B9-9032-7B448263453E}" type="pres">
      <dgm:prSet presAssocID="{C3750417-88FE-45D6-A220-01E49AC3D2F6}" presName="linNode" presStyleCnt="0"/>
      <dgm:spPr/>
    </dgm:pt>
    <dgm:pt modelId="{65375BDA-6F40-4AF1-B839-2937EAF9FEED}" type="pres">
      <dgm:prSet presAssocID="{C3750417-88FE-45D6-A220-01E49AC3D2F6}" presName="parentText" presStyleLbl="node1" presStyleIdx="0" presStyleCnt="4">
        <dgm:presLayoutVars>
          <dgm:chMax val="1"/>
          <dgm:bulletEnabled val="1"/>
        </dgm:presLayoutVars>
      </dgm:prSet>
      <dgm:spPr/>
    </dgm:pt>
    <dgm:pt modelId="{9D9E5875-1E43-4D4A-A766-A18B9D9F8C0C}" type="pres">
      <dgm:prSet presAssocID="{1801ACFE-8061-4CC1-AAAE-378684B8BB9C}" presName="sp" presStyleCnt="0"/>
      <dgm:spPr/>
    </dgm:pt>
    <dgm:pt modelId="{E8786E1D-536C-4C4F-9B10-82F1B56DBD06}" type="pres">
      <dgm:prSet presAssocID="{859E3F7E-1BDE-438B-84FC-ED9A11B85F85}" presName="linNode" presStyleCnt="0"/>
      <dgm:spPr/>
    </dgm:pt>
    <dgm:pt modelId="{C8380FAD-0533-4875-A7C2-D22DD880D650}" type="pres">
      <dgm:prSet presAssocID="{859E3F7E-1BDE-438B-84FC-ED9A11B85F85}" presName="parentText" presStyleLbl="node1" presStyleIdx="1" presStyleCnt="4">
        <dgm:presLayoutVars>
          <dgm:chMax val="1"/>
          <dgm:bulletEnabled val="1"/>
        </dgm:presLayoutVars>
      </dgm:prSet>
      <dgm:spPr/>
    </dgm:pt>
    <dgm:pt modelId="{C2F58D4E-9349-4412-91B7-DBD61A46A535}" type="pres">
      <dgm:prSet presAssocID="{89051FD2-DACE-40B4-92EE-C1AA0DA18539}" presName="sp" presStyleCnt="0"/>
      <dgm:spPr/>
    </dgm:pt>
    <dgm:pt modelId="{969A3854-DC1B-45C4-A5AC-1F99A50853D9}" type="pres">
      <dgm:prSet presAssocID="{93DBEFE5-5DB0-4367-BEEB-088F4FF64D99}" presName="linNode" presStyleCnt="0"/>
      <dgm:spPr/>
    </dgm:pt>
    <dgm:pt modelId="{094CFBA6-460E-4E3A-AA1E-FDF1FEDCF424}" type="pres">
      <dgm:prSet presAssocID="{93DBEFE5-5DB0-4367-BEEB-088F4FF64D99}" presName="parentText" presStyleLbl="node1" presStyleIdx="2" presStyleCnt="4">
        <dgm:presLayoutVars>
          <dgm:chMax val="1"/>
          <dgm:bulletEnabled val="1"/>
        </dgm:presLayoutVars>
      </dgm:prSet>
      <dgm:spPr/>
    </dgm:pt>
    <dgm:pt modelId="{38A9A7E5-81E6-4132-B115-494D3A92C415}" type="pres">
      <dgm:prSet presAssocID="{BF19D5AE-58BF-4858-AB53-C002510667C8}" presName="sp" presStyleCnt="0"/>
      <dgm:spPr/>
    </dgm:pt>
    <dgm:pt modelId="{9EB0EA82-E823-47DB-B001-DE9F979656CA}" type="pres">
      <dgm:prSet presAssocID="{195D1BEC-B8EE-49ED-96EC-05066B21A972}" presName="linNode" presStyleCnt="0"/>
      <dgm:spPr/>
    </dgm:pt>
    <dgm:pt modelId="{1ED4A718-C470-471C-8548-77819C08982D}" type="pres">
      <dgm:prSet presAssocID="{195D1BEC-B8EE-49ED-96EC-05066B21A972}" presName="parentText" presStyleLbl="node1" presStyleIdx="3" presStyleCnt="4">
        <dgm:presLayoutVars>
          <dgm:chMax val="1"/>
          <dgm:bulletEnabled val="1"/>
        </dgm:presLayoutVars>
      </dgm:prSet>
      <dgm:spPr/>
    </dgm:pt>
  </dgm:ptLst>
  <dgm:cxnLst>
    <dgm:cxn modelId="{BBD67734-F3FD-4D09-BE7D-7F59EE49870E}" srcId="{492346AB-A4FE-4D52-9D78-FA0A78539A4B}" destId="{195D1BEC-B8EE-49ED-96EC-05066B21A972}" srcOrd="3" destOrd="0" parTransId="{E51BE281-D1FB-4E8E-ADBB-EAB86EEE1AE0}" sibTransId="{C5CD45C2-DE19-4FDD-AECB-B125EBDA1EFC}"/>
    <dgm:cxn modelId="{10F7553A-CF16-4768-A811-BBADA9F0F208}" type="presOf" srcId="{C3750417-88FE-45D6-A220-01E49AC3D2F6}" destId="{65375BDA-6F40-4AF1-B839-2937EAF9FEED}" srcOrd="0" destOrd="0" presId="urn:microsoft.com/office/officeart/2005/8/layout/vList5"/>
    <dgm:cxn modelId="{BD077564-180B-4663-9183-031471A1C3B4}" type="presOf" srcId="{195D1BEC-B8EE-49ED-96EC-05066B21A972}" destId="{1ED4A718-C470-471C-8548-77819C08982D}" srcOrd="0" destOrd="0" presId="urn:microsoft.com/office/officeart/2005/8/layout/vList5"/>
    <dgm:cxn modelId="{ADED5450-1373-486D-BB40-51F42415AD7A}" srcId="{492346AB-A4FE-4D52-9D78-FA0A78539A4B}" destId="{C3750417-88FE-45D6-A220-01E49AC3D2F6}" srcOrd="0" destOrd="0" parTransId="{2F6C3415-2B30-4001-9177-117FE484B7DF}" sibTransId="{1801ACFE-8061-4CC1-AAAE-378684B8BB9C}"/>
    <dgm:cxn modelId="{4012A180-AA04-48BA-A477-23225CBA30A9}" type="presOf" srcId="{93DBEFE5-5DB0-4367-BEEB-088F4FF64D99}" destId="{094CFBA6-460E-4E3A-AA1E-FDF1FEDCF424}" srcOrd="0" destOrd="0" presId="urn:microsoft.com/office/officeart/2005/8/layout/vList5"/>
    <dgm:cxn modelId="{0D61F681-D609-4B76-A451-C9D1D55F19E2}" type="presOf" srcId="{859E3F7E-1BDE-438B-84FC-ED9A11B85F85}" destId="{C8380FAD-0533-4875-A7C2-D22DD880D650}" srcOrd="0" destOrd="0" presId="urn:microsoft.com/office/officeart/2005/8/layout/vList5"/>
    <dgm:cxn modelId="{B4D94285-33D8-4F7D-98D4-3A525AE638F1}" type="presOf" srcId="{492346AB-A4FE-4D52-9D78-FA0A78539A4B}" destId="{6B6DF170-CFC7-4854-9891-8291DA43BA7F}" srcOrd="0" destOrd="0" presId="urn:microsoft.com/office/officeart/2005/8/layout/vList5"/>
    <dgm:cxn modelId="{E65375F7-E2D1-4629-920A-9ACBE25A3831}" srcId="{492346AB-A4FE-4D52-9D78-FA0A78539A4B}" destId="{93DBEFE5-5DB0-4367-BEEB-088F4FF64D99}" srcOrd="2" destOrd="0" parTransId="{9AD49E6D-01CB-4D83-8A43-C41724E6C01E}" sibTransId="{BF19D5AE-58BF-4858-AB53-C002510667C8}"/>
    <dgm:cxn modelId="{A9CEC9FC-0612-464D-B30F-FAD09507E9DA}" srcId="{492346AB-A4FE-4D52-9D78-FA0A78539A4B}" destId="{859E3F7E-1BDE-438B-84FC-ED9A11B85F85}" srcOrd="1" destOrd="0" parTransId="{E37D6334-582B-4B95-9005-DEA8BD994777}" sibTransId="{89051FD2-DACE-40B4-92EE-C1AA0DA18539}"/>
    <dgm:cxn modelId="{935E0E63-A6F8-416B-87C5-6B13A5E4BD01}" type="presParOf" srcId="{6B6DF170-CFC7-4854-9891-8291DA43BA7F}" destId="{EEFCFE86-3D7E-46B9-9032-7B448263453E}" srcOrd="0" destOrd="0" presId="urn:microsoft.com/office/officeart/2005/8/layout/vList5"/>
    <dgm:cxn modelId="{7B6A6CBC-E0BD-4E6C-A06A-A231E68BF291}" type="presParOf" srcId="{EEFCFE86-3D7E-46B9-9032-7B448263453E}" destId="{65375BDA-6F40-4AF1-B839-2937EAF9FEED}" srcOrd="0" destOrd="0" presId="urn:microsoft.com/office/officeart/2005/8/layout/vList5"/>
    <dgm:cxn modelId="{175C2710-67BF-44A1-90EF-73EB1FE91103}" type="presParOf" srcId="{6B6DF170-CFC7-4854-9891-8291DA43BA7F}" destId="{9D9E5875-1E43-4D4A-A766-A18B9D9F8C0C}" srcOrd="1" destOrd="0" presId="urn:microsoft.com/office/officeart/2005/8/layout/vList5"/>
    <dgm:cxn modelId="{47968440-1462-49B6-B812-206B5CCAC0C8}" type="presParOf" srcId="{6B6DF170-CFC7-4854-9891-8291DA43BA7F}" destId="{E8786E1D-536C-4C4F-9B10-82F1B56DBD06}" srcOrd="2" destOrd="0" presId="urn:microsoft.com/office/officeart/2005/8/layout/vList5"/>
    <dgm:cxn modelId="{1C43F295-720F-4CDD-8F36-42B12CCD1C1D}" type="presParOf" srcId="{E8786E1D-536C-4C4F-9B10-82F1B56DBD06}" destId="{C8380FAD-0533-4875-A7C2-D22DD880D650}" srcOrd="0" destOrd="0" presId="urn:microsoft.com/office/officeart/2005/8/layout/vList5"/>
    <dgm:cxn modelId="{DB195223-9DC0-420F-96FD-DF94CD6BB1DD}" type="presParOf" srcId="{6B6DF170-CFC7-4854-9891-8291DA43BA7F}" destId="{C2F58D4E-9349-4412-91B7-DBD61A46A535}" srcOrd="3" destOrd="0" presId="urn:microsoft.com/office/officeart/2005/8/layout/vList5"/>
    <dgm:cxn modelId="{034ECCC4-4A60-48BA-AE16-3E69B0047AD4}" type="presParOf" srcId="{6B6DF170-CFC7-4854-9891-8291DA43BA7F}" destId="{969A3854-DC1B-45C4-A5AC-1F99A50853D9}" srcOrd="4" destOrd="0" presId="urn:microsoft.com/office/officeart/2005/8/layout/vList5"/>
    <dgm:cxn modelId="{F855AA62-87ED-4608-A35C-E04193917343}" type="presParOf" srcId="{969A3854-DC1B-45C4-A5AC-1F99A50853D9}" destId="{094CFBA6-460E-4E3A-AA1E-FDF1FEDCF424}" srcOrd="0" destOrd="0" presId="urn:microsoft.com/office/officeart/2005/8/layout/vList5"/>
    <dgm:cxn modelId="{0575882A-B3FE-442D-BE7C-98EE150084FD}" type="presParOf" srcId="{6B6DF170-CFC7-4854-9891-8291DA43BA7F}" destId="{38A9A7E5-81E6-4132-B115-494D3A92C415}" srcOrd="5" destOrd="0" presId="urn:microsoft.com/office/officeart/2005/8/layout/vList5"/>
    <dgm:cxn modelId="{1D6C6630-80CC-498A-B554-2146CE0048AA}" type="presParOf" srcId="{6B6DF170-CFC7-4854-9891-8291DA43BA7F}" destId="{9EB0EA82-E823-47DB-B001-DE9F979656CA}" srcOrd="6" destOrd="0" presId="urn:microsoft.com/office/officeart/2005/8/layout/vList5"/>
    <dgm:cxn modelId="{E374A9EB-9AFE-4869-A145-A4B6741887D6}" type="presParOf" srcId="{9EB0EA82-E823-47DB-B001-DE9F979656CA}" destId="{1ED4A718-C470-471C-8548-77819C08982D}" srcOrd="0" destOrd="0" presId="urn:microsoft.com/office/officeart/2005/8/layout/vList5"/>
  </dgm:cxnLst>
  <dgm:bg/>
  <dgm:whole/>
  <dgm:extLst>
    <a:ext uri="http://schemas.microsoft.com/office/drawing/2008/diagram">
      <dsp:dataModelExt xmlns:dsp="http://schemas.microsoft.com/office/drawing/2008/diagram" relId="rId15"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1E0A3AE8-3301-43A9-896F-1D0E14926ED7}" type="doc">
      <dgm:prSet loTypeId="urn:microsoft.com/office/officeart/2005/8/layout/hChevron3" loCatId="process" qsTypeId="urn:microsoft.com/office/officeart/2005/8/quickstyle/simple1" qsCatId="simple" csTypeId="urn:microsoft.com/office/officeart/2005/8/colors/accent1_2" csCatId="accent1" phldr="1"/>
      <dgm:spPr/>
    </dgm:pt>
    <dgm:pt modelId="{A9D807B2-F232-404E-9549-3B08A3A84080}">
      <dgm:prSet phldrT="[Texte]" custT="1"/>
      <dgm:spPr>
        <a:solidFill>
          <a:srgbClr val="009FDF"/>
        </a:solidFill>
      </dgm:spPr>
      <dgm:t>
        <a:bodyPr/>
        <a:lstStyle/>
        <a:p>
          <a:r>
            <a:rPr lang="fr-CA" dirty="0"/>
            <a:t>Identifications des évènements</a:t>
          </a:r>
          <a:endParaRPr lang="fr-CA" sz="1400" b="0" dirty="0"/>
        </a:p>
      </dgm:t>
    </dgm:pt>
    <dgm:pt modelId="{A236DC2A-7A0F-4649-8C4F-91B690B38B31}" type="parTrans" cxnId="{4AC4ABB4-D622-4060-83C3-3AB12A4442AA}">
      <dgm:prSet/>
      <dgm:spPr/>
      <dgm:t>
        <a:bodyPr/>
        <a:lstStyle/>
        <a:p>
          <a:endParaRPr lang="fr-CA"/>
        </a:p>
      </dgm:t>
    </dgm:pt>
    <dgm:pt modelId="{55FFE477-5E5B-473D-AB6A-112F3249A789}" type="sibTrans" cxnId="{4AC4ABB4-D622-4060-83C3-3AB12A4442AA}">
      <dgm:prSet/>
      <dgm:spPr/>
      <dgm:t>
        <a:bodyPr/>
        <a:lstStyle/>
        <a:p>
          <a:endParaRPr lang="fr-CA"/>
        </a:p>
      </dgm:t>
    </dgm:pt>
    <dgm:pt modelId="{71F60D37-9F11-4749-96A6-E07BCA617677}">
      <dgm:prSet phldrT="[Texte]" custT="1"/>
      <dgm:spPr>
        <a:solidFill>
          <a:srgbClr val="00B050"/>
        </a:solidFill>
      </dgm:spPr>
      <dgm:t>
        <a:bodyPr/>
        <a:lstStyle/>
        <a:p>
          <a:r>
            <a:rPr lang="fr-CA" sz="1800" b="1" dirty="0"/>
            <a:t>Évaluation des risques</a:t>
          </a:r>
        </a:p>
      </dgm:t>
    </dgm:pt>
    <dgm:pt modelId="{799ED959-180B-4188-9A7C-7271607FDE09}" type="parTrans" cxnId="{5D38E73E-730D-4BD9-ADE5-F682AAC3A8DE}">
      <dgm:prSet/>
      <dgm:spPr/>
      <dgm:t>
        <a:bodyPr/>
        <a:lstStyle/>
        <a:p>
          <a:endParaRPr lang="fr-CA"/>
        </a:p>
      </dgm:t>
    </dgm:pt>
    <dgm:pt modelId="{3CD185AB-A044-4716-ACB9-1AF87777BD17}" type="sibTrans" cxnId="{5D38E73E-730D-4BD9-ADE5-F682AAC3A8DE}">
      <dgm:prSet/>
      <dgm:spPr/>
      <dgm:t>
        <a:bodyPr/>
        <a:lstStyle/>
        <a:p>
          <a:endParaRPr lang="fr-CA"/>
        </a:p>
      </dgm:t>
    </dgm:pt>
    <dgm:pt modelId="{9886C3BD-77F6-493A-9022-9B8A2D5660FF}">
      <dgm:prSet phldrT="[Texte]" custT="1"/>
      <dgm:spPr>
        <a:solidFill>
          <a:schemeClr val="accent1"/>
        </a:solidFill>
      </dgm:spPr>
      <dgm:t>
        <a:bodyPr/>
        <a:lstStyle/>
        <a:p>
          <a:r>
            <a:rPr lang="fr-CA" sz="2000" b="0" dirty="0"/>
            <a:t>Réponses aux risques</a:t>
          </a:r>
        </a:p>
      </dgm:t>
    </dgm:pt>
    <dgm:pt modelId="{80BF0A4F-88AD-423F-B929-BEB01CB4C3BC}" type="parTrans" cxnId="{501E30B2-395A-43D5-B8BA-C5E5B29002F4}">
      <dgm:prSet/>
      <dgm:spPr/>
      <dgm:t>
        <a:bodyPr/>
        <a:lstStyle/>
        <a:p>
          <a:endParaRPr lang="fr-CA"/>
        </a:p>
      </dgm:t>
    </dgm:pt>
    <dgm:pt modelId="{47A41297-102A-4C3F-BC8D-DE58B5808B37}" type="sibTrans" cxnId="{501E30B2-395A-43D5-B8BA-C5E5B29002F4}">
      <dgm:prSet/>
      <dgm:spPr/>
      <dgm:t>
        <a:bodyPr/>
        <a:lstStyle/>
        <a:p>
          <a:endParaRPr lang="fr-CA"/>
        </a:p>
      </dgm:t>
    </dgm:pt>
    <dgm:pt modelId="{ED9CD48E-859B-4C7A-B2DC-D846EEBF06B2}">
      <dgm:prSet phldrT="[Texte]"/>
      <dgm:spPr/>
      <dgm:t>
        <a:bodyPr/>
        <a:lstStyle/>
        <a:p>
          <a:r>
            <a:rPr lang="fr-CA" dirty="0"/>
            <a:t>Activités de contrôle</a:t>
          </a:r>
        </a:p>
      </dgm:t>
    </dgm:pt>
    <dgm:pt modelId="{3CDD28A4-152A-40BA-921F-36593563A074}" type="parTrans" cxnId="{B0465E88-8A68-4D4E-ABCD-8023A4DC870C}">
      <dgm:prSet/>
      <dgm:spPr/>
      <dgm:t>
        <a:bodyPr/>
        <a:lstStyle/>
        <a:p>
          <a:endParaRPr lang="fr-CA"/>
        </a:p>
      </dgm:t>
    </dgm:pt>
    <dgm:pt modelId="{A4EB6CAE-6C0F-45F3-8B63-C06F26EC2C87}" type="sibTrans" cxnId="{B0465E88-8A68-4D4E-ABCD-8023A4DC870C}">
      <dgm:prSet/>
      <dgm:spPr/>
      <dgm:t>
        <a:bodyPr/>
        <a:lstStyle/>
        <a:p>
          <a:endParaRPr lang="fr-CA"/>
        </a:p>
      </dgm:t>
    </dgm:pt>
    <dgm:pt modelId="{385EF6CA-16B4-46FB-9D38-303AD139FD40}">
      <dgm:prSet phldrT="[Texte]"/>
      <dgm:spPr/>
      <dgm:t>
        <a:bodyPr/>
        <a:lstStyle/>
        <a:p>
          <a:r>
            <a:rPr lang="fr-CA" dirty="0"/>
            <a:t>Information et communication</a:t>
          </a:r>
        </a:p>
      </dgm:t>
    </dgm:pt>
    <dgm:pt modelId="{127FE7F5-379D-4856-ADF4-41FD27B6605E}" type="parTrans" cxnId="{BD6305C0-B42E-4998-B7A9-1816CB28FECB}">
      <dgm:prSet/>
      <dgm:spPr/>
      <dgm:t>
        <a:bodyPr/>
        <a:lstStyle/>
        <a:p>
          <a:endParaRPr lang="fr-CA"/>
        </a:p>
      </dgm:t>
    </dgm:pt>
    <dgm:pt modelId="{AE97B6EA-0B6A-4E2B-B772-17BF2F1FA3A8}" type="sibTrans" cxnId="{BD6305C0-B42E-4998-B7A9-1816CB28FECB}">
      <dgm:prSet/>
      <dgm:spPr/>
      <dgm:t>
        <a:bodyPr/>
        <a:lstStyle/>
        <a:p>
          <a:endParaRPr lang="fr-CA"/>
        </a:p>
      </dgm:t>
    </dgm:pt>
    <dgm:pt modelId="{D437B17E-3FF9-4DB2-B97D-4A6C8D3681D2}">
      <dgm:prSet phldrT="[Texte]"/>
      <dgm:spPr/>
      <dgm:t>
        <a:bodyPr/>
        <a:lstStyle/>
        <a:p>
          <a:r>
            <a:rPr lang="fr-CA" dirty="0"/>
            <a:t>Suivi </a:t>
          </a:r>
        </a:p>
      </dgm:t>
    </dgm:pt>
    <dgm:pt modelId="{C8EA6B03-43C5-49BE-85E7-DA70771C87C7}" type="parTrans" cxnId="{D5EE9360-2AD6-4C17-B1A6-BAE9588AAFF9}">
      <dgm:prSet/>
      <dgm:spPr/>
      <dgm:t>
        <a:bodyPr/>
        <a:lstStyle/>
        <a:p>
          <a:endParaRPr lang="fr-CA"/>
        </a:p>
      </dgm:t>
    </dgm:pt>
    <dgm:pt modelId="{FAC7D2D0-7547-431E-B4F6-06EEFEA128A2}" type="sibTrans" cxnId="{D5EE9360-2AD6-4C17-B1A6-BAE9588AAFF9}">
      <dgm:prSet/>
      <dgm:spPr/>
      <dgm:t>
        <a:bodyPr/>
        <a:lstStyle/>
        <a:p>
          <a:endParaRPr lang="fr-CA"/>
        </a:p>
      </dgm:t>
    </dgm:pt>
    <dgm:pt modelId="{C79816D9-FF14-468F-810C-B9FDD404138E}" type="pres">
      <dgm:prSet presAssocID="{1E0A3AE8-3301-43A9-896F-1D0E14926ED7}" presName="Name0" presStyleCnt="0">
        <dgm:presLayoutVars>
          <dgm:dir/>
          <dgm:resizeHandles val="exact"/>
        </dgm:presLayoutVars>
      </dgm:prSet>
      <dgm:spPr/>
    </dgm:pt>
    <dgm:pt modelId="{B108EF43-88DC-4776-9846-D4B5DAC7995A}" type="pres">
      <dgm:prSet presAssocID="{A9D807B2-F232-404E-9549-3B08A3A84080}" presName="parTxOnly" presStyleLbl="node1" presStyleIdx="0" presStyleCnt="6">
        <dgm:presLayoutVars>
          <dgm:bulletEnabled val="1"/>
        </dgm:presLayoutVars>
      </dgm:prSet>
      <dgm:spPr/>
    </dgm:pt>
    <dgm:pt modelId="{EDE4F820-470E-473F-ACAD-59D95D118425}" type="pres">
      <dgm:prSet presAssocID="{55FFE477-5E5B-473D-AB6A-112F3249A789}" presName="parSpace" presStyleCnt="0"/>
      <dgm:spPr/>
    </dgm:pt>
    <dgm:pt modelId="{1EAC04FA-5FEA-49FF-8580-D9EA1B432800}" type="pres">
      <dgm:prSet presAssocID="{71F60D37-9F11-4749-96A6-E07BCA617677}" presName="parTxOnly" presStyleLbl="node1" presStyleIdx="1" presStyleCnt="6" custScaleX="166615">
        <dgm:presLayoutVars>
          <dgm:bulletEnabled val="1"/>
        </dgm:presLayoutVars>
      </dgm:prSet>
      <dgm:spPr/>
    </dgm:pt>
    <dgm:pt modelId="{F3F9C168-E941-4063-8EE6-D7034E3C778A}" type="pres">
      <dgm:prSet presAssocID="{3CD185AB-A044-4716-ACB9-1AF87777BD17}" presName="parSpace" presStyleCnt="0"/>
      <dgm:spPr/>
    </dgm:pt>
    <dgm:pt modelId="{D2953400-2FA3-4576-8E2B-A223931B397D}" type="pres">
      <dgm:prSet presAssocID="{9886C3BD-77F6-493A-9022-9B8A2D5660FF}" presName="parTxOnly" presStyleLbl="node1" presStyleIdx="2" presStyleCnt="6">
        <dgm:presLayoutVars>
          <dgm:bulletEnabled val="1"/>
        </dgm:presLayoutVars>
      </dgm:prSet>
      <dgm:spPr/>
    </dgm:pt>
    <dgm:pt modelId="{F2B83813-B3D1-4569-A452-186959623BD0}" type="pres">
      <dgm:prSet presAssocID="{47A41297-102A-4C3F-BC8D-DE58B5808B37}" presName="parSpace" presStyleCnt="0"/>
      <dgm:spPr/>
    </dgm:pt>
    <dgm:pt modelId="{F749DF59-F989-4E2C-BCC6-62B69ABDBF0C}" type="pres">
      <dgm:prSet presAssocID="{ED9CD48E-859B-4C7A-B2DC-D846EEBF06B2}" presName="parTxOnly" presStyleLbl="node1" presStyleIdx="3" presStyleCnt="6">
        <dgm:presLayoutVars>
          <dgm:bulletEnabled val="1"/>
        </dgm:presLayoutVars>
      </dgm:prSet>
      <dgm:spPr/>
    </dgm:pt>
    <dgm:pt modelId="{814002AB-2D19-4C9A-A874-35461B4F2A16}" type="pres">
      <dgm:prSet presAssocID="{A4EB6CAE-6C0F-45F3-8B63-C06F26EC2C87}" presName="parSpace" presStyleCnt="0"/>
      <dgm:spPr/>
    </dgm:pt>
    <dgm:pt modelId="{ABF49B41-DBAD-432D-A25E-1E0EA92871B3}" type="pres">
      <dgm:prSet presAssocID="{385EF6CA-16B4-46FB-9D38-303AD139FD40}" presName="parTxOnly" presStyleLbl="node1" presStyleIdx="4" presStyleCnt="6">
        <dgm:presLayoutVars>
          <dgm:bulletEnabled val="1"/>
        </dgm:presLayoutVars>
      </dgm:prSet>
      <dgm:spPr/>
    </dgm:pt>
    <dgm:pt modelId="{719A7DD6-FA34-4EE6-9CF5-88BBFB3409A1}" type="pres">
      <dgm:prSet presAssocID="{AE97B6EA-0B6A-4E2B-B772-17BF2F1FA3A8}" presName="parSpace" presStyleCnt="0"/>
      <dgm:spPr/>
    </dgm:pt>
    <dgm:pt modelId="{8B345557-9216-4F7A-B8D7-3542277BE8F9}" type="pres">
      <dgm:prSet presAssocID="{D437B17E-3FF9-4DB2-B97D-4A6C8D3681D2}" presName="parTxOnly" presStyleLbl="node1" presStyleIdx="5" presStyleCnt="6">
        <dgm:presLayoutVars>
          <dgm:bulletEnabled val="1"/>
        </dgm:presLayoutVars>
      </dgm:prSet>
      <dgm:spPr/>
    </dgm:pt>
  </dgm:ptLst>
  <dgm:cxnLst>
    <dgm:cxn modelId="{8FBAF10B-44E1-4B6E-890D-0AFF6DC4A5A1}" type="presOf" srcId="{71F60D37-9F11-4749-96A6-E07BCA617677}" destId="{1EAC04FA-5FEA-49FF-8580-D9EA1B432800}" srcOrd="0" destOrd="0" presId="urn:microsoft.com/office/officeart/2005/8/layout/hChevron3"/>
    <dgm:cxn modelId="{70341F3D-62C4-49E6-80A1-425217F3AC65}" type="presOf" srcId="{ED9CD48E-859B-4C7A-B2DC-D846EEBF06B2}" destId="{F749DF59-F989-4E2C-BCC6-62B69ABDBF0C}" srcOrd="0" destOrd="0" presId="urn:microsoft.com/office/officeart/2005/8/layout/hChevron3"/>
    <dgm:cxn modelId="{5D38E73E-730D-4BD9-ADE5-F682AAC3A8DE}" srcId="{1E0A3AE8-3301-43A9-896F-1D0E14926ED7}" destId="{71F60D37-9F11-4749-96A6-E07BCA617677}" srcOrd="1" destOrd="0" parTransId="{799ED959-180B-4188-9A7C-7271607FDE09}" sibTransId="{3CD185AB-A044-4716-ACB9-1AF87777BD17}"/>
    <dgm:cxn modelId="{D5EE9360-2AD6-4C17-B1A6-BAE9588AAFF9}" srcId="{1E0A3AE8-3301-43A9-896F-1D0E14926ED7}" destId="{D437B17E-3FF9-4DB2-B97D-4A6C8D3681D2}" srcOrd="5" destOrd="0" parTransId="{C8EA6B03-43C5-49BE-85E7-DA70771C87C7}" sibTransId="{FAC7D2D0-7547-431E-B4F6-06EEFEA128A2}"/>
    <dgm:cxn modelId="{4A1E524A-F798-46B7-83C5-5557BA72D714}" type="presOf" srcId="{D437B17E-3FF9-4DB2-B97D-4A6C8D3681D2}" destId="{8B345557-9216-4F7A-B8D7-3542277BE8F9}" srcOrd="0" destOrd="0" presId="urn:microsoft.com/office/officeart/2005/8/layout/hChevron3"/>
    <dgm:cxn modelId="{311FBB53-6BB7-4053-A353-8F3E862F1D1D}" type="presOf" srcId="{A9D807B2-F232-404E-9549-3B08A3A84080}" destId="{B108EF43-88DC-4776-9846-D4B5DAC7995A}" srcOrd="0" destOrd="0" presId="urn:microsoft.com/office/officeart/2005/8/layout/hChevron3"/>
    <dgm:cxn modelId="{B0465E88-8A68-4D4E-ABCD-8023A4DC870C}" srcId="{1E0A3AE8-3301-43A9-896F-1D0E14926ED7}" destId="{ED9CD48E-859B-4C7A-B2DC-D846EEBF06B2}" srcOrd="3" destOrd="0" parTransId="{3CDD28A4-152A-40BA-921F-36593563A074}" sibTransId="{A4EB6CAE-6C0F-45F3-8B63-C06F26EC2C87}"/>
    <dgm:cxn modelId="{7F7DC5A0-D63A-4615-AB18-43318D171413}" type="presOf" srcId="{1E0A3AE8-3301-43A9-896F-1D0E14926ED7}" destId="{C79816D9-FF14-468F-810C-B9FDD404138E}" srcOrd="0" destOrd="0" presId="urn:microsoft.com/office/officeart/2005/8/layout/hChevron3"/>
    <dgm:cxn modelId="{4114D4A6-4B10-46BB-93FB-F754A1EFABAF}" type="presOf" srcId="{385EF6CA-16B4-46FB-9D38-303AD139FD40}" destId="{ABF49B41-DBAD-432D-A25E-1E0EA92871B3}" srcOrd="0" destOrd="0" presId="urn:microsoft.com/office/officeart/2005/8/layout/hChevron3"/>
    <dgm:cxn modelId="{501E30B2-395A-43D5-B8BA-C5E5B29002F4}" srcId="{1E0A3AE8-3301-43A9-896F-1D0E14926ED7}" destId="{9886C3BD-77F6-493A-9022-9B8A2D5660FF}" srcOrd="2" destOrd="0" parTransId="{80BF0A4F-88AD-423F-B929-BEB01CB4C3BC}" sibTransId="{47A41297-102A-4C3F-BC8D-DE58B5808B37}"/>
    <dgm:cxn modelId="{4AC4ABB4-D622-4060-83C3-3AB12A4442AA}" srcId="{1E0A3AE8-3301-43A9-896F-1D0E14926ED7}" destId="{A9D807B2-F232-404E-9549-3B08A3A84080}" srcOrd="0" destOrd="0" parTransId="{A236DC2A-7A0F-4649-8C4F-91B690B38B31}" sibTransId="{55FFE477-5E5B-473D-AB6A-112F3249A789}"/>
    <dgm:cxn modelId="{BD6305C0-B42E-4998-B7A9-1816CB28FECB}" srcId="{1E0A3AE8-3301-43A9-896F-1D0E14926ED7}" destId="{385EF6CA-16B4-46FB-9D38-303AD139FD40}" srcOrd="4" destOrd="0" parTransId="{127FE7F5-379D-4856-ADF4-41FD27B6605E}" sibTransId="{AE97B6EA-0B6A-4E2B-B772-17BF2F1FA3A8}"/>
    <dgm:cxn modelId="{25F089D0-0B5F-4976-8992-E9C8B7036FC8}" type="presOf" srcId="{9886C3BD-77F6-493A-9022-9B8A2D5660FF}" destId="{D2953400-2FA3-4576-8E2B-A223931B397D}" srcOrd="0" destOrd="0" presId="urn:microsoft.com/office/officeart/2005/8/layout/hChevron3"/>
    <dgm:cxn modelId="{731B73DF-AD57-4259-8F5B-F48E4BB88A0E}" type="presParOf" srcId="{C79816D9-FF14-468F-810C-B9FDD404138E}" destId="{B108EF43-88DC-4776-9846-D4B5DAC7995A}" srcOrd="0" destOrd="0" presId="urn:microsoft.com/office/officeart/2005/8/layout/hChevron3"/>
    <dgm:cxn modelId="{6CFFEBAC-FC7D-4137-A016-D76039BEDB5D}" type="presParOf" srcId="{C79816D9-FF14-468F-810C-B9FDD404138E}" destId="{EDE4F820-470E-473F-ACAD-59D95D118425}" srcOrd="1" destOrd="0" presId="urn:microsoft.com/office/officeart/2005/8/layout/hChevron3"/>
    <dgm:cxn modelId="{F9AFFBDD-D575-405C-BAB6-877F37A2F0C9}" type="presParOf" srcId="{C79816D9-FF14-468F-810C-B9FDD404138E}" destId="{1EAC04FA-5FEA-49FF-8580-D9EA1B432800}" srcOrd="2" destOrd="0" presId="urn:microsoft.com/office/officeart/2005/8/layout/hChevron3"/>
    <dgm:cxn modelId="{D7E2AA32-FDE9-416A-985F-F69A56B225F5}" type="presParOf" srcId="{C79816D9-FF14-468F-810C-B9FDD404138E}" destId="{F3F9C168-E941-4063-8EE6-D7034E3C778A}" srcOrd="3" destOrd="0" presId="urn:microsoft.com/office/officeart/2005/8/layout/hChevron3"/>
    <dgm:cxn modelId="{E15E530B-7CC1-4E7B-80CC-A7A528F6B73B}" type="presParOf" srcId="{C79816D9-FF14-468F-810C-B9FDD404138E}" destId="{D2953400-2FA3-4576-8E2B-A223931B397D}" srcOrd="4" destOrd="0" presId="urn:microsoft.com/office/officeart/2005/8/layout/hChevron3"/>
    <dgm:cxn modelId="{5C5350CC-BFF8-4DF9-BABD-36FD14310D3D}" type="presParOf" srcId="{C79816D9-FF14-468F-810C-B9FDD404138E}" destId="{F2B83813-B3D1-4569-A452-186959623BD0}" srcOrd="5" destOrd="0" presId="urn:microsoft.com/office/officeart/2005/8/layout/hChevron3"/>
    <dgm:cxn modelId="{103D366A-3388-40D9-89A8-5611C1D9FB7B}" type="presParOf" srcId="{C79816D9-FF14-468F-810C-B9FDD404138E}" destId="{F749DF59-F989-4E2C-BCC6-62B69ABDBF0C}" srcOrd="6" destOrd="0" presId="urn:microsoft.com/office/officeart/2005/8/layout/hChevron3"/>
    <dgm:cxn modelId="{CCD6A55F-EBFF-4B72-9117-2C650EC21A78}" type="presParOf" srcId="{C79816D9-FF14-468F-810C-B9FDD404138E}" destId="{814002AB-2D19-4C9A-A874-35461B4F2A16}" srcOrd="7" destOrd="0" presId="urn:microsoft.com/office/officeart/2005/8/layout/hChevron3"/>
    <dgm:cxn modelId="{73FFB7E4-D0CB-4ED9-9443-5E071F775A42}" type="presParOf" srcId="{C79816D9-FF14-468F-810C-B9FDD404138E}" destId="{ABF49B41-DBAD-432D-A25E-1E0EA92871B3}" srcOrd="8" destOrd="0" presId="urn:microsoft.com/office/officeart/2005/8/layout/hChevron3"/>
    <dgm:cxn modelId="{45AD543B-F7BA-4AA3-B642-C09D5C6BE88D}" type="presParOf" srcId="{C79816D9-FF14-468F-810C-B9FDD404138E}" destId="{719A7DD6-FA34-4EE6-9CF5-88BBFB3409A1}" srcOrd="9" destOrd="0" presId="urn:microsoft.com/office/officeart/2005/8/layout/hChevron3"/>
    <dgm:cxn modelId="{1798847B-D722-4233-8C72-17994FBC5769}" type="presParOf" srcId="{C79816D9-FF14-468F-810C-B9FDD404138E}" destId="{8B345557-9216-4F7A-B8D7-3542277BE8F9}" srcOrd="10" destOrd="0" presId="urn:microsoft.com/office/officeart/2005/8/layout/hChevron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1E0A3AE8-3301-43A9-896F-1D0E14926ED7}" type="doc">
      <dgm:prSet loTypeId="urn:microsoft.com/office/officeart/2005/8/layout/hChevron3" loCatId="process" qsTypeId="urn:microsoft.com/office/officeart/2005/8/quickstyle/simple1" qsCatId="simple" csTypeId="urn:microsoft.com/office/officeart/2005/8/colors/accent1_2" csCatId="accent1" phldr="1"/>
      <dgm:spPr/>
    </dgm:pt>
    <dgm:pt modelId="{502E45F9-9459-4FE8-B97F-26966D462353}">
      <dgm:prSet phldrT="[Texte]"/>
      <dgm:spPr/>
      <dgm:t>
        <a:bodyPr/>
        <a:lstStyle/>
        <a:p>
          <a:r>
            <a:rPr lang="fr-CA" dirty="0"/>
            <a:t>Identifications des évènements</a:t>
          </a:r>
        </a:p>
      </dgm:t>
    </dgm:pt>
    <dgm:pt modelId="{28753C7B-C239-47E9-967C-6D3D6A947128}" type="parTrans" cxnId="{6FB37ABA-2ED9-428F-9CEB-F7F72F3487C4}">
      <dgm:prSet/>
      <dgm:spPr/>
      <dgm:t>
        <a:bodyPr/>
        <a:lstStyle/>
        <a:p>
          <a:endParaRPr lang="fr-CA"/>
        </a:p>
      </dgm:t>
    </dgm:pt>
    <dgm:pt modelId="{AB8992BB-8AAE-4770-953F-E1267F7C1F88}" type="sibTrans" cxnId="{6FB37ABA-2ED9-428F-9CEB-F7F72F3487C4}">
      <dgm:prSet/>
      <dgm:spPr/>
      <dgm:t>
        <a:bodyPr/>
        <a:lstStyle/>
        <a:p>
          <a:endParaRPr lang="fr-CA"/>
        </a:p>
      </dgm:t>
    </dgm:pt>
    <dgm:pt modelId="{71F60D37-9F11-4749-96A6-E07BCA617677}">
      <dgm:prSet phldrT="[Texte]" custT="1"/>
      <dgm:spPr>
        <a:solidFill>
          <a:schemeClr val="accent1"/>
        </a:solidFill>
      </dgm:spPr>
      <dgm:t>
        <a:bodyPr/>
        <a:lstStyle/>
        <a:p>
          <a:r>
            <a:rPr lang="fr-CA" sz="1600" b="1" dirty="0"/>
            <a:t>Évaluation des risques</a:t>
          </a:r>
        </a:p>
      </dgm:t>
    </dgm:pt>
    <dgm:pt modelId="{799ED959-180B-4188-9A7C-7271607FDE09}" type="parTrans" cxnId="{5D38E73E-730D-4BD9-ADE5-F682AAC3A8DE}">
      <dgm:prSet/>
      <dgm:spPr/>
      <dgm:t>
        <a:bodyPr/>
        <a:lstStyle/>
        <a:p>
          <a:endParaRPr lang="fr-CA"/>
        </a:p>
      </dgm:t>
    </dgm:pt>
    <dgm:pt modelId="{3CD185AB-A044-4716-ACB9-1AF87777BD17}" type="sibTrans" cxnId="{5D38E73E-730D-4BD9-ADE5-F682AAC3A8DE}">
      <dgm:prSet/>
      <dgm:spPr/>
      <dgm:t>
        <a:bodyPr/>
        <a:lstStyle/>
        <a:p>
          <a:endParaRPr lang="fr-CA"/>
        </a:p>
      </dgm:t>
    </dgm:pt>
    <dgm:pt modelId="{9886C3BD-77F6-493A-9022-9B8A2D5660FF}">
      <dgm:prSet phldrT="[Texte]" custT="1"/>
      <dgm:spPr>
        <a:solidFill>
          <a:srgbClr val="00B050"/>
        </a:solidFill>
      </dgm:spPr>
      <dgm:t>
        <a:bodyPr/>
        <a:lstStyle/>
        <a:p>
          <a:r>
            <a:rPr lang="fr-CA" sz="1800" b="0" dirty="0"/>
            <a:t>Réponses aux risques</a:t>
          </a:r>
        </a:p>
      </dgm:t>
    </dgm:pt>
    <dgm:pt modelId="{80BF0A4F-88AD-423F-B929-BEB01CB4C3BC}" type="parTrans" cxnId="{501E30B2-395A-43D5-B8BA-C5E5B29002F4}">
      <dgm:prSet/>
      <dgm:spPr/>
      <dgm:t>
        <a:bodyPr/>
        <a:lstStyle/>
        <a:p>
          <a:endParaRPr lang="fr-CA"/>
        </a:p>
      </dgm:t>
    </dgm:pt>
    <dgm:pt modelId="{47A41297-102A-4C3F-BC8D-DE58B5808B37}" type="sibTrans" cxnId="{501E30B2-395A-43D5-B8BA-C5E5B29002F4}">
      <dgm:prSet/>
      <dgm:spPr/>
      <dgm:t>
        <a:bodyPr/>
        <a:lstStyle/>
        <a:p>
          <a:endParaRPr lang="fr-CA"/>
        </a:p>
      </dgm:t>
    </dgm:pt>
    <dgm:pt modelId="{ED9CD48E-859B-4C7A-B2DC-D846EEBF06B2}">
      <dgm:prSet phldrT="[Texte]" custT="1"/>
      <dgm:spPr/>
      <dgm:t>
        <a:bodyPr/>
        <a:lstStyle/>
        <a:p>
          <a:r>
            <a:rPr lang="fr-CA" sz="2000" dirty="0"/>
            <a:t>Activités de contrôle</a:t>
          </a:r>
        </a:p>
      </dgm:t>
    </dgm:pt>
    <dgm:pt modelId="{3CDD28A4-152A-40BA-921F-36593563A074}" type="parTrans" cxnId="{B0465E88-8A68-4D4E-ABCD-8023A4DC870C}">
      <dgm:prSet/>
      <dgm:spPr/>
      <dgm:t>
        <a:bodyPr/>
        <a:lstStyle/>
        <a:p>
          <a:endParaRPr lang="fr-CA"/>
        </a:p>
      </dgm:t>
    </dgm:pt>
    <dgm:pt modelId="{A4EB6CAE-6C0F-45F3-8B63-C06F26EC2C87}" type="sibTrans" cxnId="{B0465E88-8A68-4D4E-ABCD-8023A4DC870C}">
      <dgm:prSet/>
      <dgm:spPr/>
      <dgm:t>
        <a:bodyPr/>
        <a:lstStyle/>
        <a:p>
          <a:endParaRPr lang="fr-CA"/>
        </a:p>
      </dgm:t>
    </dgm:pt>
    <dgm:pt modelId="{385EF6CA-16B4-46FB-9D38-303AD139FD40}">
      <dgm:prSet phldrT="[Texte]" custT="1"/>
      <dgm:spPr/>
      <dgm:t>
        <a:bodyPr/>
        <a:lstStyle/>
        <a:p>
          <a:r>
            <a:rPr lang="fr-CA" sz="1600" dirty="0"/>
            <a:t>Information et </a:t>
          </a:r>
          <a:r>
            <a:rPr lang="fr-CA" sz="1800" dirty="0"/>
            <a:t>communication</a:t>
          </a:r>
          <a:endParaRPr lang="fr-CA" sz="1600" dirty="0"/>
        </a:p>
      </dgm:t>
    </dgm:pt>
    <dgm:pt modelId="{127FE7F5-379D-4856-ADF4-41FD27B6605E}" type="parTrans" cxnId="{BD6305C0-B42E-4998-B7A9-1816CB28FECB}">
      <dgm:prSet/>
      <dgm:spPr/>
      <dgm:t>
        <a:bodyPr/>
        <a:lstStyle/>
        <a:p>
          <a:endParaRPr lang="fr-CA"/>
        </a:p>
      </dgm:t>
    </dgm:pt>
    <dgm:pt modelId="{AE97B6EA-0B6A-4E2B-B772-17BF2F1FA3A8}" type="sibTrans" cxnId="{BD6305C0-B42E-4998-B7A9-1816CB28FECB}">
      <dgm:prSet/>
      <dgm:spPr/>
      <dgm:t>
        <a:bodyPr/>
        <a:lstStyle/>
        <a:p>
          <a:endParaRPr lang="fr-CA"/>
        </a:p>
      </dgm:t>
    </dgm:pt>
    <dgm:pt modelId="{D437B17E-3FF9-4DB2-B97D-4A6C8D3681D2}">
      <dgm:prSet phldrT="[Texte]"/>
      <dgm:spPr/>
      <dgm:t>
        <a:bodyPr/>
        <a:lstStyle/>
        <a:p>
          <a:r>
            <a:rPr lang="fr-CA" dirty="0"/>
            <a:t>Suivi </a:t>
          </a:r>
        </a:p>
      </dgm:t>
    </dgm:pt>
    <dgm:pt modelId="{C8EA6B03-43C5-49BE-85E7-DA70771C87C7}" type="parTrans" cxnId="{D5EE9360-2AD6-4C17-B1A6-BAE9588AAFF9}">
      <dgm:prSet/>
      <dgm:spPr/>
      <dgm:t>
        <a:bodyPr/>
        <a:lstStyle/>
        <a:p>
          <a:endParaRPr lang="fr-CA"/>
        </a:p>
      </dgm:t>
    </dgm:pt>
    <dgm:pt modelId="{FAC7D2D0-7547-431E-B4F6-06EEFEA128A2}" type="sibTrans" cxnId="{D5EE9360-2AD6-4C17-B1A6-BAE9588AAFF9}">
      <dgm:prSet/>
      <dgm:spPr/>
      <dgm:t>
        <a:bodyPr/>
        <a:lstStyle/>
        <a:p>
          <a:endParaRPr lang="fr-CA"/>
        </a:p>
      </dgm:t>
    </dgm:pt>
    <dgm:pt modelId="{C79816D9-FF14-468F-810C-B9FDD404138E}" type="pres">
      <dgm:prSet presAssocID="{1E0A3AE8-3301-43A9-896F-1D0E14926ED7}" presName="Name0" presStyleCnt="0">
        <dgm:presLayoutVars>
          <dgm:dir/>
          <dgm:resizeHandles val="exact"/>
        </dgm:presLayoutVars>
      </dgm:prSet>
      <dgm:spPr/>
    </dgm:pt>
    <dgm:pt modelId="{2A02EB9D-6AFE-44D8-8806-B2FCC31F98C7}" type="pres">
      <dgm:prSet presAssocID="{502E45F9-9459-4FE8-B97F-26966D462353}" presName="parTxOnly" presStyleLbl="node1" presStyleIdx="0" presStyleCnt="6" custLinFactNeighborX="7961" custLinFactNeighborY="1443">
        <dgm:presLayoutVars>
          <dgm:bulletEnabled val="1"/>
        </dgm:presLayoutVars>
      </dgm:prSet>
      <dgm:spPr/>
    </dgm:pt>
    <dgm:pt modelId="{1C89B319-538A-46DF-91BD-8C8E131FFEF2}" type="pres">
      <dgm:prSet presAssocID="{AB8992BB-8AAE-4770-953F-E1267F7C1F88}" presName="parSpace" presStyleCnt="0"/>
      <dgm:spPr/>
    </dgm:pt>
    <dgm:pt modelId="{1EAC04FA-5FEA-49FF-8580-D9EA1B432800}" type="pres">
      <dgm:prSet presAssocID="{71F60D37-9F11-4749-96A6-E07BCA617677}" presName="parTxOnly" presStyleLbl="node1" presStyleIdx="1" presStyleCnt="6" custScaleX="109310">
        <dgm:presLayoutVars>
          <dgm:bulletEnabled val="1"/>
        </dgm:presLayoutVars>
      </dgm:prSet>
      <dgm:spPr/>
    </dgm:pt>
    <dgm:pt modelId="{F3F9C168-E941-4063-8EE6-D7034E3C778A}" type="pres">
      <dgm:prSet presAssocID="{3CD185AB-A044-4716-ACB9-1AF87777BD17}" presName="parSpace" presStyleCnt="0"/>
      <dgm:spPr/>
    </dgm:pt>
    <dgm:pt modelId="{D2953400-2FA3-4576-8E2B-A223931B397D}" type="pres">
      <dgm:prSet presAssocID="{9886C3BD-77F6-493A-9022-9B8A2D5660FF}" presName="parTxOnly" presStyleLbl="node1" presStyleIdx="2" presStyleCnt="6">
        <dgm:presLayoutVars>
          <dgm:bulletEnabled val="1"/>
        </dgm:presLayoutVars>
      </dgm:prSet>
      <dgm:spPr/>
    </dgm:pt>
    <dgm:pt modelId="{F2B83813-B3D1-4569-A452-186959623BD0}" type="pres">
      <dgm:prSet presAssocID="{47A41297-102A-4C3F-BC8D-DE58B5808B37}" presName="parSpace" presStyleCnt="0"/>
      <dgm:spPr/>
    </dgm:pt>
    <dgm:pt modelId="{F749DF59-F989-4E2C-BCC6-62B69ABDBF0C}" type="pres">
      <dgm:prSet presAssocID="{ED9CD48E-859B-4C7A-B2DC-D846EEBF06B2}" presName="parTxOnly" presStyleLbl="node1" presStyleIdx="3" presStyleCnt="6">
        <dgm:presLayoutVars>
          <dgm:bulletEnabled val="1"/>
        </dgm:presLayoutVars>
      </dgm:prSet>
      <dgm:spPr/>
    </dgm:pt>
    <dgm:pt modelId="{814002AB-2D19-4C9A-A874-35461B4F2A16}" type="pres">
      <dgm:prSet presAssocID="{A4EB6CAE-6C0F-45F3-8B63-C06F26EC2C87}" presName="parSpace" presStyleCnt="0"/>
      <dgm:spPr/>
    </dgm:pt>
    <dgm:pt modelId="{ABF49B41-DBAD-432D-A25E-1E0EA92871B3}" type="pres">
      <dgm:prSet presAssocID="{385EF6CA-16B4-46FB-9D38-303AD139FD40}" presName="parTxOnly" presStyleLbl="node1" presStyleIdx="4" presStyleCnt="6">
        <dgm:presLayoutVars>
          <dgm:bulletEnabled val="1"/>
        </dgm:presLayoutVars>
      </dgm:prSet>
      <dgm:spPr/>
    </dgm:pt>
    <dgm:pt modelId="{719A7DD6-FA34-4EE6-9CF5-88BBFB3409A1}" type="pres">
      <dgm:prSet presAssocID="{AE97B6EA-0B6A-4E2B-B772-17BF2F1FA3A8}" presName="parSpace" presStyleCnt="0"/>
      <dgm:spPr/>
    </dgm:pt>
    <dgm:pt modelId="{8B345557-9216-4F7A-B8D7-3542277BE8F9}" type="pres">
      <dgm:prSet presAssocID="{D437B17E-3FF9-4DB2-B97D-4A6C8D3681D2}" presName="parTxOnly" presStyleLbl="node1" presStyleIdx="5" presStyleCnt="6">
        <dgm:presLayoutVars>
          <dgm:bulletEnabled val="1"/>
        </dgm:presLayoutVars>
      </dgm:prSet>
      <dgm:spPr/>
    </dgm:pt>
  </dgm:ptLst>
  <dgm:cxnLst>
    <dgm:cxn modelId="{604F8411-38B2-42DF-83D8-19FB72C54A88}" type="presOf" srcId="{1E0A3AE8-3301-43A9-896F-1D0E14926ED7}" destId="{C79816D9-FF14-468F-810C-B9FDD404138E}" srcOrd="0" destOrd="0" presId="urn:microsoft.com/office/officeart/2005/8/layout/hChevron3"/>
    <dgm:cxn modelId="{15B09B25-7784-431A-A659-94B606D38602}" type="presOf" srcId="{D437B17E-3FF9-4DB2-B97D-4A6C8D3681D2}" destId="{8B345557-9216-4F7A-B8D7-3542277BE8F9}" srcOrd="0" destOrd="0" presId="urn:microsoft.com/office/officeart/2005/8/layout/hChevron3"/>
    <dgm:cxn modelId="{DF57B42F-5885-4BA5-A731-44670E57C7E1}" type="presOf" srcId="{9886C3BD-77F6-493A-9022-9B8A2D5660FF}" destId="{D2953400-2FA3-4576-8E2B-A223931B397D}" srcOrd="0" destOrd="0" presId="urn:microsoft.com/office/officeart/2005/8/layout/hChevron3"/>
    <dgm:cxn modelId="{5D38E73E-730D-4BD9-ADE5-F682AAC3A8DE}" srcId="{1E0A3AE8-3301-43A9-896F-1D0E14926ED7}" destId="{71F60D37-9F11-4749-96A6-E07BCA617677}" srcOrd="1" destOrd="0" parTransId="{799ED959-180B-4188-9A7C-7271607FDE09}" sibTransId="{3CD185AB-A044-4716-ACB9-1AF87777BD17}"/>
    <dgm:cxn modelId="{D5EE9360-2AD6-4C17-B1A6-BAE9588AAFF9}" srcId="{1E0A3AE8-3301-43A9-896F-1D0E14926ED7}" destId="{D437B17E-3FF9-4DB2-B97D-4A6C8D3681D2}" srcOrd="5" destOrd="0" parTransId="{C8EA6B03-43C5-49BE-85E7-DA70771C87C7}" sibTransId="{FAC7D2D0-7547-431E-B4F6-06EEFEA128A2}"/>
    <dgm:cxn modelId="{1FE65242-6C43-48D5-AC7C-C4CE30051EBD}" type="presOf" srcId="{71F60D37-9F11-4749-96A6-E07BCA617677}" destId="{1EAC04FA-5FEA-49FF-8580-D9EA1B432800}" srcOrd="0" destOrd="0" presId="urn:microsoft.com/office/officeart/2005/8/layout/hChevron3"/>
    <dgm:cxn modelId="{8930AC79-07EC-4831-A599-79369F49AD29}" type="presOf" srcId="{385EF6CA-16B4-46FB-9D38-303AD139FD40}" destId="{ABF49B41-DBAD-432D-A25E-1E0EA92871B3}" srcOrd="0" destOrd="0" presId="urn:microsoft.com/office/officeart/2005/8/layout/hChevron3"/>
    <dgm:cxn modelId="{B04CFA83-EA15-4CEE-99B3-21B1F0188033}" type="presOf" srcId="{502E45F9-9459-4FE8-B97F-26966D462353}" destId="{2A02EB9D-6AFE-44D8-8806-B2FCC31F98C7}" srcOrd="0" destOrd="0" presId="urn:microsoft.com/office/officeart/2005/8/layout/hChevron3"/>
    <dgm:cxn modelId="{B0465E88-8A68-4D4E-ABCD-8023A4DC870C}" srcId="{1E0A3AE8-3301-43A9-896F-1D0E14926ED7}" destId="{ED9CD48E-859B-4C7A-B2DC-D846EEBF06B2}" srcOrd="3" destOrd="0" parTransId="{3CDD28A4-152A-40BA-921F-36593563A074}" sibTransId="{A4EB6CAE-6C0F-45F3-8B63-C06F26EC2C87}"/>
    <dgm:cxn modelId="{501E30B2-395A-43D5-B8BA-C5E5B29002F4}" srcId="{1E0A3AE8-3301-43A9-896F-1D0E14926ED7}" destId="{9886C3BD-77F6-493A-9022-9B8A2D5660FF}" srcOrd="2" destOrd="0" parTransId="{80BF0A4F-88AD-423F-B929-BEB01CB4C3BC}" sibTransId="{47A41297-102A-4C3F-BC8D-DE58B5808B37}"/>
    <dgm:cxn modelId="{6FB37ABA-2ED9-428F-9CEB-F7F72F3487C4}" srcId="{1E0A3AE8-3301-43A9-896F-1D0E14926ED7}" destId="{502E45F9-9459-4FE8-B97F-26966D462353}" srcOrd="0" destOrd="0" parTransId="{28753C7B-C239-47E9-967C-6D3D6A947128}" sibTransId="{AB8992BB-8AAE-4770-953F-E1267F7C1F88}"/>
    <dgm:cxn modelId="{BD6305C0-B42E-4998-B7A9-1816CB28FECB}" srcId="{1E0A3AE8-3301-43A9-896F-1D0E14926ED7}" destId="{385EF6CA-16B4-46FB-9D38-303AD139FD40}" srcOrd="4" destOrd="0" parTransId="{127FE7F5-379D-4856-ADF4-41FD27B6605E}" sibTransId="{AE97B6EA-0B6A-4E2B-B772-17BF2F1FA3A8}"/>
    <dgm:cxn modelId="{F92FB8D4-3980-4141-88BF-EE58534B03E8}" type="presOf" srcId="{ED9CD48E-859B-4C7A-B2DC-D846EEBF06B2}" destId="{F749DF59-F989-4E2C-BCC6-62B69ABDBF0C}" srcOrd="0" destOrd="0" presId="urn:microsoft.com/office/officeart/2005/8/layout/hChevron3"/>
    <dgm:cxn modelId="{B6977AFC-8971-4AA4-AD85-20D5B0AAAB23}" type="presParOf" srcId="{C79816D9-FF14-468F-810C-B9FDD404138E}" destId="{2A02EB9D-6AFE-44D8-8806-B2FCC31F98C7}" srcOrd="0" destOrd="0" presId="urn:microsoft.com/office/officeart/2005/8/layout/hChevron3"/>
    <dgm:cxn modelId="{BAA521AD-9EBE-4500-84BF-B304DF6C0308}" type="presParOf" srcId="{C79816D9-FF14-468F-810C-B9FDD404138E}" destId="{1C89B319-538A-46DF-91BD-8C8E131FFEF2}" srcOrd="1" destOrd="0" presId="urn:microsoft.com/office/officeart/2005/8/layout/hChevron3"/>
    <dgm:cxn modelId="{2218DDD4-BAC3-4022-BF24-18BC9A9B48F9}" type="presParOf" srcId="{C79816D9-FF14-468F-810C-B9FDD404138E}" destId="{1EAC04FA-5FEA-49FF-8580-D9EA1B432800}" srcOrd="2" destOrd="0" presId="urn:microsoft.com/office/officeart/2005/8/layout/hChevron3"/>
    <dgm:cxn modelId="{8E40416B-92FE-4DF8-9C4C-84F0FEB22FDC}" type="presParOf" srcId="{C79816D9-FF14-468F-810C-B9FDD404138E}" destId="{F3F9C168-E941-4063-8EE6-D7034E3C778A}" srcOrd="3" destOrd="0" presId="urn:microsoft.com/office/officeart/2005/8/layout/hChevron3"/>
    <dgm:cxn modelId="{46D6D40D-39CC-4C3A-BCDB-AD246726370D}" type="presParOf" srcId="{C79816D9-FF14-468F-810C-B9FDD404138E}" destId="{D2953400-2FA3-4576-8E2B-A223931B397D}" srcOrd="4" destOrd="0" presId="urn:microsoft.com/office/officeart/2005/8/layout/hChevron3"/>
    <dgm:cxn modelId="{E2230AEB-0265-4FA1-8AE6-F9DC109DC50F}" type="presParOf" srcId="{C79816D9-FF14-468F-810C-B9FDD404138E}" destId="{F2B83813-B3D1-4569-A452-186959623BD0}" srcOrd="5" destOrd="0" presId="urn:microsoft.com/office/officeart/2005/8/layout/hChevron3"/>
    <dgm:cxn modelId="{5DACCF31-1FD3-4856-BA45-6D11F5B55CC0}" type="presParOf" srcId="{C79816D9-FF14-468F-810C-B9FDD404138E}" destId="{F749DF59-F989-4E2C-BCC6-62B69ABDBF0C}" srcOrd="6" destOrd="0" presId="urn:microsoft.com/office/officeart/2005/8/layout/hChevron3"/>
    <dgm:cxn modelId="{37FD9C3A-B6D4-4AD7-91FD-111AA588DECE}" type="presParOf" srcId="{C79816D9-FF14-468F-810C-B9FDD404138E}" destId="{814002AB-2D19-4C9A-A874-35461B4F2A16}" srcOrd="7" destOrd="0" presId="urn:microsoft.com/office/officeart/2005/8/layout/hChevron3"/>
    <dgm:cxn modelId="{E377F3C1-E385-4664-842F-F270776CC9A6}" type="presParOf" srcId="{C79816D9-FF14-468F-810C-B9FDD404138E}" destId="{ABF49B41-DBAD-432D-A25E-1E0EA92871B3}" srcOrd="8" destOrd="0" presId="urn:microsoft.com/office/officeart/2005/8/layout/hChevron3"/>
    <dgm:cxn modelId="{21F41EDE-AEBD-48B2-9E9D-26D3CDFA7112}" type="presParOf" srcId="{C79816D9-FF14-468F-810C-B9FDD404138E}" destId="{719A7DD6-FA34-4EE6-9CF5-88BBFB3409A1}" srcOrd="9" destOrd="0" presId="urn:microsoft.com/office/officeart/2005/8/layout/hChevron3"/>
    <dgm:cxn modelId="{A31962E7-4FE7-4561-954E-88BBB7E84A3F}" type="presParOf" srcId="{C79816D9-FF14-468F-810C-B9FDD404138E}" destId="{8B345557-9216-4F7A-B8D7-3542277BE8F9}" srcOrd="10" destOrd="0" presId="urn:microsoft.com/office/officeart/2005/8/layout/hChevron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1E0A3AE8-3301-43A9-896F-1D0E14926ED7}" type="doc">
      <dgm:prSet loTypeId="urn:microsoft.com/office/officeart/2005/8/layout/hChevron3" loCatId="process" qsTypeId="urn:microsoft.com/office/officeart/2005/8/quickstyle/simple1" qsCatId="simple" csTypeId="urn:microsoft.com/office/officeart/2005/8/colors/accent1_2" csCatId="accent1" phldr="1"/>
      <dgm:spPr/>
    </dgm:pt>
    <dgm:pt modelId="{502E45F9-9459-4FE8-B97F-26966D462353}">
      <dgm:prSet phldrT="[Texte]"/>
      <dgm:spPr/>
      <dgm:t>
        <a:bodyPr/>
        <a:lstStyle/>
        <a:p>
          <a:r>
            <a:rPr lang="fr-CA" dirty="0"/>
            <a:t>Identifications des évènements</a:t>
          </a:r>
        </a:p>
      </dgm:t>
    </dgm:pt>
    <dgm:pt modelId="{28753C7B-C239-47E9-967C-6D3D6A947128}" type="parTrans" cxnId="{6FB37ABA-2ED9-428F-9CEB-F7F72F3487C4}">
      <dgm:prSet/>
      <dgm:spPr/>
      <dgm:t>
        <a:bodyPr/>
        <a:lstStyle/>
        <a:p>
          <a:endParaRPr lang="fr-CA"/>
        </a:p>
      </dgm:t>
    </dgm:pt>
    <dgm:pt modelId="{AB8992BB-8AAE-4770-953F-E1267F7C1F88}" type="sibTrans" cxnId="{6FB37ABA-2ED9-428F-9CEB-F7F72F3487C4}">
      <dgm:prSet/>
      <dgm:spPr/>
      <dgm:t>
        <a:bodyPr/>
        <a:lstStyle/>
        <a:p>
          <a:endParaRPr lang="fr-CA"/>
        </a:p>
      </dgm:t>
    </dgm:pt>
    <dgm:pt modelId="{71F60D37-9F11-4749-96A6-E07BCA617677}">
      <dgm:prSet phldrT="[Texte]" custT="1"/>
      <dgm:spPr>
        <a:solidFill>
          <a:schemeClr val="accent1"/>
        </a:solidFill>
      </dgm:spPr>
      <dgm:t>
        <a:bodyPr/>
        <a:lstStyle/>
        <a:p>
          <a:r>
            <a:rPr lang="fr-CA" sz="1600" b="1" dirty="0"/>
            <a:t>Évaluation des risques</a:t>
          </a:r>
        </a:p>
      </dgm:t>
    </dgm:pt>
    <dgm:pt modelId="{799ED959-180B-4188-9A7C-7271607FDE09}" type="parTrans" cxnId="{5D38E73E-730D-4BD9-ADE5-F682AAC3A8DE}">
      <dgm:prSet/>
      <dgm:spPr/>
      <dgm:t>
        <a:bodyPr/>
        <a:lstStyle/>
        <a:p>
          <a:endParaRPr lang="fr-CA"/>
        </a:p>
      </dgm:t>
    </dgm:pt>
    <dgm:pt modelId="{3CD185AB-A044-4716-ACB9-1AF87777BD17}" type="sibTrans" cxnId="{5D38E73E-730D-4BD9-ADE5-F682AAC3A8DE}">
      <dgm:prSet/>
      <dgm:spPr/>
      <dgm:t>
        <a:bodyPr/>
        <a:lstStyle/>
        <a:p>
          <a:endParaRPr lang="fr-CA"/>
        </a:p>
      </dgm:t>
    </dgm:pt>
    <dgm:pt modelId="{9886C3BD-77F6-493A-9022-9B8A2D5660FF}">
      <dgm:prSet phldrT="[Texte]" custT="1"/>
      <dgm:spPr>
        <a:solidFill>
          <a:schemeClr val="accent1"/>
        </a:solidFill>
      </dgm:spPr>
      <dgm:t>
        <a:bodyPr/>
        <a:lstStyle/>
        <a:p>
          <a:r>
            <a:rPr lang="fr-CA" sz="1800" b="0" dirty="0"/>
            <a:t>Réponses aux risques</a:t>
          </a:r>
        </a:p>
      </dgm:t>
    </dgm:pt>
    <dgm:pt modelId="{80BF0A4F-88AD-423F-B929-BEB01CB4C3BC}" type="parTrans" cxnId="{501E30B2-395A-43D5-B8BA-C5E5B29002F4}">
      <dgm:prSet/>
      <dgm:spPr/>
      <dgm:t>
        <a:bodyPr/>
        <a:lstStyle/>
        <a:p>
          <a:endParaRPr lang="fr-CA"/>
        </a:p>
      </dgm:t>
    </dgm:pt>
    <dgm:pt modelId="{47A41297-102A-4C3F-BC8D-DE58B5808B37}" type="sibTrans" cxnId="{501E30B2-395A-43D5-B8BA-C5E5B29002F4}">
      <dgm:prSet/>
      <dgm:spPr/>
      <dgm:t>
        <a:bodyPr/>
        <a:lstStyle/>
        <a:p>
          <a:endParaRPr lang="fr-CA"/>
        </a:p>
      </dgm:t>
    </dgm:pt>
    <dgm:pt modelId="{ED9CD48E-859B-4C7A-B2DC-D846EEBF06B2}">
      <dgm:prSet phldrT="[Texte]" custT="1"/>
      <dgm:spPr>
        <a:solidFill>
          <a:srgbClr val="00B050"/>
        </a:solidFill>
      </dgm:spPr>
      <dgm:t>
        <a:bodyPr/>
        <a:lstStyle/>
        <a:p>
          <a:r>
            <a:rPr lang="fr-CA" sz="2000" dirty="0"/>
            <a:t>Activités de contrôle</a:t>
          </a:r>
        </a:p>
      </dgm:t>
    </dgm:pt>
    <dgm:pt modelId="{3CDD28A4-152A-40BA-921F-36593563A074}" type="parTrans" cxnId="{B0465E88-8A68-4D4E-ABCD-8023A4DC870C}">
      <dgm:prSet/>
      <dgm:spPr/>
      <dgm:t>
        <a:bodyPr/>
        <a:lstStyle/>
        <a:p>
          <a:endParaRPr lang="fr-CA"/>
        </a:p>
      </dgm:t>
    </dgm:pt>
    <dgm:pt modelId="{A4EB6CAE-6C0F-45F3-8B63-C06F26EC2C87}" type="sibTrans" cxnId="{B0465E88-8A68-4D4E-ABCD-8023A4DC870C}">
      <dgm:prSet/>
      <dgm:spPr/>
      <dgm:t>
        <a:bodyPr/>
        <a:lstStyle/>
        <a:p>
          <a:endParaRPr lang="fr-CA"/>
        </a:p>
      </dgm:t>
    </dgm:pt>
    <dgm:pt modelId="{385EF6CA-16B4-46FB-9D38-303AD139FD40}">
      <dgm:prSet phldrT="[Texte]" custT="1"/>
      <dgm:spPr/>
      <dgm:t>
        <a:bodyPr/>
        <a:lstStyle/>
        <a:p>
          <a:r>
            <a:rPr lang="fr-CA" sz="1600" dirty="0"/>
            <a:t>Information et </a:t>
          </a:r>
          <a:r>
            <a:rPr lang="fr-CA" sz="1800" dirty="0"/>
            <a:t>communication</a:t>
          </a:r>
          <a:endParaRPr lang="fr-CA" sz="1600" dirty="0"/>
        </a:p>
      </dgm:t>
    </dgm:pt>
    <dgm:pt modelId="{127FE7F5-379D-4856-ADF4-41FD27B6605E}" type="parTrans" cxnId="{BD6305C0-B42E-4998-B7A9-1816CB28FECB}">
      <dgm:prSet/>
      <dgm:spPr/>
      <dgm:t>
        <a:bodyPr/>
        <a:lstStyle/>
        <a:p>
          <a:endParaRPr lang="fr-CA"/>
        </a:p>
      </dgm:t>
    </dgm:pt>
    <dgm:pt modelId="{AE97B6EA-0B6A-4E2B-B772-17BF2F1FA3A8}" type="sibTrans" cxnId="{BD6305C0-B42E-4998-B7A9-1816CB28FECB}">
      <dgm:prSet/>
      <dgm:spPr/>
      <dgm:t>
        <a:bodyPr/>
        <a:lstStyle/>
        <a:p>
          <a:endParaRPr lang="fr-CA"/>
        </a:p>
      </dgm:t>
    </dgm:pt>
    <dgm:pt modelId="{D437B17E-3FF9-4DB2-B97D-4A6C8D3681D2}">
      <dgm:prSet phldrT="[Texte]"/>
      <dgm:spPr/>
      <dgm:t>
        <a:bodyPr/>
        <a:lstStyle/>
        <a:p>
          <a:r>
            <a:rPr lang="fr-CA" dirty="0"/>
            <a:t>Suivi </a:t>
          </a:r>
        </a:p>
      </dgm:t>
    </dgm:pt>
    <dgm:pt modelId="{C8EA6B03-43C5-49BE-85E7-DA70771C87C7}" type="parTrans" cxnId="{D5EE9360-2AD6-4C17-B1A6-BAE9588AAFF9}">
      <dgm:prSet/>
      <dgm:spPr/>
      <dgm:t>
        <a:bodyPr/>
        <a:lstStyle/>
        <a:p>
          <a:endParaRPr lang="fr-CA"/>
        </a:p>
      </dgm:t>
    </dgm:pt>
    <dgm:pt modelId="{FAC7D2D0-7547-431E-B4F6-06EEFEA128A2}" type="sibTrans" cxnId="{D5EE9360-2AD6-4C17-B1A6-BAE9588AAFF9}">
      <dgm:prSet/>
      <dgm:spPr/>
      <dgm:t>
        <a:bodyPr/>
        <a:lstStyle/>
        <a:p>
          <a:endParaRPr lang="fr-CA"/>
        </a:p>
      </dgm:t>
    </dgm:pt>
    <dgm:pt modelId="{C79816D9-FF14-468F-810C-B9FDD404138E}" type="pres">
      <dgm:prSet presAssocID="{1E0A3AE8-3301-43A9-896F-1D0E14926ED7}" presName="Name0" presStyleCnt="0">
        <dgm:presLayoutVars>
          <dgm:dir/>
          <dgm:resizeHandles val="exact"/>
        </dgm:presLayoutVars>
      </dgm:prSet>
      <dgm:spPr/>
    </dgm:pt>
    <dgm:pt modelId="{2A02EB9D-6AFE-44D8-8806-B2FCC31F98C7}" type="pres">
      <dgm:prSet presAssocID="{502E45F9-9459-4FE8-B97F-26966D462353}" presName="parTxOnly" presStyleLbl="node1" presStyleIdx="0" presStyleCnt="6" custLinFactNeighborX="7961" custLinFactNeighborY="1443">
        <dgm:presLayoutVars>
          <dgm:bulletEnabled val="1"/>
        </dgm:presLayoutVars>
      </dgm:prSet>
      <dgm:spPr/>
    </dgm:pt>
    <dgm:pt modelId="{1C89B319-538A-46DF-91BD-8C8E131FFEF2}" type="pres">
      <dgm:prSet presAssocID="{AB8992BB-8AAE-4770-953F-E1267F7C1F88}" presName="parSpace" presStyleCnt="0"/>
      <dgm:spPr/>
    </dgm:pt>
    <dgm:pt modelId="{1EAC04FA-5FEA-49FF-8580-D9EA1B432800}" type="pres">
      <dgm:prSet presAssocID="{71F60D37-9F11-4749-96A6-E07BCA617677}" presName="parTxOnly" presStyleLbl="node1" presStyleIdx="1" presStyleCnt="6" custScaleX="109310">
        <dgm:presLayoutVars>
          <dgm:bulletEnabled val="1"/>
        </dgm:presLayoutVars>
      </dgm:prSet>
      <dgm:spPr/>
    </dgm:pt>
    <dgm:pt modelId="{F3F9C168-E941-4063-8EE6-D7034E3C778A}" type="pres">
      <dgm:prSet presAssocID="{3CD185AB-A044-4716-ACB9-1AF87777BD17}" presName="parSpace" presStyleCnt="0"/>
      <dgm:spPr/>
    </dgm:pt>
    <dgm:pt modelId="{D2953400-2FA3-4576-8E2B-A223931B397D}" type="pres">
      <dgm:prSet presAssocID="{9886C3BD-77F6-493A-9022-9B8A2D5660FF}" presName="parTxOnly" presStyleLbl="node1" presStyleIdx="2" presStyleCnt="6">
        <dgm:presLayoutVars>
          <dgm:bulletEnabled val="1"/>
        </dgm:presLayoutVars>
      </dgm:prSet>
      <dgm:spPr/>
    </dgm:pt>
    <dgm:pt modelId="{F2B83813-B3D1-4569-A452-186959623BD0}" type="pres">
      <dgm:prSet presAssocID="{47A41297-102A-4C3F-BC8D-DE58B5808B37}" presName="parSpace" presStyleCnt="0"/>
      <dgm:spPr/>
    </dgm:pt>
    <dgm:pt modelId="{F749DF59-F989-4E2C-BCC6-62B69ABDBF0C}" type="pres">
      <dgm:prSet presAssocID="{ED9CD48E-859B-4C7A-B2DC-D846EEBF06B2}" presName="parTxOnly" presStyleLbl="node1" presStyleIdx="3" presStyleCnt="6">
        <dgm:presLayoutVars>
          <dgm:bulletEnabled val="1"/>
        </dgm:presLayoutVars>
      </dgm:prSet>
      <dgm:spPr/>
    </dgm:pt>
    <dgm:pt modelId="{814002AB-2D19-4C9A-A874-35461B4F2A16}" type="pres">
      <dgm:prSet presAssocID="{A4EB6CAE-6C0F-45F3-8B63-C06F26EC2C87}" presName="parSpace" presStyleCnt="0"/>
      <dgm:spPr/>
    </dgm:pt>
    <dgm:pt modelId="{ABF49B41-DBAD-432D-A25E-1E0EA92871B3}" type="pres">
      <dgm:prSet presAssocID="{385EF6CA-16B4-46FB-9D38-303AD139FD40}" presName="parTxOnly" presStyleLbl="node1" presStyleIdx="4" presStyleCnt="6">
        <dgm:presLayoutVars>
          <dgm:bulletEnabled val="1"/>
        </dgm:presLayoutVars>
      </dgm:prSet>
      <dgm:spPr/>
    </dgm:pt>
    <dgm:pt modelId="{719A7DD6-FA34-4EE6-9CF5-88BBFB3409A1}" type="pres">
      <dgm:prSet presAssocID="{AE97B6EA-0B6A-4E2B-B772-17BF2F1FA3A8}" presName="parSpace" presStyleCnt="0"/>
      <dgm:spPr/>
    </dgm:pt>
    <dgm:pt modelId="{8B345557-9216-4F7A-B8D7-3542277BE8F9}" type="pres">
      <dgm:prSet presAssocID="{D437B17E-3FF9-4DB2-B97D-4A6C8D3681D2}" presName="parTxOnly" presStyleLbl="node1" presStyleIdx="5" presStyleCnt="6">
        <dgm:presLayoutVars>
          <dgm:bulletEnabled val="1"/>
        </dgm:presLayoutVars>
      </dgm:prSet>
      <dgm:spPr/>
    </dgm:pt>
  </dgm:ptLst>
  <dgm:cxnLst>
    <dgm:cxn modelId="{604F8411-38B2-42DF-83D8-19FB72C54A88}" type="presOf" srcId="{1E0A3AE8-3301-43A9-896F-1D0E14926ED7}" destId="{C79816D9-FF14-468F-810C-B9FDD404138E}" srcOrd="0" destOrd="0" presId="urn:microsoft.com/office/officeart/2005/8/layout/hChevron3"/>
    <dgm:cxn modelId="{15B09B25-7784-431A-A659-94B606D38602}" type="presOf" srcId="{D437B17E-3FF9-4DB2-B97D-4A6C8D3681D2}" destId="{8B345557-9216-4F7A-B8D7-3542277BE8F9}" srcOrd="0" destOrd="0" presId="urn:microsoft.com/office/officeart/2005/8/layout/hChevron3"/>
    <dgm:cxn modelId="{DF57B42F-5885-4BA5-A731-44670E57C7E1}" type="presOf" srcId="{9886C3BD-77F6-493A-9022-9B8A2D5660FF}" destId="{D2953400-2FA3-4576-8E2B-A223931B397D}" srcOrd="0" destOrd="0" presId="urn:microsoft.com/office/officeart/2005/8/layout/hChevron3"/>
    <dgm:cxn modelId="{5D38E73E-730D-4BD9-ADE5-F682AAC3A8DE}" srcId="{1E0A3AE8-3301-43A9-896F-1D0E14926ED7}" destId="{71F60D37-9F11-4749-96A6-E07BCA617677}" srcOrd="1" destOrd="0" parTransId="{799ED959-180B-4188-9A7C-7271607FDE09}" sibTransId="{3CD185AB-A044-4716-ACB9-1AF87777BD17}"/>
    <dgm:cxn modelId="{D5EE9360-2AD6-4C17-B1A6-BAE9588AAFF9}" srcId="{1E0A3AE8-3301-43A9-896F-1D0E14926ED7}" destId="{D437B17E-3FF9-4DB2-B97D-4A6C8D3681D2}" srcOrd="5" destOrd="0" parTransId="{C8EA6B03-43C5-49BE-85E7-DA70771C87C7}" sibTransId="{FAC7D2D0-7547-431E-B4F6-06EEFEA128A2}"/>
    <dgm:cxn modelId="{1FE65242-6C43-48D5-AC7C-C4CE30051EBD}" type="presOf" srcId="{71F60D37-9F11-4749-96A6-E07BCA617677}" destId="{1EAC04FA-5FEA-49FF-8580-D9EA1B432800}" srcOrd="0" destOrd="0" presId="urn:microsoft.com/office/officeart/2005/8/layout/hChevron3"/>
    <dgm:cxn modelId="{8930AC79-07EC-4831-A599-79369F49AD29}" type="presOf" srcId="{385EF6CA-16B4-46FB-9D38-303AD139FD40}" destId="{ABF49B41-DBAD-432D-A25E-1E0EA92871B3}" srcOrd="0" destOrd="0" presId="urn:microsoft.com/office/officeart/2005/8/layout/hChevron3"/>
    <dgm:cxn modelId="{B04CFA83-EA15-4CEE-99B3-21B1F0188033}" type="presOf" srcId="{502E45F9-9459-4FE8-B97F-26966D462353}" destId="{2A02EB9D-6AFE-44D8-8806-B2FCC31F98C7}" srcOrd="0" destOrd="0" presId="urn:microsoft.com/office/officeart/2005/8/layout/hChevron3"/>
    <dgm:cxn modelId="{B0465E88-8A68-4D4E-ABCD-8023A4DC870C}" srcId="{1E0A3AE8-3301-43A9-896F-1D0E14926ED7}" destId="{ED9CD48E-859B-4C7A-B2DC-D846EEBF06B2}" srcOrd="3" destOrd="0" parTransId="{3CDD28A4-152A-40BA-921F-36593563A074}" sibTransId="{A4EB6CAE-6C0F-45F3-8B63-C06F26EC2C87}"/>
    <dgm:cxn modelId="{501E30B2-395A-43D5-B8BA-C5E5B29002F4}" srcId="{1E0A3AE8-3301-43A9-896F-1D0E14926ED7}" destId="{9886C3BD-77F6-493A-9022-9B8A2D5660FF}" srcOrd="2" destOrd="0" parTransId="{80BF0A4F-88AD-423F-B929-BEB01CB4C3BC}" sibTransId="{47A41297-102A-4C3F-BC8D-DE58B5808B37}"/>
    <dgm:cxn modelId="{6FB37ABA-2ED9-428F-9CEB-F7F72F3487C4}" srcId="{1E0A3AE8-3301-43A9-896F-1D0E14926ED7}" destId="{502E45F9-9459-4FE8-B97F-26966D462353}" srcOrd="0" destOrd="0" parTransId="{28753C7B-C239-47E9-967C-6D3D6A947128}" sibTransId="{AB8992BB-8AAE-4770-953F-E1267F7C1F88}"/>
    <dgm:cxn modelId="{BD6305C0-B42E-4998-B7A9-1816CB28FECB}" srcId="{1E0A3AE8-3301-43A9-896F-1D0E14926ED7}" destId="{385EF6CA-16B4-46FB-9D38-303AD139FD40}" srcOrd="4" destOrd="0" parTransId="{127FE7F5-379D-4856-ADF4-41FD27B6605E}" sibTransId="{AE97B6EA-0B6A-4E2B-B772-17BF2F1FA3A8}"/>
    <dgm:cxn modelId="{F92FB8D4-3980-4141-88BF-EE58534B03E8}" type="presOf" srcId="{ED9CD48E-859B-4C7A-B2DC-D846EEBF06B2}" destId="{F749DF59-F989-4E2C-BCC6-62B69ABDBF0C}" srcOrd="0" destOrd="0" presId="urn:microsoft.com/office/officeart/2005/8/layout/hChevron3"/>
    <dgm:cxn modelId="{B6977AFC-8971-4AA4-AD85-20D5B0AAAB23}" type="presParOf" srcId="{C79816D9-FF14-468F-810C-B9FDD404138E}" destId="{2A02EB9D-6AFE-44D8-8806-B2FCC31F98C7}" srcOrd="0" destOrd="0" presId="urn:microsoft.com/office/officeart/2005/8/layout/hChevron3"/>
    <dgm:cxn modelId="{BAA521AD-9EBE-4500-84BF-B304DF6C0308}" type="presParOf" srcId="{C79816D9-FF14-468F-810C-B9FDD404138E}" destId="{1C89B319-538A-46DF-91BD-8C8E131FFEF2}" srcOrd="1" destOrd="0" presId="urn:microsoft.com/office/officeart/2005/8/layout/hChevron3"/>
    <dgm:cxn modelId="{2218DDD4-BAC3-4022-BF24-18BC9A9B48F9}" type="presParOf" srcId="{C79816D9-FF14-468F-810C-B9FDD404138E}" destId="{1EAC04FA-5FEA-49FF-8580-D9EA1B432800}" srcOrd="2" destOrd="0" presId="urn:microsoft.com/office/officeart/2005/8/layout/hChevron3"/>
    <dgm:cxn modelId="{8E40416B-92FE-4DF8-9C4C-84F0FEB22FDC}" type="presParOf" srcId="{C79816D9-FF14-468F-810C-B9FDD404138E}" destId="{F3F9C168-E941-4063-8EE6-D7034E3C778A}" srcOrd="3" destOrd="0" presId="urn:microsoft.com/office/officeart/2005/8/layout/hChevron3"/>
    <dgm:cxn modelId="{46D6D40D-39CC-4C3A-BCDB-AD246726370D}" type="presParOf" srcId="{C79816D9-FF14-468F-810C-B9FDD404138E}" destId="{D2953400-2FA3-4576-8E2B-A223931B397D}" srcOrd="4" destOrd="0" presId="urn:microsoft.com/office/officeart/2005/8/layout/hChevron3"/>
    <dgm:cxn modelId="{E2230AEB-0265-4FA1-8AE6-F9DC109DC50F}" type="presParOf" srcId="{C79816D9-FF14-468F-810C-B9FDD404138E}" destId="{F2B83813-B3D1-4569-A452-186959623BD0}" srcOrd="5" destOrd="0" presId="urn:microsoft.com/office/officeart/2005/8/layout/hChevron3"/>
    <dgm:cxn modelId="{5DACCF31-1FD3-4856-BA45-6D11F5B55CC0}" type="presParOf" srcId="{C79816D9-FF14-468F-810C-B9FDD404138E}" destId="{F749DF59-F989-4E2C-BCC6-62B69ABDBF0C}" srcOrd="6" destOrd="0" presId="urn:microsoft.com/office/officeart/2005/8/layout/hChevron3"/>
    <dgm:cxn modelId="{37FD9C3A-B6D4-4AD7-91FD-111AA588DECE}" type="presParOf" srcId="{C79816D9-FF14-468F-810C-B9FDD404138E}" destId="{814002AB-2D19-4C9A-A874-35461B4F2A16}" srcOrd="7" destOrd="0" presId="urn:microsoft.com/office/officeart/2005/8/layout/hChevron3"/>
    <dgm:cxn modelId="{E377F3C1-E385-4664-842F-F270776CC9A6}" type="presParOf" srcId="{C79816D9-FF14-468F-810C-B9FDD404138E}" destId="{ABF49B41-DBAD-432D-A25E-1E0EA92871B3}" srcOrd="8" destOrd="0" presId="urn:microsoft.com/office/officeart/2005/8/layout/hChevron3"/>
    <dgm:cxn modelId="{21F41EDE-AEBD-48B2-9E9D-26D3CDFA7112}" type="presParOf" srcId="{C79816D9-FF14-468F-810C-B9FDD404138E}" destId="{719A7DD6-FA34-4EE6-9CF5-88BBFB3409A1}" srcOrd="9" destOrd="0" presId="urn:microsoft.com/office/officeart/2005/8/layout/hChevron3"/>
    <dgm:cxn modelId="{A31962E7-4FE7-4561-954E-88BBB7E84A3F}" type="presParOf" srcId="{C79816D9-FF14-468F-810C-B9FDD404138E}" destId="{8B345557-9216-4F7A-B8D7-3542277BE8F9}" srcOrd="10" destOrd="0" presId="urn:microsoft.com/office/officeart/2005/8/layout/hChevron3"/>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1E0A3AE8-3301-43A9-896F-1D0E14926ED7}" type="doc">
      <dgm:prSet loTypeId="urn:microsoft.com/office/officeart/2005/8/layout/hChevron3" loCatId="process" qsTypeId="urn:microsoft.com/office/officeart/2005/8/quickstyle/simple1" qsCatId="simple" csTypeId="urn:microsoft.com/office/officeart/2005/8/colors/accent1_2" csCatId="accent1" phldr="1"/>
      <dgm:spPr/>
    </dgm:pt>
    <dgm:pt modelId="{502E45F9-9459-4FE8-B97F-26966D462353}">
      <dgm:prSet phldrT="[Texte]"/>
      <dgm:spPr/>
      <dgm:t>
        <a:bodyPr/>
        <a:lstStyle/>
        <a:p>
          <a:r>
            <a:rPr lang="fr-CA" dirty="0"/>
            <a:t>Identifications des évènements</a:t>
          </a:r>
        </a:p>
      </dgm:t>
    </dgm:pt>
    <dgm:pt modelId="{28753C7B-C239-47E9-967C-6D3D6A947128}" type="parTrans" cxnId="{6FB37ABA-2ED9-428F-9CEB-F7F72F3487C4}">
      <dgm:prSet/>
      <dgm:spPr/>
      <dgm:t>
        <a:bodyPr/>
        <a:lstStyle/>
        <a:p>
          <a:endParaRPr lang="fr-CA"/>
        </a:p>
      </dgm:t>
    </dgm:pt>
    <dgm:pt modelId="{AB8992BB-8AAE-4770-953F-E1267F7C1F88}" type="sibTrans" cxnId="{6FB37ABA-2ED9-428F-9CEB-F7F72F3487C4}">
      <dgm:prSet/>
      <dgm:spPr/>
      <dgm:t>
        <a:bodyPr/>
        <a:lstStyle/>
        <a:p>
          <a:endParaRPr lang="fr-CA"/>
        </a:p>
      </dgm:t>
    </dgm:pt>
    <dgm:pt modelId="{71F60D37-9F11-4749-96A6-E07BCA617677}">
      <dgm:prSet phldrT="[Texte]" custT="1"/>
      <dgm:spPr>
        <a:solidFill>
          <a:schemeClr val="accent1"/>
        </a:solidFill>
      </dgm:spPr>
      <dgm:t>
        <a:bodyPr/>
        <a:lstStyle/>
        <a:p>
          <a:r>
            <a:rPr lang="fr-CA" sz="1600" b="1" dirty="0"/>
            <a:t>Évaluation des risques</a:t>
          </a:r>
        </a:p>
      </dgm:t>
    </dgm:pt>
    <dgm:pt modelId="{799ED959-180B-4188-9A7C-7271607FDE09}" type="parTrans" cxnId="{5D38E73E-730D-4BD9-ADE5-F682AAC3A8DE}">
      <dgm:prSet/>
      <dgm:spPr/>
      <dgm:t>
        <a:bodyPr/>
        <a:lstStyle/>
        <a:p>
          <a:endParaRPr lang="fr-CA"/>
        </a:p>
      </dgm:t>
    </dgm:pt>
    <dgm:pt modelId="{3CD185AB-A044-4716-ACB9-1AF87777BD17}" type="sibTrans" cxnId="{5D38E73E-730D-4BD9-ADE5-F682AAC3A8DE}">
      <dgm:prSet/>
      <dgm:spPr/>
      <dgm:t>
        <a:bodyPr/>
        <a:lstStyle/>
        <a:p>
          <a:endParaRPr lang="fr-CA"/>
        </a:p>
      </dgm:t>
    </dgm:pt>
    <dgm:pt modelId="{9886C3BD-77F6-493A-9022-9B8A2D5660FF}">
      <dgm:prSet phldrT="[Texte]" custT="1"/>
      <dgm:spPr>
        <a:solidFill>
          <a:schemeClr val="accent1"/>
        </a:solidFill>
      </dgm:spPr>
      <dgm:t>
        <a:bodyPr/>
        <a:lstStyle/>
        <a:p>
          <a:r>
            <a:rPr lang="fr-CA" sz="1800" b="0" dirty="0"/>
            <a:t>Réponses aux risques</a:t>
          </a:r>
        </a:p>
      </dgm:t>
    </dgm:pt>
    <dgm:pt modelId="{80BF0A4F-88AD-423F-B929-BEB01CB4C3BC}" type="parTrans" cxnId="{501E30B2-395A-43D5-B8BA-C5E5B29002F4}">
      <dgm:prSet/>
      <dgm:spPr/>
      <dgm:t>
        <a:bodyPr/>
        <a:lstStyle/>
        <a:p>
          <a:endParaRPr lang="fr-CA"/>
        </a:p>
      </dgm:t>
    </dgm:pt>
    <dgm:pt modelId="{47A41297-102A-4C3F-BC8D-DE58B5808B37}" type="sibTrans" cxnId="{501E30B2-395A-43D5-B8BA-C5E5B29002F4}">
      <dgm:prSet/>
      <dgm:spPr/>
      <dgm:t>
        <a:bodyPr/>
        <a:lstStyle/>
        <a:p>
          <a:endParaRPr lang="fr-CA"/>
        </a:p>
      </dgm:t>
    </dgm:pt>
    <dgm:pt modelId="{ED9CD48E-859B-4C7A-B2DC-D846EEBF06B2}">
      <dgm:prSet phldrT="[Texte]" custT="1"/>
      <dgm:spPr>
        <a:solidFill>
          <a:srgbClr val="00B050"/>
        </a:solidFill>
      </dgm:spPr>
      <dgm:t>
        <a:bodyPr/>
        <a:lstStyle/>
        <a:p>
          <a:r>
            <a:rPr lang="fr-CA" sz="2000" dirty="0"/>
            <a:t>Activités de contrôle</a:t>
          </a:r>
        </a:p>
      </dgm:t>
    </dgm:pt>
    <dgm:pt modelId="{3CDD28A4-152A-40BA-921F-36593563A074}" type="parTrans" cxnId="{B0465E88-8A68-4D4E-ABCD-8023A4DC870C}">
      <dgm:prSet/>
      <dgm:spPr/>
      <dgm:t>
        <a:bodyPr/>
        <a:lstStyle/>
        <a:p>
          <a:endParaRPr lang="fr-CA"/>
        </a:p>
      </dgm:t>
    </dgm:pt>
    <dgm:pt modelId="{A4EB6CAE-6C0F-45F3-8B63-C06F26EC2C87}" type="sibTrans" cxnId="{B0465E88-8A68-4D4E-ABCD-8023A4DC870C}">
      <dgm:prSet/>
      <dgm:spPr/>
      <dgm:t>
        <a:bodyPr/>
        <a:lstStyle/>
        <a:p>
          <a:endParaRPr lang="fr-CA"/>
        </a:p>
      </dgm:t>
    </dgm:pt>
    <dgm:pt modelId="{385EF6CA-16B4-46FB-9D38-303AD139FD40}">
      <dgm:prSet phldrT="[Texte]" custT="1"/>
      <dgm:spPr/>
      <dgm:t>
        <a:bodyPr/>
        <a:lstStyle/>
        <a:p>
          <a:r>
            <a:rPr lang="fr-CA" sz="1600" dirty="0"/>
            <a:t>Information et </a:t>
          </a:r>
          <a:r>
            <a:rPr lang="fr-CA" sz="1800" dirty="0"/>
            <a:t>communication</a:t>
          </a:r>
          <a:endParaRPr lang="fr-CA" sz="1600" dirty="0"/>
        </a:p>
      </dgm:t>
    </dgm:pt>
    <dgm:pt modelId="{127FE7F5-379D-4856-ADF4-41FD27B6605E}" type="parTrans" cxnId="{BD6305C0-B42E-4998-B7A9-1816CB28FECB}">
      <dgm:prSet/>
      <dgm:spPr/>
      <dgm:t>
        <a:bodyPr/>
        <a:lstStyle/>
        <a:p>
          <a:endParaRPr lang="fr-CA"/>
        </a:p>
      </dgm:t>
    </dgm:pt>
    <dgm:pt modelId="{AE97B6EA-0B6A-4E2B-B772-17BF2F1FA3A8}" type="sibTrans" cxnId="{BD6305C0-B42E-4998-B7A9-1816CB28FECB}">
      <dgm:prSet/>
      <dgm:spPr/>
      <dgm:t>
        <a:bodyPr/>
        <a:lstStyle/>
        <a:p>
          <a:endParaRPr lang="fr-CA"/>
        </a:p>
      </dgm:t>
    </dgm:pt>
    <dgm:pt modelId="{D437B17E-3FF9-4DB2-B97D-4A6C8D3681D2}">
      <dgm:prSet phldrT="[Texte]"/>
      <dgm:spPr/>
      <dgm:t>
        <a:bodyPr/>
        <a:lstStyle/>
        <a:p>
          <a:r>
            <a:rPr lang="fr-CA" dirty="0"/>
            <a:t>Suivi </a:t>
          </a:r>
        </a:p>
      </dgm:t>
    </dgm:pt>
    <dgm:pt modelId="{C8EA6B03-43C5-49BE-85E7-DA70771C87C7}" type="parTrans" cxnId="{D5EE9360-2AD6-4C17-B1A6-BAE9588AAFF9}">
      <dgm:prSet/>
      <dgm:spPr/>
      <dgm:t>
        <a:bodyPr/>
        <a:lstStyle/>
        <a:p>
          <a:endParaRPr lang="fr-CA"/>
        </a:p>
      </dgm:t>
    </dgm:pt>
    <dgm:pt modelId="{FAC7D2D0-7547-431E-B4F6-06EEFEA128A2}" type="sibTrans" cxnId="{D5EE9360-2AD6-4C17-B1A6-BAE9588AAFF9}">
      <dgm:prSet/>
      <dgm:spPr/>
      <dgm:t>
        <a:bodyPr/>
        <a:lstStyle/>
        <a:p>
          <a:endParaRPr lang="fr-CA"/>
        </a:p>
      </dgm:t>
    </dgm:pt>
    <dgm:pt modelId="{C79816D9-FF14-468F-810C-B9FDD404138E}" type="pres">
      <dgm:prSet presAssocID="{1E0A3AE8-3301-43A9-896F-1D0E14926ED7}" presName="Name0" presStyleCnt="0">
        <dgm:presLayoutVars>
          <dgm:dir/>
          <dgm:resizeHandles val="exact"/>
        </dgm:presLayoutVars>
      </dgm:prSet>
      <dgm:spPr/>
    </dgm:pt>
    <dgm:pt modelId="{2A02EB9D-6AFE-44D8-8806-B2FCC31F98C7}" type="pres">
      <dgm:prSet presAssocID="{502E45F9-9459-4FE8-B97F-26966D462353}" presName="parTxOnly" presStyleLbl="node1" presStyleIdx="0" presStyleCnt="6" custLinFactNeighborX="7961" custLinFactNeighborY="1443">
        <dgm:presLayoutVars>
          <dgm:bulletEnabled val="1"/>
        </dgm:presLayoutVars>
      </dgm:prSet>
      <dgm:spPr/>
    </dgm:pt>
    <dgm:pt modelId="{1C89B319-538A-46DF-91BD-8C8E131FFEF2}" type="pres">
      <dgm:prSet presAssocID="{AB8992BB-8AAE-4770-953F-E1267F7C1F88}" presName="parSpace" presStyleCnt="0"/>
      <dgm:spPr/>
    </dgm:pt>
    <dgm:pt modelId="{1EAC04FA-5FEA-49FF-8580-D9EA1B432800}" type="pres">
      <dgm:prSet presAssocID="{71F60D37-9F11-4749-96A6-E07BCA617677}" presName="parTxOnly" presStyleLbl="node1" presStyleIdx="1" presStyleCnt="6" custScaleX="109310">
        <dgm:presLayoutVars>
          <dgm:bulletEnabled val="1"/>
        </dgm:presLayoutVars>
      </dgm:prSet>
      <dgm:spPr/>
    </dgm:pt>
    <dgm:pt modelId="{F3F9C168-E941-4063-8EE6-D7034E3C778A}" type="pres">
      <dgm:prSet presAssocID="{3CD185AB-A044-4716-ACB9-1AF87777BD17}" presName="parSpace" presStyleCnt="0"/>
      <dgm:spPr/>
    </dgm:pt>
    <dgm:pt modelId="{D2953400-2FA3-4576-8E2B-A223931B397D}" type="pres">
      <dgm:prSet presAssocID="{9886C3BD-77F6-493A-9022-9B8A2D5660FF}" presName="parTxOnly" presStyleLbl="node1" presStyleIdx="2" presStyleCnt="6">
        <dgm:presLayoutVars>
          <dgm:bulletEnabled val="1"/>
        </dgm:presLayoutVars>
      </dgm:prSet>
      <dgm:spPr/>
    </dgm:pt>
    <dgm:pt modelId="{F2B83813-B3D1-4569-A452-186959623BD0}" type="pres">
      <dgm:prSet presAssocID="{47A41297-102A-4C3F-BC8D-DE58B5808B37}" presName="parSpace" presStyleCnt="0"/>
      <dgm:spPr/>
    </dgm:pt>
    <dgm:pt modelId="{F749DF59-F989-4E2C-BCC6-62B69ABDBF0C}" type="pres">
      <dgm:prSet presAssocID="{ED9CD48E-859B-4C7A-B2DC-D846EEBF06B2}" presName="parTxOnly" presStyleLbl="node1" presStyleIdx="3" presStyleCnt="6">
        <dgm:presLayoutVars>
          <dgm:bulletEnabled val="1"/>
        </dgm:presLayoutVars>
      </dgm:prSet>
      <dgm:spPr/>
    </dgm:pt>
    <dgm:pt modelId="{814002AB-2D19-4C9A-A874-35461B4F2A16}" type="pres">
      <dgm:prSet presAssocID="{A4EB6CAE-6C0F-45F3-8B63-C06F26EC2C87}" presName="parSpace" presStyleCnt="0"/>
      <dgm:spPr/>
    </dgm:pt>
    <dgm:pt modelId="{ABF49B41-DBAD-432D-A25E-1E0EA92871B3}" type="pres">
      <dgm:prSet presAssocID="{385EF6CA-16B4-46FB-9D38-303AD139FD40}" presName="parTxOnly" presStyleLbl="node1" presStyleIdx="4" presStyleCnt="6">
        <dgm:presLayoutVars>
          <dgm:bulletEnabled val="1"/>
        </dgm:presLayoutVars>
      </dgm:prSet>
      <dgm:spPr/>
    </dgm:pt>
    <dgm:pt modelId="{719A7DD6-FA34-4EE6-9CF5-88BBFB3409A1}" type="pres">
      <dgm:prSet presAssocID="{AE97B6EA-0B6A-4E2B-B772-17BF2F1FA3A8}" presName="parSpace" presStyleCnt="0"/>
      <dgm:spPr/>
    </dgm:pt>
    <dgm:pt modelId="{8B345557-9216-4F7A-B8D7-3542277BE8F9}" type="pres">
      <dgm:prSet presAssocID="{D437B17E-3FF9-4DB2-B97D-4A6C8D3681D2}" presName="parTxOnly" presStyleLbl="node1" presStyleIdx="5" presStyleCnt="6">
        <dgm:presLayoutVars>
          <dgm:bulletEnabled val="1"/>
        </dgm:presLayoutVars>
      </dgm:prSet>
      <dgm:spPr/>
    </dgm:pt>
  </dgm:ptLst>
  <dgm:cxnLst>
    <dgm:cxn modelId="{604F8411-38B2-42DF-83D8-19FB72C54A88}" type="presOf" srcId="{1E0A3AE8-3301-43A9-896F-1D0E14926ED7}" destId="{C79816D9-FF14-468F-810C-B9FDD404138E}" srcOrd="0" destOrd="0" presId="urn:microsoft.com/office/officeart/2005/8/layout/hChevron3"/>
    <dgm:cxn modelId="{15B09B25-7784-431A-A659-94B606D38602}" type="presOf" srcId="{D437B17E-3FF9-4DB2-B97D-4A6C8D3681D2}" destId="{8B345557-9216-4F7A-B8D7-3542277BE8F9}" srcOrd="0" destOrd="0" presId="urn:microsoft.com/office/officeart/2005/8/layout/hChevron3"/>
    <dgm:cxn modelId="{DF57B42F-5885-4BA5-A731-44670E57C7E1}" type="presOf" srcId="{9886C3BD-77F6-493A-9022-9B8A2D5660FF}" destId="{D2953400-2FA3-4576-8E2B-A223931B397D}" srcOrd="0" destOrd="0" presId="urn:microsoft.com/office/officeart/2005/8/layout/hChevron3"/>
    <dgm:cxn modelId="{5D38E73E-730D-4BD9-ADE5-F682AAC3A8DE}" srcId="{1E0A3AE8-3301-43A9-896F-1D0E14926ED7}" destId="{71F60D37-9F11-4749-96A6-E07BCA617677}" srcOrd="1" destOrd="0" parTransId="{799ED959-180B-4188-9A7C-7271607FDE09}" sibTransId="{3CD185AB-A044-4716-ACB9-1AF87777BD17}"/>
    <dgm:cxn modelId="{D5EE9360-2AD6-4C17-B1A6-BAE9588AAFF9}" srcId="{1E0A3AE8-3301-43A9-896F-1D0E14926ED7}" destId="{D437B17E-3FF9-4DB2-B97D-4A6C8D3681D2}" srcOrd="5" destOrd="0" parTransId="{C8EA6B03-43C5-49BE-85E7-DA70771C87C7}" sibTransId="{FAC7D2D0-7547-431E-B4F6-06EEFEA128A2}"/>
    <dgm:cxn modelId="{1FE65242-6C43-48D5-AC7C-C4CE30051EBD}" type="presOf" srcId="{71F60D37-9F11-4749-96A6-E07BCA617677}" destId="{1EAC04FA-5FEA-49FF-8580-D9EA1B432800}" srcOrd="0" destOrd="0" presId="urn:microsoft.com/office/officeart/2005/8/layout/hChevron3"/>
    <dgm:cxn modelId="{8930AC79-07EC-4831-A599-79369F49AD29}" type="presOf" srcId="{385EF6CA-16B4-46FB-9D38-303AD139FD40}" destId="{ABF49B41-DBAD-432D-A25E-1E0EA92871B3}" srcOrd="0" destOrd="0" presId="urn:microsoft.com/office/officeart/2005/8/layout/hChevron3"/>
    <dgm:cxn modelId="{B04CFA83-EA15-4CEE-99B3-21B1F0188033}" type="presOf" srcId="{502E45F9-9459-4FE8-B97F-26966D462353}" destId="{2A02EB9D-6AFE-44D8-8806-B2FCC31F98C7}" srcOrd="0" destOrd="0" presId="urn:microsoft.com/office/officeart/2005/8/layout/hChevron3"/>
    <dgm:cxn modelId="{B0465E88-8A68-4D4E-ABCD-8023A4DC870C}" srcId="{1E0A3AE8-3301-43A9-896F-1D0E14926ED7}" destId="{ED9CD48E-859B-4C7A-B2DC-D846EEBF06B2}" srcOrd="3" destOrd="0" parTransId="{3CDD28A4-152A-40BA-921F-36593563A074}" sibTransId="{A4EB6CAE-6C0F-45F3-8B63-C06F26EC2C87}"/>
    <dgm:cxn modelId="{501E30B2-395A-43D5-B8BA-C5E5B29002F4}" srcId="{1E0A3AE8-3301-43A9-896F-1D0E14926ED7}" destId="{9886C3BD-77F6-493A-9022-9B8A2D5660FF}" srcOrd="2" destOrd="0" parTransId="{80BF0A4F-88AD-423F-B929-BEB01CB4C3BC}" sibTransId="{47A41297-102A-4C3F-BC8D-DE58B5808B37}"/>
    <dgm:cxn modelId="{6FB37ABA-2ED9-428F-9CEB-F7F72F3487C4}" srcId="{1E0A3AE8-3301-43A9-896F-1D0E14926ED7}" destId="{502E45F9-9459-4FE8-B97F-26966D462353}" srcOrd="0" destOrd="0" parTransId="{28753C7B-C239-47E9-967C-6D3D6A947128}" sibTransId="{AB8992BB-8AAE-4770-953F-E1267F7C1F88}"/>
    <dgm:cxn modelId="{BD6305C0-B42E-4998-B7A9-1816CB28FECB}" srcId="{1E0A3AE8-3301-43A9-896F-1D0E14926ED7}" destId="{385EF6CA-16B4-46FB-9D38-303AD139FD40}" srcOrd="4" destOrd="0" parTransId="{127FE7F5-379D-4856-ADF4-41FD27B6605E}" sibTransId="{AE97B6EA-0B6A-4E2B-B772-17BF2F1FA3A8}"/>
    <dgm:cxn modelId="{F92FB8D4-3980-4141-88BF-EE58534B03E8}" type="presOf" srcId="{ED9CD48E-859B-4C7A-B2DC-D846EEBF06B2}" destId="{F749DF59-F989-4E2C-BCC6-62B69ABDBF0C}" srcOrd="0" destOrd="0" presId="urn:microsoft.com/office/officeart/2005/8/layout/hChevron3"/>
    <dgm:cxn modelId="{B6977AFC-8971-4AA4-AD85-20D5B0AAAB23}" type="presParOf" srcId="{C79816D9-FF14-468F-810C-B9FDD404138E}" destId="{2A02EB9D-6AFE-44D8-8806-B2FCC31F98C7}" srcOrd="0" destOrd="0" presId="urn:microsoft.com/office/officeart/2005/8/layout/hChevron3"/>
    <dgm:cxn modelId="{BAA521AD-9EBE-4500-84BF-B304DF6C0308}" type="presParOf" srcId="{C79816D9-FF14-468F-810C-B9FDD404138E}" destId="{1C89B319-538A-46DF-91BD-8C8E131FFEF2}" srcOrd="1" destOrd="0" presId="urn:microsoft.com/office/officeart/2005/8/layout/hChevron3"/>
    <dgm:cxn modelId="{2218DDD4-BAC3-4022-BF24-18BC9A9B48F9}" type="presParOf" srcId="{C79816D9-FF14-468F-810C-B9FDD404138E}" destId="{1EAC04FA-5FEA-49FF-8580-D9EA1B432800}" srcOrd="2" destOrd="0" presId="urn:microsoft.com/office/officeart/2005/8/layout/hChevron3"/>
    <dgm:cxn modelId="{8E40416B-92FE-4DF8-9C4C-84F0FEB22FDC}" type="presParOf" srcId="{C79816D9-FF14-468F-810C-B9FDD404138E}" destId="{F3F9C168-E941-4063-8EE6-D7034E3C778A}" srcOrd="3" destOrd="0" presId="urn:microsoft.com/office/officeart/2005/8/layout/hChevron3"/>
    <dgm:cxn modelId="{46D6D40D-39CC-4C3A-BCDB-AD246726370D}" type="presParOf" srcId="{C79816D9-FF14-468F-810C-B9FDD404138E}" destId="{D2953400-2FA3-4576-8E2B-A223931B397D}" srcOrd="4" destOrd="0" presId="urn:microsoft.com/office/officeart/2005/8/layout/hChevron3"/>
    <dgm:cxn modelId="{E2230AEB-0265-4FA1-8AE6-F9DC109DC50F}" type="presParOf" srcId="{C79816D9-FF14-468F-810C-B9FDD404138E}" destId="{F2B83813-B3D1-4569-A452-186959623BD0}" srcOrd="5" destOrd="0" presId="urn:microsoft.com/office/officeart/2005/8/layout/hChevron3"/>
    <dgm:cxn modelId="{5DACCF31-1FD3-4856-BA45-6D11F5B55CC0}" type="presParOf" srcId="{C79816D9-FF14-468F-810C-B9FDD404138E}" destId="{F749DF59-F989-4E2C-BCC6-62B69ABDBF0C}" srcOrd="6" destOrd="0" presId="urn:microsoft.com/office/officeart/2005/8/layout/hChevron3"/>
    <dgm:cxn modelId="{37FD9C3A-B6D4-4AD7-91FD-111AA588DECE}" type="presParOf" srcId="{C79816D9-FF14-468F-810C-B9FDD404138E}" destId="{814002AB-2D19-4C9A-A874-35461B4F2A16}" srcOrd="7" destOrd="0" presId="urn:microsoft.com/office/officeart/2005/8/layout/hChevron3"/>
    <dgm:cxn modelId="{E377F3C1-E385-4664-842F-F270776CC9A6}" type="presParOf" srcId="{C79816D9-FF14-468F-810C-B9FDD404138E}" destId="{ABF49B41-DBAD-432D-A25E-1E0EA92871B3}" srcOrd="8" destOrd="0" presId="urn:microsoft.com/office/officeart/2005/8/layout/hChevron3"/>
    <dgm:cxn modelId="{21F41EDE-AEBD-48B2-9E9D-26D3CDFA7112}" type="presParOf" srcId="{C79816D9-FF14-468F-810C-B9FDD404138E}" destId="{719A7DD6-FA34-4EE6-9CF5-88BBFB3409A1}" srcOrd="9" destOrd="0" presId="urn:microsoft.com/office/officeart/2005/8/layout/hChevron3"/>
    <dgm:cxn modelId="{A31962E7-4FE7-4561-954E-88BBB7E84A3F}" type="presParOf" srcId="{C79816D9-FF14-468F-810C-B9FDD404138E}" destId="{8B345557-9216-4F7A-B8D7-3542277BE8F9}" srcOrd="10" destOrd="0" presId="urn:microsoft.com/office/officeart/2005/8/layout/hChevron3"/>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1E0A3AE8-3301-43A9-896F-1D0E14926ED7}" type="doc">
      <dgm:prSet loTypeId="urn:microsoft.com/office/officeart/2005/8/layout/hChevron3" loCatId="process" qsTypeId="urn:microsoft.com/office/officeart/2005/8/quickstyle/simple1" qsCatId="simple" csTypeId="urn:microsoft.com/office/officeart/2005/8/colors/accent1_2" csCatId="accent1" phldr="1"/>
      <dgm:spPr/>
    </dgm:pt>
    <dgm:pt modelId="{502E45F9-9459-4FE8-B97F-26966D462353}">
      <dgm:prSet phldrT="[Texte]"/>
      <dgm:spPr/>
      <dgm:t>
        <a:bodyPr/>
        <a:lstStyle/>
        <a:p>
          <a:r>
            <a:rPr lang="fr-CA" dirty="0"/>
            <a:t>Identifications des évènements</a:t>
          </a:r>
        </a:p>
      </dgm:t>
    </dgm:pt>
    <dgm:pt modelId="{28753C7B-C239-47E9-967C-6D3D6A947128}" type="parTrans" cxnId="{6FB37ABA-2ED9-428F-9CEB-F7F72F3487C4}">
      <dgm:prSet/>
      <dgm:spPr/>
      <dgm:t>
        <a:bodyPr/>
        <a:lstStyle/>
        <a:p>
          <a:endParaRPr lang="fr-CA"/>
        </a:p>
      </dgm:t>
    </dgm:pt>
    <dgm:pt modelId="{AB8992BB-8AAE-4770-953F-E1267F7C1F88}" type="sibTrans" cxnId="{6FB37ABA-2ED9-428F-9CEB-F7F72F3487C4}">
      <dgm:prSet/>
      <dgm:spPr/>
      <dgm:t>
        <a:bodyPr/>
        <a:lstStyle/>
        <a:p>
          <a:endParaRPr lang="fr-CA"/>
        </a:p>
      </dgm:t>
    </dgm:pt>
    <dgm:pt modelId="{71F60D37-9F11-4749-96A6-E07BCA617677}">
      <dgm:prSet phldrT="[Texte]" custT="1"/>
      <dgm:spPr>
        <a:solidFill>
          <a:schemeClr val="accent1"/>
        </a:solidFill>
      </dgm:spPr>
      <dgm:t>
        <a:bodyPr/>
        <a:lstStyle/>
        <a:p>
          <a:r>
            <a:rPr lang="fr-CA" sz="1600" b="1" dirty="0"/>
            <a:t>Évaluation des risques</a:t>
          </a:r>
        </a:p>
      </dgm:t>
    </dgm:pt>
    <dgm:pt modelId="{799ED959-180B-4188-9A7C-7271607FDE09}" type="parTrans" cxnId="{5D38E73E-730D-4BD9-ADE5-F682AAC3A8DE}">
      <dgm:prSet/>
      <dgm:spPr/>
      <dgm:t>
        <a:bodyPr/>
        <a:lstStyle/>
        <a:p>
          <a:endParaRPr lang="fr-CA"/>
        </a:p>
      </dgm:t>
    </dgm:pt>
    <dgm:pt modelId="{3CD185AB-A044-4716-ACB9-1AF87777BD17}" type="sibTrans" cxnId="{5D38E73E-730D-4BD9-ADE5-F682AAC3A8DE}">
      <dgm:prSet/>
      <dgm:spPr/>
      <dgm:t>
        <a:bodyPr/>
        <a:lstStyle/>
        <a:p>
          <a:endParaRPr lang="fr-CA"/>
        </a:p>
      </dgm:t>
    </dgm:pt>
    <dgm:pt modelId="{9886C3BD-77F6-493A-9022-9B8A2D5660FF}">
      <dgm:prSet phldrT="[Texte]" custT="1"/>
      <dgm:spPr>
        <a:solidFill>
          <a:schemeClr val="accent1"/>
        </a:solidFill>
      </dgm:spPr>
      <dgm:t>
        <a:bodyPr/>
        <a:lstStyle/>
        <a:p>
          <a:r>
            <a:rPr lang="fr-CA" sz="1800" b="0" dirty="0"/>
            <a:t>Réponses aux risques</a:t>
          </a:r>
        </a:p>
      </dgm:t>
    </dgm:pt>
    <dgm:pt modelId="{80BF0A4F-88AD-423F-B929-BEB01CB4C3BC}" type="parTrans" cxnId="{501E30B2-395A-43D5-B8BA-C5E5B29002F4}">
      <dgm:prSet/>
      <dgm:spPr/>
      <dgm:t>
        <a:bodyPr/>
        <a:lstStyle/>
        <a:p>
          <a:endParaRPr lang="fr-CA"/>
        </a:p>
      </dgm:t>
    </dgm:pt>
    <dgm:pt modelId="{47A41297-102A-4C3F-BC8D-DE58B5808B37}" type="sibTrans" cxnId="{501E30B2-395A-43D5-B8BA-C5E5B29002F4}">
      <dgm:prSet/>
      <dgm:spPr/>
      <dgm:t>
        <a:bodyPr/>
        <a:lstStyle/>
        <a:p>
          <a:endParaRPr lang="fr-CA"/>
        </a:p>
      </dgm:t>
    </dgm:pt>
    <dgm:pt modelId="{ED9CD48E-859B-4C7A-B2DC-D846EEBF06B2}">
      <dgm:prSet phldrT="[Texte]" custT="1"/>
      <dgm:spPr>
        <a:solidFill>
          <a:srgbClr val="00B050"/>
        </a:solidFill>
      </dgm:spPr>
      <dgm:t>
        <a:bodyPr/>
        <a:lstStyle/>
        <a:p>
          <a:r>
            <a:rPr lang="fr-CA" sz="2000" dirty="0"/>
            <a:t>Activités de contrôle</a:t>
          </a:r>
        </a:p>
      </dgm:t>
    </dgm:pt>
    <dgm:pt modelId="{3CDD28A4-152A-40BA-921F-36593563A074}" type="parTrans" cxnId="{B0465E88-8A68-4D4E-ABCD-8023A4DC870C}">
      <dgm:prSet/>
      <dgm:spPr/>
      <dgm:t>
        <a:bodyPr/>
        <a:lstStyle/>
        <a:p>
          <a:endParaRPr lang="fr-CA"/>
        </a:p>
      </dgm:t>
    </dgm:pt>
    <dgm:pt modelId="{A4EB6CAE-6C0F-45F3-8B63-C06F26EC2C87}" type="sibTrans" cxnId="{B0465E88-8A68-4D4E-ABCD-8023A4DC870C}">
      <dgm:prSet/>
      <dgm:spPr/>
      <dgm:t>
        <a:bodyPr/>
        <a:lstStyle/>
        <a:p>
          <a:endParaRPr lang="fr-CA"/>
        </a:p>
      </dgm:t>
    </dgm:pt>
    <dgm:pt modelId="{385EF6CA-16B4-46FB-9D38-303AD139FD40}">
      <dgm:prSet phldrT="[Texte]" custT="1"/>
      <dgm:spPr/>
      <dgm:t>
        <a:bodyPr/>
        <a:lstStyle/>
        <a:p>
          <a:r>
            <a:rPr lang="fr-CA" sz="1600" dirty="0"/>
            <a:t>Information et </a:t>
          </a:r>
          <a:r>
            <a:rPr lang="fr-CA" sz="1800" dirty="0"/>
            <a:t>communication</a:t>
          </a:r>
          <a:endParaRPr lang="fr-CA" sz="1600" dirty="0"/>
        </a:p>
      </dgm:t>
    </dgm:pt>
    <dgm:pt modelId="{127FE7F5-379D-4856-ADF4-41FD27B6605E}" type="parTrans" cxnId="{BD6305C0-B42E-4998-B7A9-1816CB28FECB}">
      <dgm:prSet/>
      <dgm:spPr/>
      <dgm:t>
        <a:bodyPr/>
        <a:lstStyle/>
        <a:p>
          <a:endParaRPr lang="fr-CA"/>
        </a:p>
      </dgm:t>
    </dgm:pt>
    <dgm:pt modelId="{AE97B6EA-0B6A-4E2B-B772-17BF2F1FA3A8}" type="sibTrans" cxnId="{BD6305C0-B42E-4998-B7A9-1816CB28FECB}">
      <dgm:prSet/>
      <dgm:spPr/>
      <dgm:t>
        <a:bodyPr/>
        <a:lstStyle/>
        <a:p>
          <a:endParaRPr lang="fr-CA"/>
        </a:p>
      </dgm:t>
    </dgm:pt>
    <dgm:pt modelId="{D437B17E-3FF9-4DB2-B97D-4A6C8D3681D2}">
      <dgm:prSet phldrT="[Texte]"/>
      <dgm:spPr/>
      <dgm:t>
        <a:bodyPr/>
        <a:lstStyle/>
        <a:p>
          <a:r>
            <a:rPr lang="fr-CA" dirty="0"/>
            <a:t>Suivi </a:t>
          </a:r>
        </a:p>
      </dgm:t>
    </dgm:pt>
    <dgm:pt modelId="{C8EA6B03-43C5-49BE-85E7-DA70771C87C7}" type="parTrans" cxnId="{D5EE9360-2AD6-4C17-B1A6-BAE9588AAFF9}">
      <dgm:prSet/>
      <dgm:spPr/>
      <dgm:t>
        <a:bodyPr/>
        <a:lstStyle/>
        <a:p>
          <a:endParaRPr lang="fr-CA"/>
        </a:p>
      </dgm:t>
    </dgm:pt>
    <dgm:pt modelId="{FAC7D2D0-7547-431E-B4F6-06EEFEA128A2}" type="sibTrans" cxnId="{D5EE9360-2AD6-4C17-B1A6-BAE9588AAFF9}">
      <dgm:prSet/>
      <dgm:spPr/>
      <dgm:t>
        <a:bodyPr/>
        <a:lstStyle/>
        <a:p>
          <a:endParaRPr lang="fr-CA"/>
        </a:p>
      </dgm:t>
    </dgm:pt>
    <dgm:pt modelId="{C79816D9-FF14-468F-810C-B9FDD404138E}" type="pres">
      <dgm:prSet presAssocID="{1E0A3AE8-3301-43A9-896F-1D0E14926ED7}" presName="Name0" presStyleCnt="0">
        <dgm:presLayoutVars>
          <dgm:dir/>
          <dgm:resizeHandles val="exact"/>
        </dgm:presLayoutVars>
      </dgm:prSet>
      <dgm:spPr/>
    </dgm:pt>
    <dgm:pt modelId="{2A02EB9D-6AFE-44D8-8806-B2FCC31F98C7}" type="pres">
      <dgm:prSet presAssocID="{502E45F9-9459-4FE8-B97F-26966D462353}" presName="parTxOnly" presStyleLbl="node1" presStyleIdx="0" presStyleCnt="6" custLinFactNeighborX="7961" custLinFactNeighborY="1443">
        <dgm:presLayoutVars>
          <dgm:bulletEnabled val="1"/>
        </dgm:presLayoutVars>
      </dgm:prSet>
      <dgm:spPr/>
    </dgm:pt>
    <dgm:pt modelId="{1C89B319-538A-46DF-91BD-8C8E131FFEF2}" type="pres">
      <dgm:prSet presAssocID="{AB8992BB-8AAE-4770-953F-E1267F7C1F88}" presName="parSpace" presStyleCnt="0"/>
      <dgm:spPr/>
    </dgm:pt>
    <dgm:pt modelId="{1EAC04FA-5FEA-49FF-8580-D9EA1B432800}" type="pres">
      <dgm:prSet presAssocID="{71F60D37-9F11-4749-96A6-E07BCA617677}" presName="parTxOnly" presStyleLbl="node1" presStyleIdx="1" presStyleCnt="6" custScaleX="109310">
        <dgm:presLayoutVars>
          <dgm:bulletEnabled val="1"/>
        </dgm:presLayoutVars>
      </dgm:prSet>
      <dgm:spPr/>
    </dgm:pt>
    <dgm:pt modelId="{F3F9C168-E941-4063-8EE6-D7034E3C778A}" type="pres">
      <dgm:prSet presAssocID="{3CD185AB-A044-4716-ACB9-1AF87777BD17}" presName="parSpace" presStyleCnt="0"/>
      <dgm:spPr/>
    </dgm:pt>
    <dgm:pt modelId="{D2953400-2FA3-4576-8E2B-A223931B397D}" type="pres">
      <dgm:prSet presAssocID="{9886C3BD-77F6-493A-9022-9B8A2D5660FF}" presName="parTxOnly" presStyleLbl="node1" presStyleIdx="2" presStyleCnt="6">
        <dgm:presLayoutVars>
          <dgm:bulletEnabled val="1"/>
        </dgm:presLayoutVars>
      </dgm:prSet>
      <dgm:spPr/>
    </dgm:pt>
    <dgm:pt modelId="{F2B83813-B3D1-4569-A452-186959623BD0}" type="pres">
      <dgm:prSet presAssocID="{47A41297-102A-4C3F-BC8D-DE58B5808B37}" presName="parSpace" presStyleCnt="0"/>
      <dgm:spPr/>
    </dgm:pt>
    <dgm:pt modelId="{F749DF59-F989-4E2C-BCC6-62B69ABDBF0C}" type="pres">
      <dgm:prSet presAssocID="{ED9CD48E-859B-4C7A-B2DC-D846EEBF06B2}" presName="parTxOnly" presStyleLbl="node1" presStyleIdx="3" presStyleCnt="6">
        <dgm:presLayoutVars>
          <dgm:bulletEnabled val="1"/>
        </dgm:presLayoutVars>
      </dgm:prSet>
      <dgm:spPr/>
    </dgm:pt>
    <dgm:pt modelId="{814002AB-2D19-4C9A-A874-35461B4F2A16}" type="pres">
      <dgm:prSet presAssocID="{A4EB6CAE-6C0F-45F3-8B63-C06F26EC2C87}" presName="parSpace" presStyleCnt="0"/>
      <dgm:spPr/>
    </dgm:pt>
    <dgm:pt modelId="{ABF49B41-DBAD-432D-A25E-1E0EA92871B3}" type="pres">
      <dgm:prSet presAssocID="{385EF6CA-16B4-46FB-9D38-303AD139FD40}" presName="parTxOnly" presStyleLbl="node1" presStyleIdx="4" presStyleCnt="6">
        <dgm:presLayoutVars>
          <dgm:bulletEnabled val="1"/>
        </dgm:presLayoutVars>
      </dgm:prSet>
      <dgm:spPr/>
    </dgm:pt>
    <dgm:pt modelId="{719A7DD6-FA34-4EE6-9CF5-88BBFB3409A1}" type="pres">
      <dgm:prSet presAssocID="{AE97B6EA-0B6A-4E2B-B772-17BF2F1FA3A8}" presName="parSpace" presStyleCnt="0"/>
      <dgm:spPr/>
    </dgm:pt>
    <dgm:pt modelId="{8B345557-9216-4F7A-B8D7-3542277BE8F9}" type="pres">
      <dgm:prSet presAssocID="{D437B17E-3FF9-4DB2-B97D-4A6C8D3681D2}" presName="parTxOnly" presStyleLbl="node1" presStyleIdx="5" presStyleCnt="6">
        <dgm:presLayoutVars>
          <dgm:bulletEnabled val="1"/>
        </dgm:presLayoutVars>
      </dgm:prSet>
      <dgm:spPr/>
    </dgm:pt>
  </dgm:ptLst>
  <dgm:cxnLst>
    <dgm:cxn modelId="{604F8411-38B2-42DF-83D8-19FB72C54A88}" type="presOf" srcId="{1E0A3AE8-3301-43A9-896F-1D0E14926ED7}" destId="{C79816D9-FF14-468F-810C-B9FDD404138E}" srcOrd="0" destOrd="0" presId="urn:microsoft.com/office/officeart/2005/8/layout/hChevron3"/>
    <dgm:cxn modelId="{15B09B25-7784-431A-A659-94B606D38602}" type="presOf" srcId="{D437B17E-3FF9-4DB2-B97D-4A6C8D3681D2}" destId="{8B345557-9216-4F7A-B8D7-3542277BE8F9}" srcOrd="0" destOrd="0" presId="urn:microsoft.com/office/officeart/2005/8/layout/hChevron3"/>
    <dgm:cxn modelId="{DF57B42F-5885-4BA5-A731-44670E57C7E1}" type="presOf" srcId="{9886C3BD-77F6-493A-9022-9B8A2D5660FF}" destId="{D2953400-2FA3-4576-8E2B-A223931B397D}" srcOrd="0" destOrd="0" presId="urn:microsoft.com/office/officeart/2005/8/layout/hChevron3"/>
    <dgm:cxn modelId="{5D38E73E-730D-4BD9-ADE5-F682AAC3A8DE}" srcId="{1E0A3AE8-3301-43A9-896F-1D0E14926ED7}" destId="{71F60D37-9F11-4749-96A6-E07BCA617677}" srcOrd="1" destOrd="0" parTransId="{799ED959-180B-4188-9A7C-7271607FDE09}" sibTransId="{3CD185AB-A044-4716-ACB9-1AF87777BD17}"/>
    <dgm:cxn modelId="{D5EE9360-2AD6-4C17-B1A6-BAE9588AAFF9}" srcId="{1E0A3AE8-3301-43A9-896F-1D0E14926ED7}" destId="{D437B17E-3FF9-4DB2-B97D-4A6C8D3681D2}" srcOrd="5" destOrd="0" parTransId="{C8EA6B03-43C5-49BE-85E7-DA70771C87C7}" sibTransId="{FAC7D2D0-7547-431E-B4F6-06EEFEA128A2}"/>
    <dgm:cxn modelId="{1FE65242-6C43-48D5-AC7C-C4CE30051EBD}" type="presOf" srcId="{71F60D37-9F11-4749-96A6-E07BCA617677}" destId="{1EAC04FA-5FEA-49FF-8580-D9EA1B432800}" srcOrd="0" destOrd="0" presId="urn:microsoft.com/office/officeart/2005/8/layout/hChevron3"/>
    <dgm:cxn modelId="{8930AC79-07EC-4831-A599-79369F49AD29}" type="presOf" srcId="{385EF6CA-16B4-46FB-9D38-303AD139FD40}" destId="{ABF49B41-DBAD-432D-A25E-1E0EA92871B3}" srcOrd="0" destOrd="0" presId="urn:microsoft.com/office/officeart/2005/8/layout/hChevron3"/>
    <dgm:cxn modelId="{B04CFA83-EA15-4CEE-99B3-21B1F0188033}" type="presOf" srcId="{502E45F9-9459-4FE8-B97F-26966D462353}" destId="{2A02EB9D-6AFE-44D8-8806-B2FCC31F98C7}" srcOrd="0" destOrd="0" presId="urn:microsoft.com/office/officeart/2005/8/layout/hChevron3"/>
    <dgm:cxn modelId="{B0465E88-8A68-4D4E-ABCD-8023A4DC870C}" srcId="{1E0A3AE8-3301-43A9-896F-1D0E14926ED7}" destId="{ED9CD48E-859B-4C7A-B2DC-D846EEBF06B2}" srcOrd="3" destOrd="0" parTransId="{3CDD28A4-152A-40BA-921F-36593563A074}" sibTransId="{A4EB6CAE-6C0F-45F3-8B63-C06F26EC2C87}"/>
    <dgm:cxn modelId="{501E30B2-395A-43D5-B8BA-C5E5B29002F4}" srcId="{1E0A3AE8-3301-43A9-896F-1D0E14926ED7}" destId="{9886C3BD-77F6-493A-9022-9B8A2D5660FF}" srcOrd="2" destOrd="0" parTransId="{80BF0A4F-88AD-423F-B929-BEB01CB4C3BC}" sibTransId="{47A41297-102A-4C3F-BC8D-DE58B5808B37}"/>
    <dgm:cxn modelId="{6FB37ABA-2ED9-428F-9CEB-F7F72F3487C4}" srcId="{1E0A3AE8-3301-43A9-896F-1D0E14926ED7}" destId="{502E45F9-9459-4FE8-B97F-26966D462353}" srcOrd="0" destOrd="0" parTransId="{28753C7B-C239-47E9-967C-6D3D6A947128}" sibTransId="{AB8992BB-8AAE-4770-953F-E1267F7C1F88}"/>
    <dgm:cxn modelId="{BD6305C0-B42E-4998-B7A9-1816CB28FECB}" srcId="{1E0A3AE8-3301-43A9-896F-1D0E14926ED7}" destId="{385EF6CA-16B4-46FB-9D38-303AD139FD40}" srcOrd="4" destOrd="0" parTransId="{127FE7F5-379D-4856-ADF4-41FD27B6605E}" sibTransId="{AE97B6EA-0B6A-4E2B-B772-17BF2F1FA3A8}"/>
    <dgm:cxn modelId="{F92FB8D4-3980-4141-88BF-EE58534B03E8}" type="presOf" srcId="{ED9CD48E-859B-4C7A-B2DC-D846EEBF06B2}" destId="{F749DF59-F989-4E2C-BCC6-62B69ABDBF0C}" srcOrd="0" destOrd="0" presId="urn:microsoft.com/office/officeart/2005/8/layout/hChevron3"/>
    <dgm:cxn modelId="{B6977AFC-8971-4AA4-AD85-20D5B0AAAB23}" type="presParOf" srcId="{C79816D9-FF14-468F-810C-B9FDD404138E}" destId="{2A02EB9D-6AFE-44D8-8806-B2FCC31F98C7}" srcOrd="0" destOrd="0" presId="urn:microsoft.com/office/officeart/2005/8/layout/hChevron3"/>
    <dgm:cxn modelId="{BAA521AD-9EBE-4500-84BF-B304DF6C0308}" type="presParOf" srcId="{C79816D9-FF14-468F-810C-B9FDD404138E}" destId="{1C89B319-538A-46DF-91BD-8C8E131FFEF2}" srcOrd="1" destOrd="0" presId="urn:microsoft.com/office/officeart/2005/8/layout/hChevron3"/>
    <dgm:cxn modelId="{2218DDD4-BAC3-4022-BF24-18BC9A9B48F9}" type="presParOf" srcId="{C79816D9-FF14-468F-810C-B9FDD404138E}" destId="{1EAC04FA-5FEA-49FF-8580-D9EA1B432800}" srcOrd="2" destOrd="0" presId="urn:microsoft.com/office/officeart/2005/8/layout/hChevron3"/>
    <dgm:cxn modelId="{8E40416B-92FE-4DF8-9C4C-84F0FEB22FDC}" type="presParOf" srcId="{C79816D9-FF14-468F-810C-B9FDD404138E}" destId="{F3F9C168-E941-4063-8EE6-D7034E3C778A}" srcOrd="3" destOrd="0" presId="urn:microsoft.com/office/officeart/2005/8/layout/hChevron3"/>
    <dgm:cxn modelId="{46D6D40D-39CC-4C3A-BCDB-AD246726370D}" type="presParOf" srcId="{C79816D9-FF14-468F-810C-B9FDD404138E}" destId="{D2953400-2FA3-4576-8E2B-A223931B397D}" srcOrd="4" destOrd="0" presId="urn:microsoft.com/office/officeart/2005/8/layout/hChevron3"/>
    <dgm:cxn modelId="{E2230AEB-0265-4FA1-8AE6-F9DC109DC50F}" type="presParOf" srcId="{C79816D9-FF14-468F-810C-B9FDD404138E}" destId="{F2B83813-B3D1-4569-A452-186959623BD0}" srcOrd="5" destOrd="0" presId="urn:microsoft.com/office/officeart/2005/8/layout/hChevron3"/>
    <dgm:cxn modelId="{5DACCF31-1FD3-4856-BA45-6D11F5B55CC0}" type="presParOf" srcId="{C79816D9-FF14-468F-810C-B9FDD404138E}" destId="{F749DF59-F989-4E2C-BCC6-62B69ABDBF0C}" srcOrd="6" destOrd="0" presId="urn:microsoft.com/office/officeart/2005/8/layout/hChevron3"/>
    <dgm:cxn modelId="{37FD9C3A-B6D4-4AD7-91FD-111AA588DECE}" type="presParOf" srcId="{C79816D9-FF14-468F-810C-B9FDD404138E}" destId="{814002AB-2D19-4C9A-A874-35461B4F2A16}" srcOrd="7" destOrd="0" presId="urn:microsoft.com/office/officeart/2005/8/layout/hChevron3"/>
    <dgm:cxn modelId="{E377F3C1-E385-4664-842F-F270776CC9A6}" type="presParOf" srcId="{C79816D9-FF14-468F-810C-B9FDD404138E}" destId="{ABF49B41-DBAD-432D-A25E-1E0EA92871B3}" srcOrd="8" destOrd="0" presId="urn:microsoft.com/office/officeart/2005/8/layout/hChevron3"/>
    <dgm:cxn modelId="{21F41EDE-AEBD-48B2-9E9D-26D3CDFA7112}" type="presParOf" srcId="{C79816D9-FF14-468F-810C-B9FDD404138E}" destId="{719A7DD6-FA34-4EE6-9CF5-88BBFB3409A1}" srcOrd="9" destOrd="0" presId="urn:microsoft.com/office/officeart/2005/8/layout/hChevron3"/>
    <dgm:cxn modelId="{A31962E7-4FE7-4561-954E-88BBB7E84A3F}" type="presParOf" srcId="{C79816D9-FF14-468F-810C-B9FDD404138E}" destId="{8B345557-9216-4F7A-B8D7-3542277BE8F9}" srcOrd="10" destOrd="0" presId="urn:microsoft.com/office/officeart/2005/8/layout/hChevron3"/>
  </dgm:cxnLst>
  <dgm:bg/>
  <dgm:whole/>
  <dgm:extLst>
    <a:ext uri="http://schemas.microsoft.com/office/drawing/2008/diagram">
      <dsp:dataModelExt xmlns:dsp="http://schemas.microsoft.com/office/drawing/2008/diagram" relId="rId15"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1E0A3AE8-3301-43A9-896F-1D0E14926ED7}" type="doc">
      <dgm:prSet loTypeId="urn:microsoft.com/office/officeart/2005/8/layout/hChevron3" loCatId="process" qsTypeId="urn:microsoft.com/office/officeart/2005/8/quickstyle/simple1" qsCatId="simple" csTypeId="urn:microsoft.com/office/officeart/2005/8/colors/accent1_2" csCatId="accent1" phldr="1"/>
      <dgm:spPr/>
    </dgm:pt>
    <dgm:pt modelId="{502E45F9-9459-4FE8-B97F-26966D462353}">
      <dgm:prSet phldrT="[Texte]"/>
      <dgm:spPr/>
      <dgm:t>
        <a:bodyPr/>
        <a:lstStyle/>
        <a:p>
          <a:r>
            <a:rPr lang="fr-CA" dirty="0"/>
            <a:t>Identifications des évènements</a:t>
          </a:r>
        </a:p>
      </dgm:t>
    </dgm:pt>
    <dgm:pt modelId="{28753C7B-C239-47E9-967C-6D3D6A947128}" type="parTrans" cxnId="{6FB37ABA-2ED9-428F-9CEB-F7F72F3487C4}">
      <dgm:prSet/>
      <dgm:spPr/>
      <dgm:t>
        <a:bodyPr/>
        <a:lstStyle/>
        <a:p>
          <a:endParaRPr lang="fr-CA"/>
        </a:p>
      </dgm:t>
    </dgm:pt>
    <dgm:pt modelId="{AB8992BB-8AAE-4770-953F-E1267F7C1F88}" type="sibTrans" cxnId="{6FB37ABA-2ED9-428F-9CEB-F7F72F3487C4}">
      <dgm:prSet/>
      <dgm:spPr/>
      <dgm:t>
        <a:bodyPr/>
        <a:lstStyle/>
        <a:p>
          <a:endParaRPr lang="fr-CA"/>
        </a:p>
      </dgm:t>
    </dgm:pt>
    <dgm:pt modelId="{71F60D37-9F11-4749-96A6-E07BCA617677}">
      <dgm:prSet phldrT="[Texte]" custT="1"/>
      <dgm:spPr>
        <a:solidFill>
          <a:schemeClr val="accent1"/>
        </a:solidFill>
      </dgm:spPr>
      <dgm:t>
        <a:bodyPr/>
        <a:lstStyle/>
        <a:p>
          <a:r>
            <a:rPr lang="fr-CA" sz="1600" b="1" dirty="0"/>
            <a:t>Évaluation des risques</a:t>
          </a:r>
        </a:p>
      </dgm:t>
    </dgm:pt>
    <dgm:pt modelId="{799ED959-180B-4188-9A7C-7271607FDE09}" type="parTrans" cxnId="{5D38E73E-730D-4BD9-ADE5-F682AAC3A8DE}">
      <dgm:prSet/>
      <dgm:spPr/>
      <dgm:t>
        <a:bodyPr/>
        <a:lstStyle/>
        <a:p>
          <a:endParaRPr lang="fr-CA"/>
        </a:p>
      </dgm:t>
    </dgm:pt>
    <dgm:pt modelId="{3CD185AB-A044-4716-ACB9-1AF87777BD17}" type="sibTrans" cxnId="{5D38E73E-730D-4BD9-ADE5-F682AAC3A8DE}">
      <dgm:prSet/>
      <dgm:spPr/>
      <dgm:t>
        <a:bodyPr/>
        <a:lstStyle/>
        <a:p>
          <a:endParaRPr lang="fr-CA"/>
        </a:p>
      </dgm:t>
    </dgm:pt>
    <dgm:pt modelId="{9886C3BD-77F6-493A-9022-9B8A2D5660FF}">
      <dgm:prSet phldrT="[Texte]" custT="1"/>
      <dgm:spPr>
        <a:solidFill>
          <a:schemeClr val="accent1"/>
        </a:solidFill>
      </dgm:spPr>
      <dgm:t>
        <a:bodyPr/>
        <a:lstStyle/>
        <a:p>
          <a:r>
            <a:rPr lang="fr-CA" sz="1800" b="0" dirty="0"/>
            <a:t>Réponses aux risques</a:t>
          </a:r>
        </a:p>
      </dgm:t>
    </dgm:pt>
    <dgm:pt modelId="{80BF0A4F-88AD-423F-B929-BEB01CB4C3BC}" type="parTrans" cxnId="{501E30B2-395A-43D5-B8BA-C5E5B29002F4}">
      <dgm:prSet/>
      <dgm:spPr/>
      <dgm:t>
        <a:bodyPr/>
        <a:lstStyle/>
        <a:p>
          <a:endParaRPr lang="fr-CA"/>
        </a:p>
      </dgm:t>
    </dgm:pt>
    <dgm:pt modelId="{47A41297-102A-4C3F-BC8D-DE58B5808B37}" type="sibTrans" cxnId="{501E30B2-395A-43D5-B8BA-C5E5B29002F4}">
      <dgm:prSet/>
      <dgm:spPr/>
      <dgm:t>
        <a:bodyPr/>
        <a:lstStyle/>
        <a:p>
          <a:endParaRPr lang="fr-CA"/>
        </a:p>
      </dgm:t>
    </dgm:pt>
    <dgm:pt modelId="{ED9CD48E-859B-4C7A-B2DC-D846EEBF06B2}">
      <dgm:prSet phldrT="[Texte]" custT="1"/>
      <dgm:spPr>
        <a:solidFill>
          <a:schemeClr val="accent1"/>
        </a:solidFill>
      </dgm:spPr>
      <dgm:t>
        <a:bodyPr/>
        <a:lstStyle/>
        <a:p>
          <a:r>
            <a:rPr lang="fr-CA" sz="2000" dirty="0"/>
            <a:t>Activités de contrôle</a:t>
          </a:r>
        </a:p>
      </dgm:t>
    </dgm:pt>
    <dgm:pt modelId="{3CDD28A4-152A-40BA-921F-36593563A074}" type="parTrans" cxnId="{B0465E88-8A68-4D4E-ABCD-8023A4DC870C}">
      <dgm:prSet/>
      <dgm:spPr/>
      <dgm:t>
        <a:bodyPr/>
        <a:lstStyle/>
        <a:p>
          <a:endParaRPr lang="fr-CA"/>
        </a:p>
      </dgm:t>
    </dgm:pt>
    <dgm:pt modelId="{A4EB6CAE-6C0F-45F3-8B63-C06F26EC2C87}" type="sibTrans" cxnId="{B0465E88-8A68-4D4E-ABCD-8023A4DC870C}">
      <dgm:prSet/>
      <dgm:spPr/>
      <dgm:t>
        <a:bodyPr/>
        <a:lstStyle/>
        <a:p>
          <a:endParaRPr lang="fr-CA"/>
        </a:p>
      </dgm:t>
    </dgm:pt>
    <dgm:pt modelId="{385EF6CA-16B4-46FB-9D38-303AD139FD40}">
      <dgm:prSet phldrT="[Texte]" custT="1"/>
      <dgm:spPr>
        <a:solidFill>
          <a:srgbClr val="00B050"/>
        </a:solidFill>
      </dgm:spPr>
      <dgm:t>
        <a:bodyPr/>
        <a:lstStyle/>
        <a:p>
          <a:r>
            <a:rPr lang="fr-CA" sz="1600" dirty="0"/>
            <a:t>Information et </a:t>
          </a:r>
          <a:r>
            <a:rPr lang="fr-CA" sz="1800" dirty="0"/>
            <a:t>communication</a:t>
          </a:r>
          <a:endParaRPr lang="fr-CA" sz="1600" dirty="0"/>
        </a:p>
      </dgm:t>
    </dgm:pt>
    <dgm:pt modelId="{127FE7F5-379D-4856-ADF4-41FD27B6605E}" type="parTrans" cxnId="{BD6305C0-B42E-4998-B7A9-1816CB28FECB}">
      <dgm:prSet/>
      <dgm:spPr/>
      <dgm:t>
        <a:bodyPr/>
        <a:lstStyle/>
        <a:p>
          <a:endParaRPr lang="fr-CA"/>
        </a:p>
      </dgm:t>
    </dgm:pt>
    <dgm:pt modelId="{AE97B6EA-0B6A-4E2B-B772-17BF2F1FA3A8}" type="sibTrans" cxnId="{BD6305C0-B42E-4998-B7A9-1816CB28FECB}">
      <dgm:prSet/>
      <dgm:spPr/>
      <dgm:t>
        <a:bodyPr/>
        <a:lstStyle/>
        <a:p>
          <a:endParaRPr lang="fr-CA"/>
        </a:p>
      </dgm:t>
    </dgm:pt>
    <dgm:pt modelId="{D437B17E-3FF9-4DB2-B97D-4A6C8D3681D2}">
      <dgm:prSet phldrT="[Texte]"/>
      <dgm:spPr/>
      <dgm:t>
        <a:bodyPr/>
        <a:lstStyle/>
        <a:p>
          <a:r>
            <a:rPr lang="fr-CA" dirty="0"/>
            <a:t>Suivi </a:t>
          </a:r>
        </a:p>
      </dgm:t>
    </dgm:pt>
    <dgm:pt modelId="{C8EA6B03-43C5-49BE-85E7-DA70771C87C7}" type="parTrans" cxnId="{D5EE9360-2AD6-4C17-B1A6-BAE9588AAFF9}">
      <dgm:prSet/>
      <dgm:spPr/>
      <dgm:t>
        <a:bodyPr/>
        <a:lstStyle/>
        <a:p>
          <a:endParaRPr lang="fr-CA"/>
        </a:p>
      </dgm:t>
    </dgm:pt>
    <dgm:pt modelId="{FAC7D2D0-7547-431E-B4F6-06EEFEA128A2}" type="sibTrans" cxnId="{D5EE9360-2AD6-4C17-B1A6-BAE9588AAFF9}">
      <dgm:prSet/>
      <dgm:spPr/>
      <dgm:t>
        <a:bodyPr/>
        <a:lstStyle/>
        <a:p>
          <a:endParaRPr lang="fr-CA"/>
        </a:p>
      </dgm:t>
    </dgm:pt>
    <dgm:pt modelId="{C79816D9-FF14-468F-810C-B9FDD404138E}" type="pres">
      <dgm:prSet presAssocID="{1E0A3AE8-3301-43A9-896F-1D0E14926ED7}" presName="Name0" presStyleCnt="0">
        <dgm:presLayoutVars>
          <dgm:dir/>
          <dgm:resizeHandles val="exact"/>
        </dgm:presLayoutVars>
      </dgm:prSet>
      <dgm:spPr/>
    </dgm:pt>
    <dgm:pt modelId="{2A02EB9D-6AFE-44D8-8806-B2FCC31F98C7}" type="pres">
      <dgm:prSet presAssocID="{502E45F9-9459-4FE8-B97F-26966D462353}" presName="parTxOnly" presStyleLbl="node1" presStyleIdx="0" presStyleCnt="6" custLinFactNeighborX="7961" custLinFactNeighborY="1443">
        <dgm:presLayoutVars>
          <dgm:bulletEnabled val="1"/>
        </dgm:presLayoutVars>
      </dgm:prSet>
      <dgm:spPr/>
    </dgm:pt>
    <dgm:pt modelId="{1C89B319-538A-46DF-91BD-8C8E131FFEF2}" type="pres">
      <dgm:prSet presAssocID="{AB8992BB-8AAE-4770-953F-E1267F7C1F88}" presName="parSpace" presStyleCnt="0"/>
      <dgm:spPr/>
    </dgm:pt>
    <dgm:pt modelId="{1EAC04FA-5FEA-49FF-8580-D9EA1B432800}" type="pres">
      <dgm:prSet presAssocID="{71F60D37-9F11-4749-96A6-E07BCA617677}" presName="parTxOnly" presStyleLbl="node1" presStyleIdx="1" presStyleCnt="6" custScaleX="109310">
        <dgm:presLayoutVars>
          <dgm:bulletEnabled val="1"/>
        </dgm:presLayoutVars>
      </dgm:prSet>
      <dgm:spPr/>
    </dgm:pt>
    <dgm:pt modelId="{F3F9C168-E941-4063-8EE6-D7034E3C778A}" type="pres">
      <dgm:prSet presAssocID="{3CD185AB-A044-4716-ACB9-1AF87777BD17}" presName="parSpace" presStyleCnt="0"/>
      <dgm:spPr/>
    </dgm:pt>
    <dgm:pt modelId="{D2953400-2FA3-4576-8E2B-A223931B397D}" type="pres">
      <dgm:prSet presAssocID="{9886C3BD-77F6-493A-9022-9B8A2D5660FF}" presName="parTxOnly" presStyleLbl="node1" presStyleIdx="2" presStyleCnt="6">
        <dgm:presLayoutVars>
          <dgm:bulletEnabled val="1"/>
        </dgm:presLayoutVars>
      </dgm:prSet>
      <dgm:spPr/>
    </dgm:pt>
    <dgm:pt modelId="{F2B83813-B3D1-4569-A452-186959623BD0}" type="pres">
      <dgm:prSet presAssocID="{47A41297-102A-4C3F-BC8D-DE58B5808B37}" presName="parSpace" presStyleCnt="0"/>
      <dgm:spPr/>
    </dgm:pt>
    <dgm:pt modelId="{F749DF59-F989-4E2C-BCC6-62B69ABDBF0C}" type="pres">
      <dgm:prSet presAssocID="{ED9CD48E-859B-4C7A-B2DC-D846EEBF06B2}" presName="parTxOnly" presStyleLbl="node1" presStyleIdx="3" presStyleCnt="6">
        <dgm:presLayoutVars>
          <dgm:bulletEnabled val="1"/>
        </dgm:presLayoutVars>
      </dgm:prSet>
      <dgm:spPr/>
    </dgm:pt>
    <dgm:pt modelId="{814002AB-2D19-4C9A-A874-35461B4F2A16}" type="pres">
      <dgm:prSet presAssocID="{A4EB6CAE-6C0F-45F3-8B63-C06F26EC2C87}" presName="parSpace" presStyleCnt="0"/>
      <dgm:spPr/>
    </dgm:pt>
    <dgm:pt modelId="{ABF49B41-DBAD-432D-A25E-1E0EA92871B3}" type="pres">
      <dgm:prSet presAssocID="{385EF6CA-16B4-46FB-9D38-303AD139FD40}" presName="parTxOnly" presStyleLbl="node1" presStyleIdx="4" presStyleCnt="6">
        <dgm:presLayoutVars>
          <dgm:bulletEnabled val="1"/>
        </dgm:presLayoutVars>
      </dgm:prSet>
      <dgm:spPr/>
    </dgm:pt>
    <dgm:pt modelId="{719A7DD6-FA34-4EE6-9CF5-88BBFB3409A1}" type="pres">
      <dgm:prSet presAssocID="{AE97B6EA-0B6A-4E2B-B772-17BF2F1FA3A8}" presName="parSpace" presStyleCnt="0"/>
      <dgm:spPr/>
    </dgm:pt>
    <dgm:pt modelId="{8B345557-9216-4F7A-B8D7-3542277BE8F9}" type="pres">
      <dgm:prSet presAssocID="{D437B17E-3FF9-4DB2-B97D-4A6C8D3681D2}" presName="parTxOnly" presStyleLbl="node1" presStyleIdx="5" presStyleCnt="6">
        <dgm:presLayoutVars>
          <dgm:bulletEnabled val="1"/>
        </dgm:presLayoutVars>
      </dgm:prSet>
      <dgm:spPr/>
    </dgm:pt>
  </dgm:ptLst>
  <dgm:cxnLst>
    <dgm:cxn modelId="{604F8411-38B2-42DF-83D8-19FB72C54A88}" type="presOf" srcId="{1E0A3AE8-3301-43A9-896F-1D0E14926ED7}" destId="{C79816D9-FF14-468F-810C-B9FDD404138E}" srcOrd="0" destOrd="0" presId="urn:microsoft.com/office/officeart/2005/8/layout/hChevron3"/>
    <dgm:cxn modelId="{15B09B25-7784-431A-A659-94B606D38602}" type="presOf" srcId="{D437B17E-3FF9-4DB2-B97D-4A6C8D3681D2}" destId="{8B345557-9216-4F7A-B8D7-3542277BE8F9}" srcOrd="0" destOrd="0" presId="urn:microsoft.com/office/officeart/2005/8/layout/hChevron3"/>
    <dgm:cxn modelId="{DF57B42F-5885-4BA5-A731-44670E57C7E1}" type="presOf" srcId="{9886C3BD-77F6-493A-9022-9B8A2D5660FF}" destId="{D2953400-2FA3-4576-8E2B-A223931B397D}" srcOrd="0" destOrd="0" presId="urn:microsoft.com/office/officeart/2005/8/layout/hChevron3"/>
    <dgm:cxn modelId="{5D38E73E-730D-4BD9-ADE5-F682AAC3A8DE}" srcId="{1E0A3AE8-3301-43A9-896F-1D0E14926ED7}" destId="{71F60D37-9F11-4749-96A6-E07BCA617677}" srcOrd="1" destOrd="0" parTransId="{799ED959-180B-4188-9A7C-7271607FDE09}" sibTransId="{3CD185AB-A044-4716-ACB9-1AF87777BD17}"/>
    <dgm:cxn modelId="{D5EE9360-2AD6-4C17-B1A6-BAE9588AAFF9}" srcId="{1E0A3AE8-3301-43A9-896F-1D0E14926ED7}" destId="{D437B17E-3FF9-4DB2-B97D-4A6C8D3681D2}" srcOrd="5" destOrd="0" parTransId="{C8EA6B03-43C5-49BE-85E7-DA70771C87C7}" sibTransId="{FAC7D2D0-7547-431E-B4F6-06EEFEA128A2}"/>
    <dgm:cxn modelId="{1FE65242-6C43-48D5-AC7C-C4CE30051EBD}" type="presOf" srcId="{71F60D37-9F11-4749-96A6-E07BCA617677}" destId="{1EAC04FA-5FEA-49FF-8580-D9EA1B432800}" srcOrd="0" destOrd="0" presId="urn:microsoft.com/office/officeart/2005/8/layout/hChevron3"/>
    <dgm:cxn modelId="{8930AC79-07EC-4831-A599-79369F49AD29}" type="presOf" srcId="{385EF6CA-16B4-46FB-9D38-303AD139FD40}" destId="{ABF49B41-DBAD-432D-A25E-1E0EA92871B3}" srcOrd="0" destOrd="0" presId="urn:microsoft.com/office/officeart/2005/8/layout/hChevron3"/>
    <dgm:cxn modelId="{B04CFA83-EA15-4CEE-99B3-21B1F0188033}" type="presOf" srcId="{502E45F9-9459-4FE8-B97F-26966D462353}" destId="{2A02EB9D-6AFE-44D8-8806-B2FCC31F98C7}" srcOrd="0" destOrd="0" presId="urn:microsoft.com/office/officeart/2005/8/layout/hChevron3"/>
    <dgm:cxn modelId="{B0465E88-8A68-4D4E-ABCD-8023A4DC870C}" srcId="{1E0A3AE8-3301-43A9-896F-1D0E14926ED7}" destId="{ED9CD48E-859B-4C7A-B2DC-D846EEBF06B2}" srcOrd="3" destOrd="0" parTransId="{3CDD28A4-152A-40BA-921F-36593563A074}" sibTransId="{A4EB6CAE-6C0F-45F3-8B63-C06F26EC2C87}"/>
    <dgm:cxn modelId="{501E30B2-395A-43D5-B8BA-C5E5B29002F4}" srcId="{1E0A3AE8-3301-43A9-896F-1D0E14926ED7}" destId="{9886C3BD-77F6-493A-9022-9B8A2D5660FF}" srcOrd="2" destOrd="0" parTransId="{80BF0A4F-88AD-423F-B929-BEB01CB4C3BC}" sibTransId="{47A41297-102A-4C3F-BC8D-DE58B5808B37}"/>
    <dgm:cxn modelId="{6FB37ABA-2ED9-428F-9CEB-F7F72F3487C4}" srcId="{1E0A3AE8-3301-43A9-896F-1D0E14926ED7}" destId="{502E45F9-9459-4FE8-B97F-26966D462353}" srcOrd="0" destOrd="0" parTransId="{28753C7B-C239-47E9-967C-6D3D6A947128}" sibTransId="{AB8992BB-8AAE-4770-953F-E1267F7C1F88}"/>
    <dgm:cxn modelId="{BD6305C0-B42E-4998-B7A9-1816CB28FECB}" srcId="{1E0A3AE8-3301-43A9-896F-1D0E14926ED7}" destId="{385EF6CA-16B4-46FB-9D38-303AD139FD40}" srcOrd="4" destOrd="0" parTransId="{127FE7F5-379D-4856-ADF4-41FD27B6605E}" sibTransId="{AE97B6EA-0B6A-4E2B-B772-17BF2F1FA3A8}"/>
    <dgm:cxn modelId="{F92FB8D4-3980-4141-88BF-EE58534B03E8}" type="presOf" srcId="{ED9CD48E-859B-4C7A-B2DC-D846EEBF06B2}" destId="{F749DF59-F989-4E2C-BCC6-62B69ABDBF0C}" srcOrd="0" destOrd="0" presId="urn:microsoft.com/office/officeart/2005/8/layout/hChevron3"/>
    <dgm:cxn modelId="{B6977AFC-8971-4AA4-AD85-20D5B0AAAB23}" type="presParOf" srcId="{C79816D9-FF14-468F-810C-B9FDD404138E}" destId="{2A02EB9D-6AFE-44D8-8806-B2FCC31F98C7}" srcOrd="0" destOrd="0" presId="urn:microsoft.com/office/officeart/2005/8/layout/hChevron3"/>
    <dgm:cxn modelId="{BAA521AD-9EBE-4500-84BF-B304DF6C0308}" type="presParOf" srcId="{C79816D9-FF14-468F-810C-B9FDD404138E}" destId="{1C89B319-538A-46DF-91BD-8C8E131FFEF2}" srcOrd="1" destOrd="0" presId="urn:microsoft.com/office/officeart/2005/8/layout/hChevron3"/>
    <dgm:cxn modelId="{2218DDD4-BAC3-4022-BF24-18BC9A9B48F9}" type="presParOf" srcId="{C79816D9-FF14-468F-810C-B9FDD404138E}" destId="{1EAC04FA-5FEA-49FF-8580-D9EA1B432800}" srcOrd="2" destOrd="0" presId="urn:microsoft.com/office/officeart/2005/8/layout/hChevron3"/>
    <dgm:cxn modelId="{8E40416B-92FE-4DF8-9C4C-84F0FEB22FDC}" type="presParOf" srcId="{C79816D9-FF14-468F-810C-B9FDD404138E}" destId="{F3F9C168-E941-4063-8EE6-D7034E3C778A}" srcOrd="3" destOrd="0" presId="urn:microsoft.com/office/officeart/2005/8/layout/hChevron3"/>
    <dgm:cxn modelId="{46D6D40D-39CC-4C3A-BCDB-AD246726370D}" type="presParOf" srcId="{C79816D9-FF14-468F-810C-B9FDD404138E}" destId="{D2953400-2FA3-4576-8E2B-A223931B397D}" srcOrd="4" destOrd="0" presId="urn:microsoft.com/office/officeart/2005/8/layout/hChevron3"/>
    <dgm:cxn modelId="{E2230AEB-0265-4FA1-8AE6-F9DC109DC50F}" type="presParOf" srcId="{C79816D9-FF14-468F-810C-B9FDD404138E}" destId="{F2B83813-B3D1-4569-A452-186959623BD0}" srcOrd="5" destOrd="0" presId="urn:microsoft.com/office/officeart/2005/8/layout/hChevron3"/>
    <dgm:cxn modelId="{5DACCF31-1FD3-4856-BA45-6D11F5B55CC0}" type="presParOf" srcId="{C79816D9-FF14-468F-810C-B9FDD404138E}" destId="{F749DF59-F989-4E2C-BCC6-62B69ABDBF0C}" srcOrd="6" destOrd="0" presId="urn:microsoft.com/office/officeart/2005/8/layout/hChevron3"/>
    <dgm:cxn modelId="{37FD9C3A-B6D4-4AD7-91FD-111AA588DECE}" type="presParOf" srcId="{C79816D9-FF14-468F-810C-B9FDD404138E}" destId="{814002AB-2D19-4C9A-A874-35461B4F2A16}" srcOrd="7" destOrd="0" presId="urn:microsoft.com/office/officeart/2005/8/layout/hChevron3"/>
    <dgm:cxn modelId="{E377F3C1-E385-4664-842F-F270776CC9A6}" type="presParOf" srcId="{C79816D9-FF14-468F-810C-B9FDD404138E}" destId="{ABF49B41-DBAD-432D-A25E-1E0EA92871B3}" srcOrd="8" destOrd="0" presId="urn:microsoft.com/office/officeart/2005/8/layout/hChevron3"/>
    <dgm:cxn modelId="{21F41EDE-AEBD-48B2-9E9D-26D3CDFA7112}" type="presParOf" srcId="{C79816D9-FF14-468F-810C-B9FDD404138E}" destId="{719A7DD6-FA34-4EE6-9CF5-88BBFB3409A1}" srcOrd="9" destOrd="0" presId="urn:microsoft.com/office/officeart/2005/8/layout/hChevron3"/>
    <dgm:cxn modelId="{A31962E7-4FE7-4561-954E-88BBB7E84A3F}" type="presParOf" srcId="{C79816D9-FF14-468F-810C-B9FDD404138E}" destId="{8B345557-9216-4F7A-B8D7-3542277BE8F9}" srcOrd="10" destOrd="0" presId="urn:microsoft.com/office/officeart/2005/8/layout/hChevron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516F8EC7-377C-403F-BC13-BDB255124738}" type="doc">
      <dgm:prSet loTypeId="urn:microsoft.com/office/officeart/2005/8/layout/cycle8" loCatId="cycle" qsTypeId="urn:microsoft.com/office/officeart/2005/8/quickstyle/simple1" qsCatId="simple" csTypeId="urn:microsoft.com/office/officeart/2005/8/colors/accent1_2" csCatId="accent1" phldr="1"/>
      <dgm:spPr/>
      <dgm:t>
        <a:bodyPr/>
        <a:lstStyle/>
        <a:p>
          <a:endParaRPr lang="fr-CA"/>
        </a:p>
      </dgm:t>
    </dgm:pt>
    <dgm:pt modelId="{E100D24B-69BD-4CB1-9DFF-7CABA21277C5}">
      <dgm:prSet phldrT="[Texte]" custT="1"/>
      <dgm:spPr/>
      <dgm:t>
        <a:bodyPr/>
        <a:lstStyle/>
        <a:p>
          <a:r>
            <a:rPr lang="fr-CA" sz="1400" dirty="0"/>
            <a:t>Identification des risques </a:t>
          </a:r>
        </a:p>
      </dgm:t>
    </dgm:pt>
    <dgm:pt modelId="{0065A880-8DC4-41F8-98EA-E81481E8840C}" type="parTrans" cxnId="{400183E5-8050-4389-A4F8-130829887221}">
      <dgm:prSet/>
      <dgm:spPr/>
      <dgm:t>
        <a:bodyPr/>
        <a:lstStyle/>
        <a:p>
          <a:endParaRPr lang="fr-CA" sz="2000"/>
        </a:p>
      </dgm:t>
    </dgm:pt>
    <dgm:pt modelId="{6433EDC3-B429-41E9-BBA1-F70EB66E2284}" type="sibTrans" cxnId="{400183E5-8050-4389-A4F8-130829887221}">
      <dgm:prSet/>
      <dgm:spPr/>
      <dgm:t>
        <a:bodyPr/>
        <a:lstStyle/>
        <a:p>
          <a:endParaRPr lang="fr-CA" sz="2000"/>
        </a:p>
      </dgm:t>
    </dgm:pt>
    <dgm:pt modelId="{666E07FD-BC80-4058-BB4A-171020D59712}">
      <dgm:prSet phldrT="[Texte]" custT="1"/>
      <dgm:spPr/>
      <dgm:t>
        <a:bodyPr/>
        <a:lstStyle/>
        <a:p>
          <a:r>
            <a:rPr lang="fr-CA" sz="1400" dirty="0"/>
            <a:t>Évaluation des risques</a:t>
          </a:r>
        </a:p>
      </dgm:t>
    </dgm:pt>
    <dgm:pt modelId="{F9B05D2B-92CC-4ACE-97CE-EF5B1D7A675C}" type="parTrans" cxnId="{2BAF3441-D044-4EBE-936B-3B0B2795C980}">
      <dgm:prSet/>
      <dgm:spPr/>
      <dgm:t>
        <a:bodyPr/>
        <a:lstStyle/>
        <a:p>
          <a:endParaRPr lang="fr-CA" sz="2000"/>
        </a:p>
      </dgm:t>
    </dgm:pt>
    <dgm:pt modelId="{957CED60-F4DE-4F38-85BA-0EF2A43875A5}" type="sibTrans" cxnId="{2BAF3441-D044-4EBE-936B-3B0B2795C980}">
      <dgm:prSet/>
      <dgm:spPr/>
      <dgm:t>
        <a:bodyPr/>
        <a:lstStyle/>
        <a:p>
          <a:endParaRPr lang="fr-CA" sz="2000"/>
        </a:p>
      </dgm:t>
    </dgm:pt>
    <dgm:pt modelId="{538770A2-8868-44B3-ABED-14276336069E}">
      <dgm:prSet phldrT="[Texte]" custT="1"/>
      <dgm:spPr/>
      <dgm:t>
        <a:bodyPr/>
        <a:lstStyle/>
        <a:p>
          <a:r>
            <a:rPr lang="fr-CA" sz="1400" dirty="0"/>
            <a:t>Planification de la réponse au risque</a:t>
          </a:r>
        </a:p>
      </dgm:t>
    </dgm:pt>
    <dgm:pt modelId="{91377A2A-0928-427F-9BA9-A705B50792B0}" type="parTrans" cxnId="{49206A4C-CF89-4FB3-9CF8-36133FA0DC28}">
      <dgm:prSet/>
      <dgm:spPr/>
      <dgm:t>
        <a:bodyPr/>
        <a:lstStyle/>
        <a:p>
          <a:endParaRPr lang="fr-CA" sz="2000"/>
        </a:p>
      </dgm:t>
    </dgm:pt>
    <dgm:pt modelId="{01723A4B-D438-4516-9AB5-7C1B9F2E850D}" type="sibTrans" cxnId="{49206A4C-CF89-4FB3-9CF8-36133FA0DC28}">
      <dgm:prSet/>
      <dgm:spPr/>
      <dgm:t>
        <a:bodyPr/>
        <a:lstStyle/>
        <a:p>
          <a:endParaRPr lang="fr-CA" sz="2000"/>
        </a:p>
      </dgm:t>
    </dgm:pt>
    <dgm:pt modelId="{B4633706-D53E-438B-AA63-E94817E1AC2C}">
      <dgm:prSet phldrT="[Texte]" custT="1"/>
      <dgm:spPr/>
      <dgm:t>
        <a:bodyPr/>
        <a:lstStyle/>
        <a:p>
          <a:r>
            <a:rPr lang="fr-CA" sz="1400" dirty="0"/>
            <a:t>Activités de contrôle</a:t>
          </a:r>
        </a:p>
      </dgm:t>
    </dgm:pt>
    <dgm:pt modelId="{8FF37B7F-0FE7-4442-834F-F49C6CD43DE2}" type="parTrans" cxnId="{6FBDD8F2-3683-4AE3-B8D7-0F32C79488BF}">
      <dgm:prSet/>
      <dgm:spPr/>
      <dgm:t>
        <a:bodyPr/>
        <a:lstStyle/>
        <a:p>
          <a:endParaRPr lang="fr-CA" sz="2000"/>
        </a:p>
      </dgm:t>
    </dgm:pt>
    <dgm:pt modelId="{E4997F38-E11D-4FEA-A698-8889013DFB1D}" type="sibTrans" cxnId="{6FBDD8F2-3683-4AE3-B8D7-0F32C79488BF}">
      <dgm:prSet/>
      <dgm:spPr/>
      <dgm:t>
        <a:bodyPr/>
        <a:lstStyle/>
        <a:p>
          <a:endParaRPr lang="fr-CA" sz="2000"/>
        </a:p>
      </dgm:t>
    </dgm:pt>
    <dgm:pt modelId="{0A7B96AA-1085-4705-AC20-F44A66FBAA25}">
      <dgm:prSet phldrT="[Texte]" custT="1"/>
      <dgm:spPr/>
      <dgm:t>
        <a:bodyPr/>
        <a:lstStyle/>
        <a:p>
          <a:r>
            <a:rPr lang="fr-CA" sz="1400" dirty="0"/>
            <a:t>Information et communication</a:t>
          </a:r>
        </a:p>
      </dgm:t>
    </dgm:pt>
    <dgm:pt modelId="{4A827CBB-6D6A-403B-A996-7B3266481F60}" type="parTrans" cxnId="{37528B09-CDA1-41F9-A570-99E2E19F7B63}">
      <dgm:prSet/>
      <dgm:spPr/>
      <dgm:t>
        <a:bodyPr/>
        <a:lstStyle/>
        <a:p>
          <a:endParaRPr lang="fr-CA" sz="2000"/>
        </a:p>
      </dgm:t>
    </dgm:pt>
    <dgm:pt modelId="{CFA8B328-53B6-4FC8-8361-A6585319DC4D}" type="sibTrans" cxnId="{37528B09-CDA1-41F9-A570-99E2E19F7B63}">
      <dgm:prSet/>
      <dgm:spPr/>
      <dgm:t>
        <a:bodyPr/>
        <a:lstStyle/>
        <a:p>
          <a:endParaRPr lang="fr-CA" sz="2000"/>
        </a:p>
      </dgm:t>
    </dgm:pt>
    <dgm:pt modelId="{8A231A7F-D868-4E9B-8E67-838762A7C7E6}">
      <dgm:prSet phldrT="[Texte]" custT="1">
        <dgm:style>
          <a:lnRef idx="3">
            <a:schemeClr val="lt1"/>
          </a:lnRef>
          <a:fillRef idx="1">
            <a:schemeClr val="accent6"/>
          </a:fillRef>
          <a:effectRef idx="1">
            <a:schemeClr val="accent6"/>
          </a:effectRef>
          <a:fontRef idx="minor">
            <a:schemeClr val="lt1"/>
          </a:fontRef>
        </dgm:style>
      </dgm:prSet>
      <dgm:spPr/>
      <dgm:t>
        <a:bodyPr/>
        <a:lstStyle/>
        <a:p>
          <a:r>
            <a:rPr lang="fr-CA" sz="2000" b="1" dirty="0"/>
            <a:t>Suivi</a:t>
          </a:r>
        </a:p>
      </dgm:t>
    </dgm:pt>
    <dgm:pt modelId="{6BD1B071-60DF-4819-9CD9-839A8A3B8565}" type="parTrans" cxnId="{F85A4617-9178-4E41-96FE-1008CB092137}">
      <dgm:prSet/>
      <dgm:spPr/>
      <dgm:t>
        <a:bodyPr/>
        <a:lstStyle/>
        <a:p>
          <a:endParaRPr lang="fr-CA" sz="2000"/>
        </a:p>
      </dgm:t>
    </dgm:pt>
    <dgm:pt modelId="{39C06C93-064F-4823-A46C-548611046406}" type="sibTrans" cxnId="{F85A4617-9178-4E41-96FE-1008CB092137}">
      <dgm:prSet/>
      <dgm:spPr/>
      <dgm:t>
        <a:bodyPr/>
        <a:lstStyle/>
        <a:p>
          <a:endParaRPr lang="fr-CA" sz="2000"/>
        </a:p>
      </dgm:t>
    </dgm:pt>
    <dgm:pt modelId="{DCA6261A-D5E7-49D1-8571-7781157AB686}" type="pres">
      <dgm:prSet presAssocID="{516F8EC7-377C-403F-BC13-BDB255124738}" presName="compositeShape" presStyleCnt="0">
        <dgm:presLayoutVars>
          <dgm:chMax val="7"/>
          <dgm:dir/>
          <dgm:resizeHandles val="exact"/>
        </dgm:presLayoutVars>
      </dgm:prSet>
      <dgm:spPr/>
    </dgm:pt>
    <dgm:pt modelId="{2800FEC5-9A2F-42C4-B178-3BC16DD4DDC9}" type="pres">
      <dgm:prSet presAssocID="{516F8EC7-377C-403F-BC13-BDB255124738}" presName="wedge1" presStyleLbl="node1" presStyleIdx="0" presStyleCnt="6"/>
      <dgm:spPr/>
    </dgm:pt>
    <dgm:pt modelId="{155B91DE-02D1-44A3-9BE4-FAC7681B840A}" type="pres">
      <dgm:prSet presAssocID="{516F8EC7-377C-403F-BC13-BDB255124738}" presName="dummy1a" presStyleCnt="0"/>
      <dgm:spPr/>
    </dgm:pt>
    <dgm:pt modelId="{51E6FC92-06D1-4340-B8B5-0286FFB4F43D}" type="pres">
      <dgm:prSet presAssocID="{516F8EC7-377C-403F-BC13-BDB255124738}" presName="dummy1b" presStyleCnt="0"/>
      <dgm:spPr/>
    </dgm:pt>
    <dgm:pt modelId="{BF99C665-7C14-47B6-9067-00A1CF35AF8D}" type="pres">
      <dgm:prSet presAssocID="{516F8EC7-377C-403F-BC13-BDB255124738}" presName="wedge1Tx" presStyleLbl="node1" presStyleIdx="0" presStyleCnt="6">
        <dgm:presLayoutVars>
          <dgm:chMax val="0"/>
          <dgm:chPref val="0"/>
          <dgm:bulletEnabled val="1"/>
        </dgm:presLayoutVars>
      </dgm:prSet>
      <dgm:spPr/>
    </dgm:pt>
    <dgm:pt modelId="{8CA4AF1E-D88E-4487-99A6-400A2AEC7F1E}" type="pres">
      <dgm:prSet presAssocID="{516F8EC7-377C-403F-BC13-BDB255124738}" presName="wedge2" presStyleLbl="node1" presStyleIdx="1" presStyleCnt="6"/>
      <dgm:spPr/>
    </dgm:pt>
    <dgm:pt modelId="{1F0E34E3-E7A5-4401-9851-53F3221735D5}" type="pres">
      <dgm:prSet presAssocID="{516F8EC7-377C-403F-BC13-BDB255124738}" presName="dummy2a" presStyleCnt="0"/>
      <dgm:spPr/>
    </dgm:pt>
    <dgm:pt modelId="{D44DDA30-4942-4FA4-B723-E435909C3BDE}" type="pres">
      <dgm:prSet presAssocID="{516F8EC7-377C-403F-BC13-BDB255124738}" presName="dummy2b" presStyleCnt="0"/>
      <dgm:spPr/>
    </dgm:pt>
    <dgm:pt modelId="{108FE338-CA8F-47A7-8E35-B1D4C80C6FDB}" type="pres">
      <dgm:prSet presAssocID="{516F8EC7-377C-403F-BC13-BDB255124738}" presName="wedge2Tx" presStyleLbl="node1" presStyleIdx="1" presStyleCnt="6">
        <dgm:presLayoutVars>
          <dgm:chMax val="0"/>
          <dgm:chPref val="0"/>
          <dgm:bulletEnabled val="1"/>
        </dgm:presLayoutVars>
      </dgm:prSet>
      <dgm:spPr/>
    </dgm:pt>
    <dgm:pt modelId="{F1CC5E22-75CE-460B-B1FC-D57ABC844883}" type="pres">
      <dgm:prSet presAssocID="{516F8EC7-377C-403F-BC13-BDB255124738}" presName="wedge3" presStyleLbl="node1" presStyleIdx="2" presStyleCnt="6"/>
      <dgm:spPr/>
    </dgm:pt>
    <dgm:pt modelId="{C5EB88A4-D853-49F4-B672-3F25A63B4898}" type="pres">
      <dgm:prSet presAssocID="{516F8EC7-377C-403F-BC13-BDB255124738}" presName="dummy3a" presStyleCnt="0"/>
      <dgm:spPr/>
    </dgm:pt>
    <dgm:pt modelId="{9EFD1952-D053-4FD1-A2AD-1B24136CD54F}" type="pres">
      <dgm:prSet presAssocID="{516F8EC7-377C-403F-BC13-BDB255124738}" presName="dummy3b" presStyleCnt="0"/>
      <dgm:spPr/>
    </dgm:pt>
    <dgm:pt modelId="{D44C5A0A-485A-423E-BDA3-665CDDD54641}" type="pres">
      <dgm:prSet presAssocID="{516F8EC7-377C-403F-BC13-BDB255124738}" presName="wedge3Tx" presStyleLbl="node1" presStyleIdx="2" presStyleCnt="6">
        <dgm:presLayoutVars>
          <dgm:chMax val="0"/>
          <dgm:chPref val="0"/>
          <dgm:bulletEnabled val="1"/>
        </dgm:presLayoutVars>
      </dgm:prSet>
      <dgm:spPr/>
    </dgm:pt>
    <dgm:pt modelId="{7CD8FFAA-4248-4EB7-8B79-DD951798CB0B}" type="pres">
      <dgm:prSet presAssocID="{516F8EC7-377C-403F-BC13-BDB255124738}" presName="wedge4" presStyleLbl="node1" presStyleIdx="3" presStyleCnt="6"/>
      <dgm:spPr/>
    </dgm:pt>
    <dgm:pt modelId="{D2D1682E-D233-4990-91BC-C1B81F7D6BE2}" type="pres">
      <dgm:prSet presAssocID="{516F8EC7-377C-403F-BC13-BDB255124738}" presName="dummy4a" presStyleCnt="0"/>
      <dgm:spPr/>
    </dgm:pt>
    <dgm:pt modelId="{88EE10BA-75F6-4F55-A417-FE05733CA6E7}" type="pres">
      <dgm:prSet presAssocID="{516F8EC7-377C-403F-BC13-BDB255124738}" presName="dummy4b" presStyleCnt="0"/>
      <dgm:spPr/>
    </dgm:pt>
    <dgm:pt modelId="{C98F186F-4FF6-44F3-8E9D-87D7C67116AC}" type="pres">
      <dgm:prSet presAssocID="{516F8EC7-377C-403F-BC13-BDB255124738}" presName="wedge4Tx" presStyleLbl="node1" presStyleIdx="3" presStyleCnt="6">
        <dgm:presLayoutVars>
          <dgm:chMax val="0"/>
          <dgm:chPref val="0"/>
          <dgm:bulletEnabled val="1"/>
        </dgm:presLayoutVars>
      </dgm:prSet>
      <dgm:spPr/>
    </dgm:pt>
    <dgm:pt modelId="{710D012A-A71A-4E69-B025-7643B25E81AD}" type="pres">
      <dgm:prSet presAssocID="{516F8EC7-377C-403F-BC13-BDB255124738}" presName="wedge5" presStyleLbl="node1" presStyleIdx="4" presStyleCnt="6"/>
      <dgm:spPr/>
    </dgm:pt>
    <dgm:pt modelId="{FF26A017-ED61-4D24-ABE7-52B400D4E6C2}" type="pres">
      <dgm:prSet presAssocID="{516F8EC7-377C-403F-BC13-BDB255124738}" presName="dummy5a" presStyleCnt="0"/>
      <dgm:spPr/>
    </dgm:pt>
    <dgm:pt modelId="{ABFE96CD-2D6B-41DC-9433-CFF92E9ADA0A}" type="pres">
      <dgm:prSet presAssocID="{516F8EC7-377C-403F-BC13-BDB255124738}" presName="dummy5b" presStyleCnt="0"/>
      <dgm:spPr/>
    </dgm:pt>
    <dgm:pt modelId="{4A4D5312-C9D6-43EB-9DA4-BF9130D1B1D0}" type="pres">
      <dgm:prSet presAssocID="{516F8EC7-377C-403F-BC13-BDB255124738}" presName="wedge5Tx" presStyleLbl="node1" presStyleIdx="4" presStyleCnt="6">
        <dgm:presLayoutVars>
          <dgm:chMax val="0"/>
          <dgm:chPref val="0"/>
          <dgm:bulletEnabled val="1"/>
        </dgm:presLayoutVars>
      </dgm:prSet>
      <dgm:spPr/>
    </dgm:pt>
    <dgm:pt modelId="{7AE93EC7-F873-4255-8DA6-19FA030E07C3}" type="pres">
      <dgm:prSet presAssocID="{516F8EC7-377C-403F-BC13-BDB255124738}" presName="wedge6" presStyleLbl="node1" presStyleIdx="5" presStyleCnt="6" custLinFactNeighborX="-350" custLinFactNeighborY="-363"/>
      <dgm:spPr/>
    </dgm:pt>
    <dgm:pt modelId="{39E68EE2-F6E6-4B71-9786-6C338E686D6C}" type="pres">
      <dgm:prSet presAssocID="{516F8EC7-377C-403F-BC13-BDB255124738}" presName="dummy6a" presStyleCnt="0"/>
      <dgm:spPr/>
    </dgm:pt>
    <dgm:pt modelId="{63F8D6DD-E653-4327-9801-5FC7593306C0}" type="pres">
      <dgm:prSet presAssocID="{516F8EC7-377C-403F-BC13-BDB255124738}" presName="dummy6b" presStyleCnt="0"/>
      <dgm:spPr/>
    </dgm:pt>
    <dgm:pt modelId="{FF1E451C-1D9F-458D-8A29-A400C79BA965}" type="pres">
      <dgm:prSet presAssocID="{516F8EC7-377C-403F-BC13-BDB255124738}" presName="wedge6Tx" presStyleLbl="node1" presStyleIdx="5" presStyleCnt="6">
        <dgm:presLayoutVars>
          <dgm:chMax val="0"/>
          <dgm:chPref val="0"/>
          <dgm:bulletEnabled val="1"/>
        </dgm:presLayoutVars>
      </dgm:prSet>
      <dgm:spPr/>
    </dgm:pt>
    <dgm:pt modelId="{DB5D8812-50BD-40D3-866E-170DE048D0C7}" type="pres">
      <dgm:prSet presAssocID="{6433EDC3-B429-41E9-BBA1-F70EB66E2284}" presName="arrowWedge1" presStyleLbl="fgSibTrans2D1" presStyleIdx="0" presStyleCnt="6"/>
      <dgm:spPr/>
    </dgm:pt>
    <dgm:pt modelId="{0F02D30D-8A83-4052-BDB2-24C59AF0F638}" type="pres">
      <dgm:prSet presAssocID="{957CED60-F4DE-4F38-85BA-0EF2A43875A5}" presName="arrowWedge2" presStyleLbl="fgSibTrans2D1" presStyleIdx="1" presStyleCnt="6"/>
      <dgm:spPr/>
    </dgm:pt>
    <dgm:pt modelId="{5967838B-3C3F-44E1-908C-BB0C79000847}" type="pres">
      <dgm:prSet presAssocID="{01723A4B-D438-4516-9AB5-7C1B9F2E850D}" presName="arrowWedge3" presStyleLbl="fgSibTrans2D1" presStyleIdx="2" presStyleCnt="6"/>
      <dgm:spPr/>
    </dgm:pt>
    <dgm:pt modelId="{B04D1CC9-B9C6-4D2E-9FDF-7D1C5FDFEEFC}" type="pres">
      <dgm:prSet presAssocID="{E4997F38-E11D-4FEA-A698-8889013DFB1D}" presName="arrowWedge4" presStyleLbl="fgSibTrans2D1" presStyleIdx="3" presStyleCnt="6"/>
      <dgm:spPr/>
    </dgm:pt>
    <dgm:pt modelId="{673EBC90-D313-4418-ABF2-57016955091F}" type="pres">
      <dgm:prSet presAssocID="{CFA8B328-53B6-4FC8-8361-A6585319DC4D}" presName="arrowWedge5" presStyleLbl="fgSibTrans2D1" presStyleIdx="4" presStyleCnt="6"/>
      <dgm:spPr/>
    </dgm:pt>
    <dgm:pt modelId="{F10183A3-3F60-4F84-BEB1-84B5BE0BE3A5}" type="pres">
      <dgm:prSet presAssocID="{39C06C93-064F-4823-A46C-548611046406}" presName="arrowWedge6" presStyleLbl="fgSibTrans2D1" presStyleIdx="5" presStyleCnt="6"/>
      <dgm:spPr/>
    </dgm:pt>
  </dgm:ptLst>
  <dgm:cxnLst>
    <dgm:cxn modelId="{E99B2C00-F4A8-41DA-BC30-901D0E1BC3DA}" type="presOf" srcId="{666E07FD-BC80-4058-BB4A-171020D59712}" destId="{8CA4AF1E-D88E-4487-99A6-400A2AEC7F1E}" srcOrd="0" destOrd="0" presId="urn:microsoft.com/office/officeart/2005/8/layout/cycle8"/>
    <dgm:cxn modelId="{37528B09-CDA1-41F9-A570-99E2E19F7B63}" srcId="{516F8EC7-377C-403F-BC13-BDB255124738}" destId="{0A7B96AA-1085-4705-AC20-F44A66FBAA25}" srcOrd="4" destOrd="0" parTransId="{4A827CBB-6D6A-403B-A996-7B3266481F60}" sibTransId="{CFA8B328-53B6-4FC8-8361-A6585319DC4D}"/>
    <dgm:cxn modelId="{F85A4617-9178-4E41-96FE-1008CB092137}" srcId="{516F8EC7-377C-403F-BC13-BDB255124738}" destId="{8A231A7F-D868-4E9B-8E67-838762A7C7E6}" srcOrd="5" destOrd="0" parTransId="{6BD1B071-60DF-4819-9CD9-839A8A3B8565}" sibTransId="{39C06C93-064F-4823-A46C-548611046406}"/>
    <dgm:cxn modelId="{753A0A19-143A-4E4B-A2F6-6B3E76A52D15}" type="presOf" srcId="{B4633706-D53E-438B-AA63-E94817E1AC2C}" destId="{C98F186F-4FF6-44F3-8E9D-87D7C67116AC}" srcOrd="1" destOrd="0" presId="urn:microsoft.com/office/officeart/2005/8/layout/cycle8"/>
    <dgm:cxn modelId="{BFCECB30-C64F-4483-8D18-6663B313E5C6}" type="presOf" srcId="{E100D24B-69BD-4CB1-9DFF-7CABA21277C5}" destId="{2800FEC5-9A2F-42C4-B178-3BC16DD4DDC9}" srcOrd="0" destOrd="0" presId="urn:microsoft.com/office/officeart/2005/8/layout/cycle8"/>
    <dgm:cxn modelId="{5080B235-B88C-40B2-A694-0E94BE46FCBE}" type="presOf" srcId="{E100D24B-69BD-4CB1-9DFF-7CABA21277C5}" destId="{BF99C665-7C14-47B6-9067-00A1CF35AF8D}" srcOrd="1" destOrd="0" presId="urn:microsoft.com/office/officeart/2005/8/layout/cycle8"/>
    <dgm:cxn modelId="{6E30833E-101A-4CD5-B2E1-F8EEA843370C}" type="presOf" srcId="{538770A2-8868-44B3-ABED-14276336069E}" destId="{D44C5A0A-485A-423E-BDA3-665CDDD54641}" srcOrd="1" destOrd="0" presId="urn:microsoft.com/office/officeart/2005/8/layout/cycle8"/>
    <dgm:cxn modelId="{5126675B-4CA3-4056-8AC6-FAE62E9848BB}" type="presOf" srcId="{666E07FD-BC80-4058-BB4A-171020D59712}" destId="{108FE338-CA8F-47A7-8E35-B1D4C80C6FDB}" srcOrd="1" destOrd="0" presId="urn:microsoft.com/office/officeart/2005/8/layout/cycle8"/>
    <dgm:cxn modelId="{2BAF3441-D044-4EBE-936B-3B0B2795C980}" srcId="{516F8EC7-377C-403F-BC13-BDB255124738}" destId="{666E07FD-BC80-4058-BB4A-171020D59712}" srcOrd="1" destOrd="0" parTransId="{F9B05D2B-92CC-4ACE-97CE-EF5B1D7A675C}" sibTransId="{957CED60-F4DE-4F38-85BA-0EF2A43875A5}"/>
    <dgm:cxn modelId="{EFE9416B-1404-4F0E-A1B1-33C474DB72E6}" type="presOf" srcId="{538770A2-8868-44B3-ABED-14276336069E}" destId="{F1CC5E22-75CE-460B-B1FC-D57ABC844883}" srcOrd="0" destOrd="0" presId="urn:microsoft.com/office/officeart/2005/8/layout/cycle8"/>
    <dgm:cxn modelId="{49206A4C-CF89-4FB3-9CF8-36133FA0DC28}" srcId="{516F8EC7-377C-403F-BC13-BDB255124738}" destId="{538770A2-8868-44B3-ABED-14276336069E}" srcOrd="2" destOrd="0" parTransId="{91377A2A-0928-427F-9BA9-A705B50792B0}" sibTransId="{01723A4B-D438-4516-9AB5-7C1B9F2E850D}"/>
    <dgm:cxn modelId="{F011E151-31CC-4617-AF67-0237F653F2E5}" type="presOf" srcId="{8A231A7F-D868-4E9B-8E67-838762A7C7E6}" destId="{7AE93EC7-F873-4255-8DA6-19FA030E07C3}" srcOrd="0" destOrd="0" presId="urn:microsoft.com/office/officeart/2005/8/layout/cycle8"/>
    <dgm:cxn modelId="{712D9475-22BF-4E41-BB09-E393ED23051B}" type="presOf" srcId="{8A231A7F-D868-4E9B-8E67-838762A7C7E6}" destId="{FF1E451C-1D9F-458D-8A29-A400C79BA965}" srcOrd="1" destOrd="0" presId="urn:microsoft.com/office/officeart/2005/8/layout/cycle8"/>
    <dgm:cxn modelId="{9B3E3583-E3BF-4C27-AAC0-A391B7816D07}" type="presOf" srcId="{0A7B96AA-1085-4705-AC20-F44A66FBAA25}" destId="{4A4D5312-C9D6-43EB-9DA4-BF9130D1B1D0}" srcOrd="1" destOrd="0" presId="urn:microsoft.com/office/officeart/2005/8/layout/cycle8"/>
    <dgm:cxn modelId="{8DAC98BE-4905-4EEF-8043-15F09402CAD0}" type="presOf" srcId="{B4633706-D53E-438B-AA63-E94817E1AC2C}" destId="{7CD8FFAA-4248-4EB7-8B79-DD951798CB0B}" srcOrd="0" destOrd="0" presId="urn:microsoft.com/office/officeart/2005/8/layout/cycle8"/>
    <dgm:cxn modelId="{9FC4A7DC-9762-47C2-9393-36C4B5249F20}" type="presOf" srcId="{0A7B96AA-1085-4705-AC20-F44A66FBAA25}" destId="{710D012A-A71A-4E69-B025-7643B25E81AD}" srcOrd="0" destOrd="0" presId="urn:microsoft.com/office/officeart/2005/8/layout/cycle8"/>
    <dgm:cxn modelId="{400183E5-8050-4389-A4F8-130829887221}" srcId="{516F8EC7-377C-403F-BC13-BDB255124738}" destId="{E100D24B-69BD-4CB1-9DFF-7CABA21277C5}" srcOrd="0" destOrd="0" parTransId="{0065A880-8DC4-41F8-98EA-E81481E8840C}" sibTransId="{6433EDC3-B429-41E9-BBA1-F70EB66E2284}"/>
    <dgm:cxn modelId="{6FBDD8F2-3683-4AE3-B8D7-0F32C79488BF}" srcId="{516F8EC7-377C-403F-BC13-BDB255124738}" destId="{B4633706-D53E-438B-AA63-E94817E1AC2C}" srcOrd="3" destOrd="0" parTransId="{8FF37B7F-0FE7-4442-834F-F49C6CD43DE2}" sibTransId="{E4997F38-E11D-4FEA-A698-8889013DFB1D}"/>
    <dgm:cxn modelId="{1D6A5FF3-70CF-4185-BDD7-DCFAC1ABF6C8}" type="presOf" srcId="{516F8EC7-377C-403F-BC13-BDB255124738}" destId="{DCA6261A-D5E7-49D1-8571-7781157AB686}" srcOrd="0" destOrd="0" presId="urn:microsoft.com/office/officeart/2005/8/layout/cycle8"/>
    <dgm:cxn modelId="{145652E8-1960-4896-B70D-68D4E29826EE}" type="presParOf" srcId="{DCA6261A-D5E7-49D1-8571-7781157AB686}" destId="{2800FEC5-9A2F-42C4-B178-3BC16DD4DDC9}" srcOrd="0" destOrd="0" presId="urn:microsoft.com/office/officeart/2005/8/layout/cycle8"/>
    <dgm:cxn modelId="{7C0A721E-A63E-46FE-AE8C-5E7C6A3EE3A5}" type="presParOf" srcId="{DCA6261A-D5E7-49D1-8571-7781157AB686}" destId="{155B91DE-02D1-44A3-9BE4-FAC7681B840A}" srcOrd="1" destOrd="0" presId="urn:microsoft.com/office/officeart/2005/8/layout/cycle8"/>
    <dgm:cxn modelId="{B7644259-3A65-42F4-8D5E-2E0EC6D4B5C8}" type="presParOf" srcId="{DCA6261A-D5E7-49D1-8571-7781157AB686}" destId="{51E6FC92-06D1-4340-B8B5-0286FFB4F43D}" srcOrd="2" destOrd="0" presId="urn:microsoft.com/office/officeart/2005/8/layout/cycle8"/>
    <dgm:cxn modelId="{45EBBF37-644A-477A-8B16-E2595A31ACCC}" type="presParOf" srcId="{DCA6261A-D5E7-49D1-8571-7781157AB686}" destId="{BF99C665-7C14-47B6-9067-00A1CF35AF8D}" srcOrd="3" destOrd="0" presId="urn:microsoft.com/office/officeart/2005/8/layout/cycle8"/>
    <dgm:cxn modelId="{7348C02C-863B-4550-A3EE-622FC2256A9B}" type="presParOf" srcId="{DCA6261A-D5E7-49D1-8571-7781157AB686}" destId="{8CA4AF1E-D88E-4487-99A6-400A2AEC7F1E}" srcOrd="4" destOrd="0" presId="urn:microsoft.com/office/officeart/2005/8/layout/cycle8"/>
    <dgm:cxn modelId="{59CB240C-F7C6-4EBD-8220-DDD9EF9FC72E}" type="presParOf" srcId="{DCA6261A-D5E7-49D1-8571-7781157AB686}" destId="{1F0E34E3-E7A5-4401-9851-53F3221735D5}" srcOrd="5" destOrd="0" presId="urn:microsoft.com/office/officeart/2005/8/layout/cycle8"/>
    <dgm:cxn modelId="{735B3AAD-9DBF-4B28-AE32-8615DE58A1B7}" type="presParOf" srcId="{DCA6261A-D5E7-49D1-8571-7781157AB686}" destId="{D44DDA30-4942-4FA4-B723-E435909C3BDE}" srcOrd="6" destOrd="0" presId="urn:microsoft.com/office/officeart/2005/8/layout/cycle8"/>
    <dgm:cxn modelId="{623111F2-3573-4840-AC40-5AE62742D5BF}" type="presParOf" srcId="{DCA6261A-D5E7-49D1-8571-7781157AB686}" destId="{108FE338-CA8F-47A7-8E35-B1D4C80C6FDB}" srcOrd="7" destOrd="0" presId="urn:microsoft.com/office/officeart/2005/8/layout/cycle8"/>
    <dgm:cxn modelId="{82FD1C63-18B0-436D-B1AE-8FEA5522DA34}" type="presParOf" srcId="{DCA6261A-D5E7-49D1-8571-7781157AB686}" destId="{F1CC5E22-75CE-460B-B1FC-D57ABC844883}" srcOrd="8" destOrd="0" presId="urn:microsoft.com/office/officeart/2005/8/layout/cycle8"/>
    <dgm:cxn modelId="{20EC1564-70CD-4899-8947-480CB7D89DC3}" type="presParOf" srcId="{DCA6261A-D5E7-49D1-8571-7781157AB686}" destId="{C5EB88A4-D853-49F4-B672-3F25A63B4898}" srcOrd="9" destOrd="0" presId="urn:microsoft.com/office/officeart/2005/8/layout/cycle8"/>
    <dgm:cxn modelId="{A177E9BC-DC48-4D92-BCA4-F71D1E7790BA}" type="presParOf" srcId="{DCA6261A-D5E7-49D1-8571-7781157AB686}" destId="{9EFD1952-D053-4FD1-A2AD-1B24136CD54F}" srcOrd="10" destOrd="0" presId="urn:microsoft.com/office/officeart/2005/8/layout/cycle8"/>
    <dgm:cxn modelId="{E7BA64D6-864B-49F2-BB0C-D93657482B78}" type="presParOf" srcId="{DCA6261A-D5E7-49D1-8571-7781157AB686}" destId="{D44C5A0A-485A-423E-BDA3-665CDDD54641}" srcOrd="11" destOrd="0" presId="urn:microsoft.com/office/officeart/2005/8/layout/cycle8"/>
    <dgm:cxn modelId="{F519B201-98C7-4ECB-8DC8-C14B3953293E}" type="presParOf" srcId="{DCA6261A-D5E7-49D1-8571-7781157AB686}" destId="{7CD8FFAA-4248-4EB7-8B79-DD951798CB0B}" srcOrd="12" destOrd="0" presId="urn:microsoft.com/office/officeart/2005/8/layout/cycle8"/>
    <dgm:cxn modelId="{2672B3B1-4BAA-44A9-A652-10C2E55F0001}" type="presParOf" srcId="{DCA6261A-D5E7-49D1-8571-7781157AB686}" destId="{D2D1682E-D233-4990-91BC-C1B81F7D6BE2}" srcOrd="13" destOrd="0" presId="urn:microsoft.com/office/officeart/2005/8/layout/cycle8"/>
    <dgm:cxn modelId="{72497B6E-191B-4E2C-A56A-71903985E18C}" type="presParOf" srcId="{DCA6261A-D5E7-49D1-8571-7781157AB686}" destId="{88EE10BA-75F6-4F55-A417-FE05733CA6E7}" srcOrd="14" destOrd="0" presId="urn:microsoft.com/office/officeart/2005/8/layout/cycle8"/>
    <dgm:cxn modelId="{8EB74DCC-17C9-4C5A-B627-DB0E0FFFC6AB}" type="presParOf" srcId="{DCA6261A-D5E7-49D1-8571-7781157AB686}" destId="{C98F186F-4FF6-44F3-8E9D-87D7C67116AC}" srcOrd="15" destOrd="0" presId="urn:microsoft.com/office/officeart/2005/8/layout/cycle8"/>
    <dgm:cxn modelId="{BA3D952A-7508-41C6-8526-5FF0EB9276AF}" type="presParOf" srcId="{DCA6261A-D5E7-49D1-8571-7781157AB686}" destId="{710D012A-A71A-4E69-B025-7643B25E81AD}" srcOrd="16" destOrd="0" presId="urn:microsoft.com/office/officeart/2005/8/layout/cycle8"/>
    <dgm:cxn modelId="{510F15A1-7031-44A3-A915-63EE4F533AF6}" type="presParOf" srcId="{DCA6261A-D5E7-49D1-8571-7781157AB686}" destId="{FF26A017-ED61-4D24-ABE7-52B400D4E6C2}" srcOrd="17" destOrd="0" presId="urn:microsoft.com/office/officeart/2005/8/layout/cycle8"/>
    <dgm:cxn modelId="{F8046F45-E342-4E1A-966C-7960F0B9A496}" type="presParOf" srcId="{DCA6261A-D5E7-49D1-8571-7781157AB686}" destId="{ABFE96CD-2D6B-41DC-9433-CFF92E9ADA0A}" srcOrd="18" destOrd="0" presId="urn:microsoft.com/office/officeart/2005/8/layout/cycle8"/>
    <dgm:cxn modelId="{73DFF856-D6A9-4392-8B8C-B15659AFA064}" type="presParOf" srcId="{DCA6261A-D5E7-49D1-8571-7781157AB686}" destId="{4A4D5312-C9D6-43EB-9DA4-BF9130D1B1D0}" srcOrd="19" destOrd="0" presId="urn:microsoft.com/office/officeart/2005/8/layout/cycle8"/>
    <dgm:cxn modelId="{6E5C1360-F600-43E9-8B05-B677DE82B638}" type="presParOf" srcId="{DCA6261A-D5E7-49D1-8571-7781157AB686}" destId="{7AE93EC7-F873-4255-8DA6-19FA030E07C3}" srcOrd="20" destOrd="0" presId="urn:microsoft.com/office/officeart/2005/8/layout/cycle8"/>
    <dgm:cxn modelId="{F76B4114-98E7-4883-A8D7-03E768662321}" type="presParOf" srcId="{DCA6261A-D5E7-49D1-8571-7781157AB686}" destId="{39E68EE2-F6E6-4B71-9786-6C338E686D6C}" srcOrd="21" destOrd="0" presId="urn:microsoft.com/office/officeart/2005/8/layout/cycle8"/>
    <dgm:cxn modelId="{C91054A3-00C8-4536-83B9-A74621950734}" type="presParOf" srcId="{DCA6261A-D5E7-49D1-8571-7781157AB686}" destId="{63F8D6DD-E653-4327-9801-5FC7593306C0}" srcOrd="22" destOrd="0" presId="urn:microsoft.com/office/officeart/2005/8/layout/cycle8"/>
    <dgm:cxn modelId="{BFDC250C-C033-463B-878B-B34FA0820AA5}" type="presParOf" srcId="{DCA6261A-D5E7-49D1-8571-7781157AB686}" destId="{FF1E451C-1D9F-458D-8A29-A400C79BA965}" srcOrd="23" destOrd="0" presId="urn:microsoft.com/office/officeart/2005/8/layout/cycle8"/>
    <dgm:cxn modelId="{D1EE8CEE-0073-40BD-8E77-ABC149E7C530}" type="presParOf" srcId="{DCA6261A-D5E7-49D1-8571-7781157AB686}" destId="{DB5D8812-50BD-40D3-866E-170DE048D0C7}" srcOrd="24" destOrd="0" presId="urn:microsoft.com/office/officeart/2005/8/layout/cycle8"/>
    <dgm:cxn modelId="{3A84614B-9F76-4B42-BA26-F7A2C6297B57}" type="presParOf" srcId="{DCA6261A-D5E7-49D1-8571-7781157AB686}" destId="{0F02D30D-8A83-4052-BDB2-24C59AF0F638}" srcOrd="25" destOrd="0" presId="urn:microsoft.com/office/officeart/2005/8/layout/cycle8"/>
    <dgm:cxn modelId="{05279C56-D20B-43CA-8116-67501F765B2F}" type="presParOf" srcId="{DCA6261A-D5E7-49D1-8571-7781157AB686}" destId="{5967838B-3C3F-44E1-908C-BB0C79000847}" srcOrd="26" destOrd="0" presId="urn:microsoft.com/office/officeart/2005/8/layout/cycle8"/>
    <dgm:cxn modelId="{5A483F79-9D2B-4624-880F-9F3D2CED0D62}" type="presParOf" srcId="{DCA6261A-D5E7-49D1-8571-7781157AB686}" destId="{B04D1CC9-B9C6-4D2E-9FDF-7D1C5FDFEEFC}" srcOrd="27" destOrd="0" presId="urn:microsoft.com/office/officeart/2005/8/layout/cycle8"/>
    <dgm:cxn modelId="{9F523629-A10D-49B2-89D7-FFCC43488BE9}" type="presParOf" srcId="{DCA6261A-D5E7-49D1-8571-7781157AB686}" destId="{673EBC90-D313-4418-ABF2-57016955091F}" srcOrd="28" destOrd="0" presId="urn:microsoft.com/office/officeart/2005/8/layout/cycle8"/>
    <dgm:cxn modelId="{A94E17CF-5350-433A-8A20-5E297B2060CC}" type="presParOf" srcId="{DCA6261A-D5E7-49D1-8571-7781157AB686}" destId="{F10183A3-3F60-4F84-BEB1-84B5BE0BE3A5}" srcOrd="29" destOrd="0" presId="urn:microsoft.com/office/officeart/2005/8/layout/cycle8"/>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1E0A3AE8-3301-43A9-896F-1D0E14926ED7}" type="doc">
      <dgm:prSet loTypeId="urn:microsoft.com/office/officeart/2005/8/layout/hChevron3" loCatId="process" qsTypeId="urn:microsoft.com/office/officeart/2005/8/quickstyle/simple1" qsCatId="simple" csTypeId="urn:microsoft.com/office/officeart/2005/8/colors/accent1_2" csCatId="accent1" phldr="1"/>
      <dgm:spPr/>
    </dgm:pt>
    <dgm:pt modelId="{502E45F9-9459-4FE8-B97F-26966D462353}">
      <dgm:prSet phldrT="[Texte]"/>
      <dgm:spPr/>
      <dgm:t>
        <a:bodyPr/>
        <a:lstStyle/>
        <a:p>
          <a:r>
            <a:rPr lang="fr-CA" dirty="0"/>
            <a:t>Identifications des évènements</a:t>
          </a:r>
        </a:p>
      </dgm:t>
    </dgm:pt>
    <dgm:pt modelId="{28753C7B-C239-47E9-967C-6D3D6A947128}" type="parTrans" cxnId="{6FB37ABA-2ED9-428F-9CEB-F7F72F3487C4}">
      <dgm:prSet/>
      <dgm:spPr/>
      <dgm:t>
        <a:bodyPr/>
        <a:lstStyle/>
        <a:p>
          <a:endParaRPr lang="fr-CA"/>
        </a:p>
      </dgm:t>
    </dgm:pt>
    <dgm:pt modelId="{AB8992BB-8AAE-4770-953F-E1267F7C1F88}" type="sibTrans" cxnId="{6FB37ABA-2ED9-428F-9CEB-F7F72F3487C4}">
      <dgm:prSet/>
      <dgm:spPr/>
      <dgm:t>
        <a:bodyPr/>
        <a:lstStyle/>
        <a:p>
          <a:endParaRPr lang="fr-CA"/>
        </a:p>
      </dgm:t>
    </dgm:pt>
    <dgm:pt modelId="{71F60D37-9F11-4749-96A6-E07BCA617677}">
      <dgm:prSet phldrT="[Texte]" custT="1"/>
      <dgm:spPr>
        <a:solidFill>
          <a:schemeClr val="accent1"/>
        </a:solidFill>
      </dgm:spPr>
      <dgm:t>
        <a:bodyPr/>
        <a:lstStyle/>
        <a:p>
          <a:r>
            <a:rPr lang="fr-CA" sz="1600" b="1" dirty="0"/>
            <a:t>Évaluation des risques</a:t>
          </a:r>
        </a:p>
      </dgm:t>
    </dgm:pt>
    <dgm:pt modelId="{799ED959-180B-4188-9A7C-7271607FDE09}" type="parTrans" cxnId="{5D38E73E-730D-4BD9-ADE5-F682AAC3A8DE}">
      <dgm:prSet/>
      <dgm:spPr/>
      <dgm:t>
        <a:bodyPr/>
        <a:lstStyle/>
        <a:p>
          <a:endParaRPr lang="fr-CA"/>
        </a:p>
      </dgm:t>
    </dgm:pt>
    <dgm:pt modelId="{3CD185AB-A044-4716-ACB9-1AF87777BD17}" type="sibTrans" cxnId="{5D38E73E-730D-4BD9-ADE5-F682AAC3A8DE}">
      <dgm:prSet/>
      <dgm:spPr/>
      <dgm:t>
        <a:bodyPr/>
        <a:lstStyle/>
        <a:p>
          <a:endParaRPr lang="fr-CA"/>
        </a:p>
      </dgm:t>
    </dgm:pt>
    <dgm:pt modelId="{9886C3BD-77F6-493A-9022-9B8A2D5660FF}">
      <dgm:prSet phldrT="[Texte]" custT="1"/>
      <dgm:spPr>
        <a:solidFill>
          <a:schemeClr val="accent1"/>
        </a:solidFill>
      </dgm:spPr>
      <dgm:t>
        <a:bodyPr/>
        <a:lstStyle/>
        <a:p>
          <a:r>
            <a:rPr lang="fr-CA" sz="1800" b="0" dirty="0"/>
            <a:t>Réponses aux risques</a:t>
          </a:r>
        </a:p>
      </dgm:t>
    </dgm:pt>
    <dgm:pt modelId="{80BF0A4F-88AD-423F-B929-BEB01CB4C3BC}" type="parTrans" cxnId="{501E30B2-395A-43D5-B8BA-C5E5B29002F4}">
      <dgm:prSet/>
      <dgm:spPr/>
      <dgm:t>
        <a:bodyPr/>
        <a:lstStyle/>
        <a:p>
          <a:endParaRPr lang="fr-CA"/>
        </a:p>
      </dgm:t>
    </dgm:pt>
    <dgm:pt modelId="{47A41297-102A-4C3F-BC8D-DE58B5808B37}" type="sibTrans" cxnId="{501E30B2-395A-43D5-B8BA-C5E5B29002F4}">
      <dgm:prSet/>
      <dgm:spPr/>
      <dgm:t>
        <a:bodyPr/>
        <a:lstStyle/>
        <a:p>
          <a:endParaRPr lang="fr-CA"/>
        </a:p>
      </dgm:t>
    </dgm:pt>
    <dgm:pt modelId="{ED9CD48E-859B-4C7A-B2DC-D846EEBF06B2}">
      <dgm:prSet phldrT="[Texte]" custT="1"/>
      <dgm:spPr>
        <a:solidFill>
          <a:schemeClr val="accent1"/>
        </a:solidFill>
      </dgm:spPr>
      <dgm:t>
        <a:bodyPr/>
        <a:lstStyle/>
        <a:p>
          <a:r>
            <a:rPr lang="fr-CA" sz="2000" dirty="0"/>
            <a:t>Activités de contrôle</a:t>
          </a:r>
        </a:p>
      </dgm:t>
    </dgm:pt>
    <dgm:pt modelId="{3CDD28A4-152A-40BA-921F-36593563A074}" type="parTrans" cxnId="{B0465E88-8A68-4D4E-ABCD-8023A4DC870C}">
      <dgm:prSet/>
      <dgm:spPr/>
      <dgm:t>
        <a:bodyPr/>
        <a:lstStyle/>
        <a:p>
          <a:endParaRPr lang="fr-CA"/>
        </a:p>
      </dgm:t>
    </dgm:pt>
    <dgm:pt modelId="{A4EB6CAE-6C0F-45F3-8B63-C06F26EC2C87}" type="sibTrans" cxnId="{B0465E88-8A68-4D4E-ABCD-8023A4DC870C}">
      <dgm:prSet/>
      <dgm:spPr/>
      <dgm:t>
        <a:bodyPr/>
        <a:lstStyle/>
        <a:p>
          <a:endParaRPr lang="fr-CA"/>
        </a:p>
      </dgm:t>
    </dgm:pt>
    <dgm:pt modelId="{385EF6CA-16B4-46FB-9D38-303AD139FD40}">
      <dgm:prSet phldrT="[Texte]" custT="1"/>
      <dgm:spPr>
        <a:solidFill>
          <a:schemeClr val="accent1"/>
        </a:solidFill>
      </dgm:spPr>
      <dgm:t>
        <a:bodyPr/>
        <a:lstStyle/>
        <a:p>
          <a:r>
            <a:rPr lang="fr-CA" sz="1600" dirty="0"/>
            <a:t>Information et </a:t>
          </a:r>
          <a:r>
            <a:rPr lang="fr-CA" sz="1800" dirty="0"/>
            <a:t>communication</a:t>
          </a:r>
          <a:endParaRPr lang="fr-CA" sz="1600" dirty="0"/>
        </a:p>
      </dgm:t>
    </dgm:pt>
    <dgm:pt modelId="{127FE7F5-379D-4856-ADF4-41FD27B6605E}" type="parTrans" cxnId="{BD6305C0-B42E-4998-B7A9-1816CB28FECB}">
      <dgm:prSet/>
      <dgm:spPr/>
      <dgm:t>
        <a:bodyPr/>
        <a:lstStyle/>
        <a:p>
          <a:endParaRPr lang="fr-CA"/>
        </a:p>
      </dgm:t>
    </dgm:pt>
    <dgm:pt modelId="{AE97B6EA-0B6A-4E2B-B772-17BF2F1FA3A8}" type="sibTrans" cxnId="{BD6305C0-B42E-4998-B7A9-1816CB28FECB}">
      <dgm:prSet/>
      <dgm:spPr/>
      <dgm:t>
        <a:bodyPr/>
        <a:lstStyle/>
        <a:p>
          <a:endParaRPr lang="fr-CA"/>
        </a:p>
      </dgm:t>
    </dgm:pt>
    <dgm:pt modelId="{D437B17E-3FF9-4DB2-B97D-4A6C8D3681D2}">
      <dgm:prSet phldrT="[Texte]"/>
      <dgm:spPr>
        <a:solidFill>
          <a:srgbClr val="00B050"/>
        </a:solidFill>
      </dgm:spPr>
      <dgm:t>
        <a:bodyPr/>
        <a:lstStyle/>
        <a:p>
          <a:r>
            <a:rPr lang="fr-CA" dirty="0"/>
            <a:t>Suivi </a:t>
          </a:r>
        </a:p>
      </dgm:t>
    </dgm:pt>
    <dgm:pt modelId="{C8EA6B03-43C5-49BE-85E7-DA70771C87C7}" type="parTrans" cxnId="{D5EE9360-2AD6-4C17-B1A6-BAE9588AAFF9}">
      <dgm:prSet/>
      <dgm:spPr/>
      <dgm:t>
        <a:bodyPr/>
        <a:lstStyle/>
        <a:p>
          <a:endParaRPr lang="fr-CA"/>
        </a:p>
      </dgm:t>
    </dgm:pt>
    <dgm:pt modelId="{FAC7D2D0-7547-431E-B4F6-06EEFEA128A2}" type="sibTrans" cxnId="{D5EE9360-2AD6-4C17-B1A6-BAE9588AAFF9}">
      <dgm:prSet/>
      <dgm:spPr/>
      <dgm:t>
        <a:bodyPr/>
        <a:lstStyle/>
        <a:p>
          <a:endParaRPr lang="fr-CA"/>
        </a:p>
      </dgm:t>
    </dgm:pt>
    <dgm:pt modelId="{C79816D9-FF14-468F-810C-B9FDD404138E}" type="pres">
      <dgm:prSet presAssocID="{1E0A3AE8-3301-43A9-896F-1D0E14926ED7}" presName="Name0" presStyleCnt="0">
        <dgm:presLayoutVars>
          <dgm:dir/>
          <dgm:resizeHandles val="exact"/>
        </dgm:presLayoutVars>
      </dgm:prSet>
      <dgm:spPr/>
    </dgm:pt>
    <dgm:pt modelId="{2A02EB9D-6AFE-44D8-8806-B2FCC31F98C7}" type="pres">
      <dgm:prSet presAssocID="{502E45F9-9459-4FE8-B97F-26966D462353}" presName="parTxOnly" presStyleLbl="node1" presStyleIdx="0" presStyleCnt="6" custLinFactNeighborX="7961" custLinFactNeighborY="1443">
        <dgm:presLayoutVars>
          <dgm:bulletEnabled val="1"/>
        </dgm:presLayoutVars>
      </dgm:prSet>
      <dgm:spPr/>
    </dgm:pt>
    <dgm:pt modelId="{1C89B319-538A-46DF-91BD-8C8E131FFEF2}" type="pres">
      <dgm:prSet presAssocID="{AB8992BB-8AAE-4770-953F-E1267F7C1F88}" presName="parSpace" presStyleCnt="0"/>
      <dgm:spPr/>
    </dgm:pt>
    <dgm:pt modelId="{1EAC04FA-5FEA-49FF-8580-D9EA1B432800}" type="pres">
      <dgm:prSet presAssocID="{71F60D37-9F11-4749-96A6-E07BCA617677}" presName="parTxOnly" presStyleLbl="node1" presStyleIdx="1" presStyleCnt="6" custScaleX="109310">
        <dgm:presLayoutVars>
          <dgm:bulletEnabled val="1"/>
        </dgm:presLayoutVars>
      </dgm:prSet>
      <dgm:spPr/>
    </dgm:pt>
    <dgm:pt modelId="{F3F9C168-E941-4063-8EE6-D7034E3C778A}" type="pres">
      <dgm:prSet presAssocID="{3CD185AB-A044-4716-ACB9-1AF87777BD17}" presName="parSpace" presStyleCnt="0"/>
      <dgm:spPr/>
    </dgm:pt>
    <dgm:pt modelId="{D2953400-2FA3-4576-8E2B-A223931B397D}" type="pres">
      <dgm:prSet presAssocID="{9886C3BD-77F6-493A-9022-9B8A2D5660FF}" presName="parTxOnly" presStyleLbl="node1" presStyleIdx="2" presStyleCnt="6">
        <dgm:presLayoutVars>
          <dgm:bulletEnabled val="1"/>
        </dgm:presLayoutVars>
      </dgm:prSet>
      <dgm:spPr/>
    </dgm:pt>
    <dgm:pt modelId="{F2B83813-B3D1-4569-A452-186959623BD0}" type="pres">
      <dgm:prSet presAssocID="{47A41297-102A-4C3F-BC8D-DE58B5808B37}" presName="parSpace" presStyleCnt="0"/>
      <dgm:spPr/>
    </dgm:pt>
    <dgm:pt modelId="{F749DF59-F989-4E2C-BCC6-62B69ABDBF0C}" type="pres">
      <dgm:prSet presAssocID="{ED9CD48E-859B-4C7A-B2DC-D846EEBF06B2}" presName="parTxOnly" presStyleLbl="node1" presStyleIdx="3" presStyleCnt="6">
        <dgm:presLayoutVars>
          <dgm:bulletEnabled val="1"/>
        </dgm:presLayoutVars>
      </dgm:prSet>
      <dgm:spPr/>
    </dgm:pt>
    <dgm:pt modelId="{814002AB-2D19-4C9A-A874-35461B4F2A16}" type="pres">
      <dgm:prSet presAssocID="{A4EB6CAE-6C0F-45F3-8B63-C06F26EC2C87}" presName="parSpace" presStyleCnt="0"/>
      <dgm:spPr/>
    </dgm:pt>
    <dgm:pt modelId="{ABF49B41-DBAD-432D-A25E-1E0EA92871B3}" type="pres">
      <dgm:prSet presAssocID="{385EF6CA-16B4-46FB-9D38-303AD139FD40}" presName="parTxOnly" presStyleLbl="node1" presStyleIdx="4" presStyleCnt="6">
        <dgm:presLayoutVars>
          <dgm:bulletEnabled val="1"/>
        </dgm:presLayoutVars>
      </dgm:prSet>
      <dgm:spPr/>
    </dgm:pt>
    <dgm:pt modelId="{719A7DD6-FA34-4EE6-9CF5-88BBFB3409A1}" type="pres">
      <dgm:prSet presAssocID="{AE97B6EA-0B6A-4E2B-B772-17BF2F1FA3A8}" presName="parSpace" presStyleCnt="0"/>
      <dgm:spPr/>
    </dgm:pt>
    <dgm:pt modelId="{8B345557-9216-4F7A-B8D7-3542277BE8F9}" type="pres">
      <dgm:prSet presAssocID="{D437B17E-3FF9-4DB2-B97D-4A6C8D3681D2}" presName="parTxOnly" presStyleLbl="node1" presStyleIdx="5" presStyleCnt="6">
        <dgm:presLayoutVars>
          <dgm:bulletEnabled val="1"/>
        </dgm:presLayoutVars>
      </dgm:prSet>
      <dgm:spPr/>
    </dgm:pt>
  </dgm:ptLst>
  <dgm:cxnLst>
    <dgm:cxn modelId="{604F8411-38B2-42DF-83D8-19FB72C54A88}" type="presOf" srcId="{1E0A3AE8-3301-43A9-896F-1D0E14926ED7}" destId="{C79816D9-FF14-468F-810C-B9FDD404138E}" srcOrd="0" destOrd="0" presId="urn:microsoft.com/office/officeart/2005/8/layout/hChevron3"/>
    <dgm:cxn modelId="{15B09B25-7784-431A-A659-94B606D38602}" type="presOf" srcId="{D437B17E-3FF9-4DB2-B97D-4A6C8D3681D2}" destId="{8B345557-9216-4F7A-B8D7-3542277BE8F9}" srcOrd="0" destOrd="0" presId="urn:microsoft.com/office/officeart/2005/8/layout/hChevron3"/>
    <dgm:cxn modelId="{DF57B42F-5885-4BA5-A731-44670E57C7E1}" type="presOf" srcId="{9886C3BD-77F6-493A-9022-9B8A2D5660FF}" destId="{D2953400-2FA3-4576-8E2B-A223931B397D}" srcOrd="0" destOrd="0" presId="urn:microsoft.com/office/officeart/2005/8/layout/hChevron3"/>
    <dgm:cxn modelId="{5D38E73E-730D-4BD9-ADE5-F682AAC3A8DE}" srcId="{1E0A3AE8-3301-43A9-896F-1D0E14926ED7}" destId="{71F60D37-9F11-4749-96A6-E07BCA617677}" srcOrd="1" destOrd="0" parTransId="{799ED959-180B-4188-9A7C-7271607FDE09}" sibTransId="{3CD185AB-A044-4716-ACB9-1AF87777BD17}"/>
    <dgm:cxn modelId="{D5EE9360-2AD6-4C17-B1A6-BAE9588AAFF9}" srcId="{1E0A3AE8-3301-43A9-896F-1D0E14926ED7}" destId="{D437B17E-3FF9-4DB2-B97D-4A6C8D3681D2}" srcOrd="5" destOrd="0" parTransId="{C8EA6B03-43C5-49BE-85E7-DA70771C87C7}" sibTransId="{FAC7D2D0-7547-431E-B4F6-06EEFEA128A2}"/>
    <dgm:cxn modelId="{1FE65242-6C43-48D5-AC7C-C4CE30051EBD}" type="presOf" srcId="{71F60D37-9F11-4749-96A6-E07BCA617677}" destId="{1EAC04FA-5FEA-49FF-8580-D9EA1B432800}" srcOrd="0" destOrd="0" presId="urn:microsoft.com/office/officeart/2005/8/layout/hChevron3"/>
    <dgm:cxn modelId="{8930AC79-07EC-4831-A599-79369F49AD29}" type="presOf" srcId="{385EF6CA-16B4-46FB-9D38-303AD139FD40}" destId="{ABF49B41-DBAD-432D-A25E-1E0EA92871B3}" srcOrd="0" destOrd="0" presId="urn:microsoft.com/office/officeart/2005/8/layout/hChevron3"/>
    <dgm:cxn modelId="{B04CFA83-EA15-4CEE-99B3-21B1F0188033}" type="presOf" srcId="{502E45F9-9459-4FE8-B97F-26966D462353}" destId="{2A02EB9D-6AFE-44D8-8806-B2FCC31F98C7}" srcOrd="0" destOrd="0" presId="urn:microsoft.com/office/officeart/2005/8/layout/hChevron3"/>
    <dgm:cxn modelId="{B0465E88-8A68-4D4E-ABCD-8023A4DC870C}" srcId="{1E0A3AE8-3301-43A9-896F-1D0E14926ED7}" destId="{ED9CD48E-859B-4C7A-B2DC-D846EEBF06B2}" srcOrd="3" destOrd="0" parTransId="{3CDD28A4-152A-40BA-921F-36593563A074}" sibTransId="{A4EB6CAE-6C0F-45F3-8B63-C06F26EC2C87}"/>
    <dgm:cxn modelId="{501E30B2-395A-43D5-B8BA-C5E5B29002F4}" srcId="{1E0A3AE8-3301-43A9-896F-1D0E14926ED7}" destId="{9886C3BD-77F6-493A-9022-9B8A2D5660FF}" srcOrd="2" destOrd="0" parTransId="{80BF0A4F-88AD-423F-B929-BEB01CB4C3BC}" sibTransId="{47A41297-102A-4C3F-BC8D-DE58B5808B37}"/>
    <dgm:cxn modelId="{6FB37ABA-2ED9-428F-9CEB-F7F72F3487C4}" srcId="{1E0A3AE8-3301-43A9-896F-1D0E14926ED7}" destId="{502E45F9-9459-4FE8-B97F-26966D462353}" srcOrd="0" destOrd="0" parTransId="{28753C7B-C239-47E9-967C-6D3D6A947128}" sibTransId="{AB8992BB-8AAE-4770-953F-E1267F7C1F88}"/>
    <dgm:cxn modelId="{BD6305C0-B42E-4998-B7A9-1816CB28FECB}" srcId="{1E0A3AE8-3301-43A9-896F-1D0E14926ED7}" destId="{385EF6CA-16B4-46FB-9D38-303AD139FD40}" srcOrd="4" destOrd="0" parTransId="{127FE7F5-379D-4856-ADF4-41FD27B6605E}" sibTransId="{AE97B6EA-0B6A-4E2B-B772-17BF2F1FA3A8}"/>
    <dgm:cxn modelId="{F92FB8D4-3980-4141-88BF-EE58534B03E8}" type="presOf" srcId="{ED9CD48E-859B-4C7A-B2DC-D846EEBF06B2}" destId="{F749DF59-F989-4E2C-BCC6-62B69ABDBF0C}" srcOrd="0" destOrd="0" presId="urn:microsoft.com/office/officeart/2005/8/layout/hChevron3"/>
    <dgm:cxn modelId="{B6977AFC-8971-4AA4-AD85-20D5B0AAAB23}" type="presParOf" srcId="{C79816D9-FF14-468F-810C-B9FDD404138E}" destId="{2A02EB9D-6AFE-44D8-8806-B2FCC31F98C7}" srcOrd="0" destOrd="0" presId="urn:microsoft.com/office/officeart/2005/8/layout/hChevron3"/>
    <dgm:cxn modelId="{BAA521AD-9EBE-4500-84BF-B304DF6C0308}" type="presParOf" srcId="{C79816D9-FF14-468F-810C-B9FDD404138E}" destId="{1C89B319-538A-46DF-91BD-8C8E131FFEF2}" srcOrd="1" destOrd="0" presId="urn:microsoft.com/office/officeart/2005/8/layout/hChevron3"/>
    <dgm:cxn modelId="{2218DDD4-BAC3-4022-BF24-18BC9A9B48F9}" type="presParOf" srcId="{C79816D9-FF14-468F-810C-B9FDD404138E}" destId="{1EAC04FA-5FEA-49FF-8580-D9EA1B432800}" srcOrd="2" destOrd="0" presId="urn:microsoft.com/office/officeart/2005/8/layout/hChevron3"/>
    <dgm:cxn modelId="{8E40416B-92FE-4DF8-9C4C-84F0FEB22FDC}" type="presParOf" srcId="{C79816D9-FF14-468F-810C-B9FDD404138E}" destId="{F3F9C168-E941-4063-8EE6-D7034E3C778A}" srcOrd="3" destOrd="0" presId="urn:microsoft.com/office/officeart/2005/8/layout/hChevron3"/>
    <dgm:cxn modelId="{46D6D40D-39CC-4C3A-BCDB-AD246726370D}" type="presParOf" srcId="{C79816D9-FF14-468F-810C-B9FDD404138E}" destId="{D2953400-2FA3-4576-8E2B-A223931B397D}" srcOrd="4" destOrd="0" presId="urn:microsoft.com/office/officeart/2005/8/layout/hChevron3"/>
    <dgm:cxn modelId="{E2230AEB-0265-4FA1-8AE6-F9DC109DC50F}" type="presParOf" srcId="{C79816D9-FF14-468F-810C-B9FDD404138E}" destId="{F2B83813-B3D1-4569-A452-186959623BD0}" srcOrd="5" destOrd="0" presId="urn:microsoft.com/office/officeart/2005/8/layout/hChevron3"/>
    <dgm:cxn modelId="{5DACCF31-1FD3-4856-BA45-6D11F5B55CC0}" type="presParOf" srcId="{C79816D9-FF14-468F-810C-B9FDD404138E}" destId="{F749DF59-F989-4E2C-BCC6-62B69ABDBF0C}" srcOrd="6" destOrd="0" presId="urn:microsoft.com/office/officeart/2005/8/layout/hChevron3"/>
    <dgm:cxn modelId="{37FD9C3A-B6D4-4AD7-91FD-111AA588DECE}" type="presParOf" srcId="{C79816D9-FF14-468F-810C-B9FDD404138E}" destId="{814002AB-2D19-4C9A-A874-35461B4F2A16}" srcOrd="7" destOrd="0" presId="urn:microsoft.com/office/officeart/2005/8/layout/hChevron3"/>
    <dgm:cxn modelId="{E377F3C1-E385-4664-842F-F270776CC9A6}" type="presParOf" srcId="{C79816D9-FF14-468F-810C-B9FDD404138E}" destId="{ABF49B41-DBAD-432D-A25E-1E0EA92871B3}" srcOrd="8" destOrd="0" presId="urn:microsoft.com/office/officeart/2005/8/layout/hChevron3"/>
    <dgm:cxn modelId="{21F41EDE-AEBD-48B2-9E9D-26D3CDFA7112}" type="presParOf" srcId="{C79816D9-FF14-468F-810C-B9FDD404138E}" destId="{719A7DD6-FA34-4EE6-9CF5-88BBFB3409A1}" srcOrd="9" destOrd="0" presId="urn:microsoft.com/office/officeart/2005/8/layout/hChevron3"/>
    <dgm:cxn modelId="{A31962E7-4FE7-4561-954E-88BBB7E84A3F}" type="presParOf" srcId="{C79816D9-FF14-468F-810C-B9FDD404138E}" destId="{8B345557-9216-4F7A-B8D7-3542277BE8F9}" srcOrd="10" destOrd="0" presId="urn:microsoft.com/office/officeart/2005/8/layout/hChevron3"/>
  </dgm:cxnLst>
  <dgm:bg/>
  <dgm:whole/>
  <dgm:extLst>
    <a:ext uri="http://schemas.microsoft.com/office/drawing/2008/diagram">
      <dsp:dataModelExt xmlns:dsp="http://schemas.microsoft.com/office/drawing/2008/diagram" relId="rId15"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4A16B703-CDEB-4C86-9DFC-E4238EBBBD53}" type="doc">
      <dgm:prSet loTypeId="urn:microsoft.com/office/officeart/2005/8/layout/pyramid1" loCatId="pyramid" qsTypeId="urn:microsoft.com/office/officeart/2005/8/quickstyle/simple1" qsCatId="simple" csTypeId="urn:microsoft.com/office/officeart/2005/8/colors/colorful5" csCatId="colorful" phldr="1"/>
      <dgm:spPr/>
    </dgm:pt>
    <dgm:pt modelId="{ACC06F1F-A7B2-42D2-816F-27CB37326378}">
      <dgm:prSet phldrT="[Texte]" custT="1"/>
      <dgm:spPr>
        <a:solidFill>
          <a:srgbClr val="FFCC00"/>
        </a:solidFill>
      </dgm:spPr>
      <dgm:t>
        <a:bodyPr/>
        <a:lstStyle/>
        <a:p>
          <a:pPr marL="0" marR="0" indent="0" defTabSz="914400" eaLnBrk="1" fontAlgn="auto" latinLnBrk="0" hangingPunct="1">
            <a:lnSpc>
              <a:spcPct val="100000"/>
            </a:lnSpc>
            <a:spcBef>
              <a:spcPts val="0"/>
            </a:spcBef>
            <a:spcAft>
              <a:spcPts val="0"/>
            </a:spcAft>
            <a:buClrTx/>
            <a:buSzTx/>
            <a:buFontTx/>
            <a:buNone/>
            <a:tabLst/>
            <a:defRPr/>
          </a:pPr>
          <a:r>
            <a:rPr lang="fr-CA" sz="1800" b="1" dirty="0"/>
            <a:t>Risque </a:t>
          </a:r>
          <a:r>
            <a:rPr lang="fr-CA" sz="1800" b="1" dirty="0" err="1"/>
            <a:t>environne-mentaux</a:t>
          </a:r>
          <a:endParaRPr lang="fr-CA" sz="1600" b="1" dirty="0"/>
        </a:p>
        <a:p>
          <a:pPr defTabSz="711200">
            <a:lnSpc>
              <a:spcPct val="90000"/>
            </a:lnSpc>
            <a:spcBef>
              <a:spcPct val="0"/>
            </a:spcBef>
            <a:spcAft>
              <a:spcPct val="35000"/>
            </a:spcAft>
          </a:pPr>
          <a:endParaRPr lang="fr-CA" sz="1050" b="1" dirty="0"/>
        </a:p>
      </dgm:t>
    </dgm:pt>
    <dgm:pt modelId="{B5A6DE82-207B-4304-9975-8592B575C653}" type="parTrans" cxnId="{E7853F91-63E8-4443-80E9-5014F20218D8}">
      <dgm:prSet/>
      <dgm:spPr/>
      <dgm:t>
        <a:bodyPr/>
        <a:lstStyle/>
        <a:p>
          <a:endParaRPr lang="fr-CA"/>
        </a:p>
      </dgm:t>
    </dgm:pt>
    <dgm:pt modelId="{16E0A07D-F675-4657-84A1-611D3B10520F}" type="sibTrans" cxnId="{E7853F91-63E8-4443-80E9-5014F20218D8}">
      <dgm:prSet/>
      <dgm:spPr/>
      <dgm:t>
        <a:bodyPr/>
        <a:lstStyle/>
        <a:p>
          <a:endParaRPr lang="fr-CA"/>
        </a:p>
      </dgm:t>
    </dgm:pt>
    <dgm:pt modelId="{8E3E0262-6CAE-4D03-B9A0-C230DE793F08}">
      <dgm:prSet phldrT="[Texte]" custT="1"/>
      <dgm:spPr>
        <a:solidFill>
          <a:srgbClr val="FF9900"/>
        </a:solidFill>
      </dgm:spPr>
      <dgm:t>
        <a:bodyPr/>
        <a:lstStyle/>
        <a:p>
          <a:r>
            <a:rPr lang="fr-CA" sz="1800" b="1" dirty="0"/>
            <a:t>Risques concurrentiels</a:t>
          </a:r>
        </a:p>
      </dgm:t>
    </dgm:pt>
    <dgm:pt modelId="{1A8FA99A-C4EE-4B7E-B752-F51C8B3AA2F6}" type="parTrans" cxnId="{296A397C-FFB3-4D9B-A727-C5083B5D62BD}">
      <dgm:prSet/>
      <dgm:spPr/>
      <dgm:t>
        <a:bodyPr/>
        <a:lstStyle/>
        <a:p>
          <a:endParaRPr lang="fr-CA"/>
        </a:p>
      </dgm:t>
    </dgm:pt>
    <dgm:pt modelId="{35BAB980-C7D1-4003-A690-5B49D6EC5F17}" type="sibTrans" cxnId="{296A397C-FFB3-4D9B-A727-C5083B5D62BD}">
      <dgm:prSet/>
      <dgm:spPr/>
      <dgm:t>
        <a:bodyPr/>
        <a:lstStyle/>
        <a:p>
          <a:endParaRPr lang="fr-CA"/>
        </a:p>
      </dgm:t>
    </dgm:pt>
    <dgm:pt modelId="{6B7A4F26-768E-495F-BCE8-8D01B67DA631}">
      <dgm:prSet phldrT="[Texte]"/>
      <dgm:spPr>
        <a:solidFill>
          <a:srgbClr val="FF6600"/>
        </a:solidFill>
      </dgm:spPr>
      <dgm:t>
        <a:bodyPr/>
        <a:lstStyle/>
        <a:p>
          <a:pPr marL="0" marR="0" indent="0" defTabSz="914400" eaLnBrk="1" fontAlgn="auto" latinLnBrk="0" hangingPunct="1">
            <a:lnSpc>
              <a:spcPct val="100000"/>
            </a:lnSpc>
            <a:spcBef>
              <a:spcPts val="0"/>
            </a:spcBef>
            <a:spcAft>
              <a:spcPts val="0"/>
            </a:spcAft>
            <a:buClrTx/>
            <a:buSzTx/>
            <a:buFontTx/>
            <a:buNone/>
            <a:tabLst/>
            <a:defRPr/>
          </a:pPr>
          <a:r>
            <a:rPr lang="fr-CA" b="1" dirty="0"/>
            <a:t>Risques stratégiques</a:t>
          </a:r>
        </a:p>
        <a:p>
          <a:pPr defTabSz="577850">
            <a:lnSpc>
              <a:spcPct val="90000"/>
            </a:lnSpc>
            <a:spcBef>
              <a:spcPct val="0"/>
            </a:spcBef>
            <a:spcAft>
              <a:spcPct val="35000"/>
            </a:spcAft>
          </a:pPr>
          <a:endParaRPr lang="fr-CA" dirty="0"/>
        </a:p>
      </dgm:t>
    </dgm:pt>
    <dgm:pt modelId="{1010F32F-828C-4828-BB01-9C8655618804}" type="parTrans" cxnId="{CF33767D-175F-4C52-8A57-C1F6BDE9723D}">
      <dgm:prSet/>
      <dgm:spPr/>
      <dgm:t>
        <a:bodyPr/>
        <a:lstStyle/>
        <a:p>
          <a:endParaRPr lang="fr-CA"/>
        </a:p>
      </dgm:t>
    </dgm:pt>
    <dgm:pt modelId="{66C1DC2C-E51F-444C-BCE3-EF383BB9F5FE}" type="sibTrans" cxnId="{CF33767D-175F-4C52-8A57-C1F6BDE9723D}">
      <dgm:prSet/>
      <dgm:spPr/>
      <dgm:t>
        <a:bodyPr/>
        <a:lstStyle/>
        <a:p>
          <a:endParaRPr lang="fr-CA"/>
        </a:p>
      </dgm:t>
    </dgm:pt>
    <dgm:pt modelId="{330CC752-34AD-440D-A31A-450069AD7F8C}">
      <dgm:prSet/>
      <dgm:spPr>
        <a:solidFill>
          <a:schemeClr val="accent2">
            <a:lumMod val="75000"/>
          </a:schemeClr>
        </a:solidFill>
      </dgm:spPr>
      <dgm:t>
        <a:bodyPr/>
        <a:lstStyle/>
        <a:p>
          <a:r>
            <a:rPr lang="fr-CA" b="1" dirty="0">
              <a:solidFill>
                <a:schemeClr val="bg1"/>
              </a:solidFill>
            </a:rPr>
            <a:t>Risques opérationnels</a:t>
          </a:r>
          <a:endParaRPr lang="fr-CA" dirty="0">
            <a:solidFill>
              <a:schemeClr val="bg1"/>
            </a:solidFill>
          </a:endParaRPr>
        </a:p>
      </dgm:t>
    </dgm:pt>
    <dgm:pt modelId="{711F98B0-7117-4945-9216-0AA632C62E84}" type="parTrans" cxnId="{06B8F851-3A70-4784-9BE3-D4D493BB659B}">
      <dgm:prSet/>
      <dgm:spPr/>
      <dgm:t>
        <a:bodyPr/>
        <a:lstStyle/>
        <a:p>
          <a:endParaRPr lang="fr-CA"/>
        </a:p>
      </dgm:t>
    </dgm:pt>
    <dgm:pt modelId="{1A3804ED-2745-4895-BF11-A24EEDF4CA2E}" type="sibTrans" cxnId="{06B8F851-3A70-4784-9BE3-D4D493BB659B}">
      <dgm:prSet/>
      <dgm:spPr/>
      <dgm:t>
        <a:bodyPr/>
        <a:lstStyle/>
        <a:p>
          <a:endParaRPr lang="fr-CA"/>
        </a:p>
      </dgm:t>
    </dgm:pt>
    <dgm:pt modelId="{CEF70CC8-6DE4-41CB-B040-EB3B04DE9F75}">
      <dgm:prSet/>
      <dgm:spPr>
        <a:solidFill>
          <a:srgbClr val="FF0000"/>
        </a:solidFill>
      </dgm:spPr>
      <dgm:t>
        <a:bodyPr/>
        <a:lstStyle/>
        <a:p>
          <a:r>
            <a:rPr lang="fr-CA" b="1" dirty="0"/>
            <a:t>Risques financiers</a:t>
          </a:r>
        </a:p>
      </dgm:t>
    </dgm:pt>
    <dgm:pt modelId="{877C8D72-5A7B-49CA-A427-9464BC03B11D}" type="parTrans" cxnId="{03BC7BA1-7E43-453E-BFAD-9AB78E14A5D9}">
      <dgm:prSet/>
      <dgm:spPr/>
      <dgm:t>
        <a:bodyPr/>
        <a:lstStyle/>
        <a:p>
          <a:endParaRPr lang="fr-CA"/>
        </a:p>
      </dgm:t>
    </dgm:pt>
    <dgm:pt modelId="{91693AF2-DC25-4519-B363-C2204999C007}" type="sibTrans" cxnId="{03BC7BA1-7E43-453E-BFAD-9AB78E14A5D9}">
      <dgm:prSet/>
      <dgm:spPr/>
      <dgm:t>
        <a:bodyPr/>
        <a:lstStyle/>
        <a:p>
          <a:endParaRPr lang="fr-CA"/>
        </a:p>
      </dgm:t>
    </dgm:pt>
    <dgm:pt modelId="{A2C34AEA-734E-461A-84E4-8C05DFBE8D02}">
      <dgm:prSet/>
      <dgm:spPr>
        <a:solidFill>
          <a:srgbClr val="C00000"/>
        </a:solidFill>
      </dgm:spPr>
      <dgm:t>
        <a:bodyPr/>
        <a:lstStyle/>
        <a:p>
          <a:r>
            <a:rPr lang="fr-CA" b="1" dirty="0">
              <a:solidFill>
                <a:schemeClr val="bg1"/>
              </a:solidFill>
            </a:rPr>
            <a:t>Risques informationnels</a:t>
          </a:r>
        </a:p>
      </dgm:t>
    </dgm:pt>
    <dgm:pt modelId="{D1BCE0DB-CAFE-44DC-9A1B-7BF3CDD6DC8C}" type="parTrans" cxnId="{DEDA00C5-AA2A-4A01-8081-F93EFB8D984E}">
      <dgm:prSet/>
      <dgm:spPr/>
      <dgm:t>
        <a:bodyPr/>
        <a:lstStyle/>
        <a:p>
          <a:endParaRPr lang="fr-CA"/>
        </a:p>
      </dgm:t>
    </dgm:pt>
    <dgm:pt modelId="{657EA0F5-5F43-4950-8DFE-1C4B79374B32}" type="sibTrans" cxnId="{DEDA00C5-AA2A-4A01-8081-F93EFB8D984E}">
      <dgm:prSet/>
      <dgm:spPr/>
      <dgm:t>
        <a:bodyPr/>
        <a:lstStyle/>
        <a:p>
          <a:endParaRPr lang="fr-CA"/>
        </a:p>
      </dgm:t>
    </dgm:pt>
    <dgm:pt modelId="{4AC431B1-381F-4432-8B79-EEC00FF293C9}" type="pres">
      <dgm:prSet presAssocID="{4A16B703-CDEB-4C86-9DFC-E4238EBBBD53}" presName="Name0" presStyleCnt="0">
        <dgm:presLayoutVars>
          <dgm:dir/>
          <dgm:animLvl val="lvl"/>
          <dgm:resizeHandles val="exact"/>
        </dgm:presLayoutVars>
      </dgm:prSet>
      <dgm:spPr/>
    </dgm:pt>
    <dgm:pt modelId="{08E7789E-E0E6-4D0A-AA5F-EE81E3B3114E}" type="pres">
      <dgm:prSet presAssocID="{ACC06F1F-A7B2-42D2-816F-27CB37326378}" presName="Name8" presStyleCnt="0"/>
      <dgm:spPr/>
    </dgm:pt>
    <dgm:pt modelId="{12502780-B978-4125-A5BC-35017564822A}" type="pres">
      <dgm:prSet presAssocID="{ACC06F1F-A7B2-42D2-816F-27CB37326378}" presName="level" presStyleLbl="node1" presStyleIdx="0" presStyleCnt="6" custScaleX="100372">
        <dgm:presLayoutVars>
          <dgm:chMax val="1"/>
          <dgm:bulletEnabled val="1"/>
        </dgm:presLayoutVars>
      </dgm:prSet>
      <dgm:spPr/>
    </dgm:pt>
    <dgm:pt modelId="{2535D83A-6890-4522-A6EE-7E6B0FF28577}" type="pres">
      <dgm:prSet presAssocID="{ACC06F1F-A7B2-42D2-816F-27CB37326378}" presName="levelTx" presStyleLbl="revTx" presStyleIdx="0" presStyleCnt="0">
        <dgm:presLayoutVars>
          <dgm:chMax val="1"/>
          <dgm:bulletEnabled val="1"/>
        </dgm:presLayoutVars>
      </dgm:prSet>
      <dgm:spPr/>
    </dgm:pt>
    <dgm:pt modelId="{1008DF7B-BA53-418D-9EAE-9C396A02F2D7}" type="pres">
      <dgm:prSet presAssocID="{8E3E0262-6CAE-4D03-B9A0-C230DE793F08}" presName="Name8" presStyleCnt="0"/>
      <dgm:spPr/>
    </dgm:pt>
    <dgm:pt modelId="{36847134-BE8E-4C17-B6A1-1ED72C930872}" type="pres">
      <dgm:prSet presAssocID="{8E3E0262-6CAE-4D03-B9A0-C230DE793F08}" presName="level" presStyleLbl="node1" presStyleIdx="1" presStyleCnt="6">
        <dgm:presLayoutVars>
          <dgm:chMax val="1"/>
          <dgm:bulletEnabled val="1"/>
        </dgm:presLayoutVars>
      </dgm:prSet>
      <dgm:spPr/>
    </dgm:pt>
    <dgm:pt modelId="{AF82591D-4A96-4659-81FF-F6B1C91EBD0D}" type="pres">
      <dgm:prSet presAssocID="{8E3E0262-6CAE-4D03-B9A0-C230DE793F08}" presName="levelTx" presStyleLbl="revTx" presStyleIdx="0" presStyleCnt="0">
        <dgm:presLayoutVars>
          <dgm:chMax val="1"/>
          <dgm:bulletEnabled val="1"/>
        </dgm:presLayoutVars>
      </dgm:prSet>
      <dgm:spPr/>
    </dgm:pt>
    <dgm:pt modelId="{8A6C4672-717D-421D-8C2E-0774068F48DE}" type="pres">
      <dgm:prSet presAssocID="{6B7A4F26-768E-495F-BCE8-8D01B67DA631}" presName="Name8" presStyleCnt="0"/>
      <dgm:spPr/>
    </dgm:pt>
    <dgm:pt modelId="{3066950A-3C42-46F4-93C5-F7D08E26C2C8}" type="pres">
      <dgm:prSet presAssocID="{6B7A4F26-768E-495F-BCE8-8D01B67DA631}" presName="level" presStyleLbl="node1" presStyleIdx="2" presStyleCnt="6">
        <dgm:presLayoutVars>
          <dgm:chMax val="1"/>
          <dgm:bulletEnabled val="1"/>
        </dgm:presLayoutVars>
      </dgm:prSet>
      <dgm:spPr/>
    </dgm:pt>
    <dgm:pt modelId="{82332800-BC35-4AF8-A470-3364104ACB86}" type="pres">
      <dgm:prSet presAssocID="{6B7A4F26-768E-495F-BCE8-8D01B67DA631}" presName="levelTx" presStyleLbl="revTx" presStyleIdx="0" presStyleCnt="0">
        <dgm:presLayoutVars>
          <dgm:chMax val="1"/>
          <dgm:bulletEnabled val="1"/>
        </dgm:presLayoutVars>
      </dgm:prSet>
      <dgm:spPr/>
    </dgm:pt>
    <dgm:pt modelId="{6CFB4679-AC60-4F68-AF1C-F84EC5490CE2}" type="pres">
      <dgm:prSet presAssocID="{CEF70CC8-6DE4-41CB-B040-EB3B04DE9F75}" presName="Name8" presStyleCnt="0"/>
      <dgm:spPr/>
    </dgm:pt>
    <dgm:pt modelId="{CFDCAADD-0A48-4DAF-9BBB-2B4A8C68F5FA}" type="pres">
      <dgm:prSet presAssocID="{CEF70CC8-6DE4-41CB-B040-EB3B04DE9F75}" presName="level" presStyleLbl="node1" presStyleIdx="3" presStyleCnt="6">
        <dgm:presLayoutVars>
          <dgm:chMax val="1"/>
          <dgm:bulletEnabled val="1"/>
        </dgm:presLayoutVars>
      </dgm:prSet>
      <dgm:spPr/>
    </dgm:pt>
    <dgm:pt modelId="{ED21E737-3344-4A4D-8996-6C164D24B46A}" type="pres">
      <dgm:prSet presAssocID="{CEF70CC8-6DE4-41CB-B040-EB3B04DE9F75}" presName="levelTx" presStyleLbl="revTx" presStyleIdx="0" presStyleCnt="0">
        <dgm:presLayoutVars>
          <dgm:chMax val="1"/>
          <dgm:bulletEnabled val="1"/>
        </dgm:presLayoutVars>
      </dgm:prSet>
      <dgm:spPr/>
    </dgm:pt>
    <dgm:pt modelId="{63E96738-7A8A-4A3A-8C77-8FD4BD6CDB0F}" type="pres">
      <dgm:prSet presAssocID="{A2C34AEA-734E-461A-84E4-8C05DFBE8D02}" presName="Name8" presStyleCnt="0"/>
      <dgm:spPr/>
    </dgm:pt>
    <dgm:pt modelId="{0248DA69-17AB-4578-9D7C-2D85BFBDFE01}" type="pres">
      <dgm:prSet presAssocID="{A2C34AEA-734E-461A-84E4-8C05DFBE8D02}" presName="level" presStyleLbl="node1" presStyleIdx="4" presStyleCnt="6">
        <dgm:presLayoutVars>
          <dgm:chMax val="1"/>
          <dgm:bulletEnabled val="1"/>
        </dgm:presLayoutVars>
      </dgm:prSet>
      <dgm:spPr/>
    </dgm:pt>
    <dgm:pt modelId="{059EF735-B849-4C3F-8D7E-B2E29FCF5E8F}" type="pres">
      <dgm:prSet presAssocID="{A2C34AEA-734E-461A-84E4-8C05DFBE8D02}" presName="levelTx" presStyleLbl="revTx" presStyleIdx="0" presStyleCnt="0">
        <dgm:presLayoutVars>
          <dgm:chMax val="1"/>
          <dgm:bulletEnabled val="1"/>
        </dgm:presLayoutVars>
      </dgm:prSet>
      <dgm:spPr/>
    </dgm:pt>
    <dgm:pt modelId="{4F5DC540-DAAD-4E96-B113-DDCC1B10C875}" type="pres">
      <dgm:prSet presAssocID="{330CC752-34AD-440D-A31A-450069AD7F8C}" presName="Name8" presStyleCnt="0"/>
      <dgm:spPr/>
    </dgm:pt>
    <dgm:pt modelId="{18F7BEBD-F4F1-4C38-8ED1-86FC12C6F954}" type="pres">
      <dgm:prSet presAssocID="{330CC752-34AD-440D-A31A-450069AD7F8C}" presName="level" presStyleLbl="node1" presStyleIdx="5" presStyleCnt="6">
        <dgm:presLayoutVars>
          <dgm:chMax val="1"/>
          <dgm:bulletEnabled val="1"/>
        </dgm:presLayoutVars>
      </dgm:prSet>
      <dgm:spPr/>
    </dgm:pt>
    <dgm:pt modelId="{A8239F4C-85A1-4A03-B87C-47EF2F1C9A82}" type="pres">
      <dgm:prSet presAssocID="{330CC752-34AD-440D-A31A-450069AD7F8C}" presName="levelTx" presStyleLbl="revTx" presStyleIdx="0" presStyleCnt="0">
        <dgm:presLayoutVars>
          <dgm:chMax val="1"/>
          <dgm:bulletEnabled val="1"/>
        </dgm:presLayoutVars>
      </dgm:prSet>
      <dgm:spPr/>
    </dgm:pt>
  </dgm:ptLst>
  <dgm:cxnLst>
    <dgm:cxn modelId="{C049CF0A-AF95-4891-94CF-6646E618289B}" type="presOf" srcId="{6B7A4F26-768E-495F-BCE8-8D01B67DA631}" destId="{3066950A-3C42-46F4-93C5-F7D08E26C2C8}" srcOrd="0" destOrd="0" presId="urn:microsoft.com/office/officeart/2005/8/layout/pyramid1"/>
    <dgm:cxn modelId="{0F82020B-FAF5-4A03-8C40-B0A38D03F687}" type="presOf" srcId="{A2C34AEA-734E-461A-84E4-8C05DFBE8D02}" destId="{0248DA69-17AB-4578-9D7C-2D85BFBDFE01}" srcOrd="0" destOrd="0" presId="urn:microsoft.com/office/officeart/2005/8/layout/pyramid1"/>
    <dgm:cxn modelId="{308B9418-E270-47B2-89DE-EFEAABEEE7C2}" type="presOf" srcId="{6B7A4F26-768E-495F-BCE8-8D01B67DA631}" destId="{82332800-BC35-4AF8-A470-3364104ACB86}" srcOrd="1" destOrd="0" presId="urn:microsoft.com/office/officeart/2005/8/layout/pyramid1"/>
    <dgm:cxn modelId="{51DFBB1E-4220-4BEC-AA81-E3CF748F8CBE}" type="presOf" srcId="{4A16B703-CDEB-4C86-9DFC-E4238EBBBD53}" destId="{4AC431B1-381F-4432-8B79-EEC00FF293C9}" srcOrd="0" destOrd="0" presId="urn:microsoft.com/office/officeart/2005/8/layout/pyramid1"/>
    <dgm:cxn modelId="{22D5565D-6A79-4A88-9D20-115BE3D886BE}" type="presOf" srcId="{330CC752-34AD-440D-A31A-450069AD7F8C}" destId="{18F7BEBD-F4F1-4C38-8ED1-86FC12C6F954}" srcOrd="0" destOrd="0" presId="urn:microsoft.com/office/officeart/2005/8/layout/pyramid1"/>
    <dgm:cxn modelId="{59561860-1568-4F68-91ED-FB59DE094F76}" type="presOf" srcId="{330CC752-34AD-440D-A31A-450069AD7F8C}" destId="{A8239F4C-85A1-4A03-B87C-47EF2F1C9A82}" srcOrd="1" destOrd="0" presId="urn:microsoft.com/office/officeart/2005/8/layout/pyramid1"/>
    <dgm:cxn modelId="{06B8F851-3A70-4784-9BE3-D4D493BB659B}" srcId="{4A16B703-CDEB-4C86-9DFC-E4238EBBBD53}" destId="{330CC752-34AD-440D-A31A-450069AD7F8C}" srcOrd="5" destOrd="0" parTransId="{711F98B0-7117-4945-9216-0AA632C62E84}" sibTransId="{1A3804ED-2745-4895-BF11-A24EEDF4CA2E}"/>
    <dgm:cxn modelId="{296A397C-FFB3-4D9B-A727-C5083B5D62BD}" srcId="{4A16B703-CDEB-4C86-9DFC-E4238EBBBD53}" destId="{8E3E0262-6CAE-4D03-B9A0-C230DE793F08}" srcOrd="1" destOrd="0" parTransId="{1A8FA99A-C4EE-4B7E-B752-F51C8B3AA2F6}" sibTransId="{35BAB980-C7D1-4003-A690-5B49D6EC5F17}"/>
    <dgm:cxn modelId="{CF33767D-175F-4C52-8A57-C1F6BDE9723D}" srcId="{4A16B703-CDEB-4C86-9DFC-E4238EBBBD53}" destId="{6B7A4F26-768E-495F-BCE8-8D01B67DA631}" srcOrd="2" destOrd="0" parTransId="{1010F32F-828C-4828-BB01-9C8655618804}" sibTransId="{66C1DC2C-E51F-444C-BCE3-EF383BB9F5FE}"/>
    <dgm:cxn modelId="{E2724A84-B046-4181-BCA5-3D29775B8DFD}" type="presOf" srcId="{CEF70CC8-6DE4-41CB-B040-EB3B04DE9F75}" destId="{ED21E737-3344-4A4D-8996-6C164D24B46A}" srcOrd="1" destOrd="0" presId="urn:microsoft.com/office/officeart/2005/8/layout/pyramid1"/>
    <dgm:cxn modelId="{D15A6588-1B11-482A-81FF-62150DD40815}" type="presOf" srcId="{8E3E0262-6CAE-4D03-B9A0-C230DE793F08}" destId="{36847134-BE8E-4C17-B6A1-1ED72C930872}" srcOrd="0" destOrd="0" presId="urn:microsoft.com/office/officeart/2005/8/layout/pyramid1"/>
    <dgm:cxn modelId="{4830438F-471A-4E11-AA43-6919D8BF71ED}" type="presOf" srcId="{ACC06F1F-A7B2-42D2-816F-27CB37326378}" destId="{12502780-B978-4125-A5BC-35017564822A}" srcOrd="0" destOrd="0" presId="urn:microsoft.com/office/officeart/2005/8/layout/pyramid1"/>
    <dgm:cxn modelId="{CF2A8090-1A13-4107-91EF-DFC81575DB21}" type="presOf" srcId="{A2C34AEA-734E-461A-84E4-8C05DFBE8D02}" destId="{059EF735-B849-4C3F-8D7E-B2E29FCF5E8F}" srcOrd="1" destOrd="0" presId="urn:microsoft.com/office/officeart/2005/8/layout/pyramid1"/>
    <dgm:cxn modelId="{E7853F91-63E8-4443-80E9-5014F20218D8}" srcId="{4A16B703-CDEB-4C86-9DFC-E4238EBBBD53}" destId="{ACC06F1F-A7B2-42D2-816F-27CB37326378}" srcOrd="0" destOrd="0" parTransId="{B5A6DE82-207B-4304-9975-8592B575C653}" sibTransId="{16E0A07D-F675-4657-84A1-611D3B10520F}"/>
    <dgm:cxn modelId="{03BC7BA1-7E43-453E-BFAD-9AB78E14A5D9}" srcId="{4A16B703-CDEB-4C86-9DFC-E4238EBBBD53}" destId="{CEF70CC8-6DE4-41CB-B040-EB3B04DE9F75}" srcOrd="3" destOrd="0" parTransId="{877C8D72-5A7B-49CA-A427-9464BC03B11D}" sibTransId="{91693AF2-DC25-4519-B363-C2204999C007}"/>
    <dgm:cxn modelId="{749393A3-4535-4D14-ADDC-F4FDE098AD9D}" type="presOf" srcId="{ACC06F1F-A7B2-42D2-816F-27CB37326378}" destId="{2535D83A-6890-4522-A6EE-7E6B0FF28577}" srcOrd="1" destOrd="0" presId="urn:microsoft.com/office/officeart/2005/8/layout/pyramid1"/>
    <dgm:cxn modelId="{D90968A5-C5DA-448D-97A4-51012F6BD7BE}" type="presOf" srcId="{8E3E0262-6CAE-4D03-B9A0-C230DE793F08}" destId="{AF82591D-4A96-4659-81FF-F6B1C91EBD0D}" srcOrd="1" destOrd="0" presId="urn:microsoft.com/office/officeart/2005/8/layout/pyramid1"/>
    <dgm:cxn modelId="{DEDA00C5-AA2A-4A01-8081-F93EFB8D984E}" srcId="{4A16B703-CDEB-4C86-9DFC-E4238EBBBD53}" destId="{A2C34AEA-734E-461A-84E4-8C05DFBE8D02}" srcOrd="4" destOrd="0" parTransId="{D1BCE0DB-CAFE-44DC-9A1B-7BF3CDD6DC8C}" sibTransId="{657EA0F5-5F43-4950-8DFE-1C4B79374B32}"/>
    <dgm:cxn modelId="{77FC49E0-CA36-44EC-81B7-1266465D5E9B}" type="presOf" srcId="{CEF70CC8-6DE4-41CB-B040-EB3B04DE9F75}" destId="{CFDCAADD-0A48-4DAF-9BBB-2B4A8C68F5FA}" srcOrd="0" destOrd="0" presId="urn:microsoft.com/office/officeart/2005/8/layout/pyramid1"/>
    <dgm:cxn modelId="{0A545BD6-7C1C-4F79-A37C-3C5608638F0C}" type="presParOf" srcId="{4AC431B1-381F-4432-8B79-EEC00FF293C9}" destId="{08E7789E-E0E6-4D0A-AA5F-EE81E3B3114E}" srcOrd="0" destOrd="0" presId="urn:microsoft.com/office/officeart/2005/8/layout/pyramid1"/>
    <dgm:cxn modelId="{89E5F5A3-2866-40A8-A377-54D03B6ECFF0}" type="presParOf" srcId="{08E7789E-E0E6-4D0A-AA5F-EE81E3B3114E}" destId="{12502780-B978-4125-A5BC-35017564822A}" srcOrd="0" destOrd="0" presId="urn:microsoft.com/office/officeart/2005/8/layout/pyramid1"/>
    <dgm:cxn modelId="{8759868D-C60A-43BF-BCA6-8D31F97D0165}" type="presParOf" srcId="{08E7789E-E0E6-4D0A-AA5F-EE81E3B3114E}" destId="{2535D83A-6890-4522-A6EE-7E6B0FF28577}" srcOrd="1" destOrd="0" presId="urn:microsoft.com/office/officeart/2005/8/layout/pyramid1"/>
    <dgm:cxn modelId="{ACE256A3-AA33-41FC-B5AB-11529BBB1E38}" type="presParOf" srcId="{4AC431B1-381F-4432-8B79-EEC00FF293C9}" destId="{1008DF7B-BA53-418D-9EAE-9C396A02F2D7}" srcOrd="1" destOrd="0" presId="urn:microsoft.com/office/officeart/2005/8/layout/pyramid1"/>
    <dgm:cxn modelId="{9A1C12EE-3918-44B7-A7CE-1909CF42079D}" type="presParOf" srcId="{1008DF7B-BA53-418D-9EAE-9C396A02F2D7}" destId="{36847134-BE8E-4C17-B6A1-1ED72C930872}" srcOrd="0" destOrd="0" presId="urn:microsoft.com/office/officeart/2005/8/layout/pyramid1"/>
    <dgm:cxn modelId="{CD282126-386F-43BA-B6A9-A145CEF04897}" type="presParOf" srcId="{1008DF7B-BA53-418D-9EAE-9C396A02F2D7}" destId="{AF82591D-4A96-4659-81FF-F6B1C91EBD0D}" srcOrd="1" destOrd="0" presId="urn:microsoft.com/office/officeart/2005/8/layout/pyramid1"/>
    <dgm:cxn modelId="{40D8C61F-1A97-4E23-8892-DF774F5BBF15}" type="presParOf" srcId="{4AC431B1-381F-4432-8B79-EEC00FF293C9}" destId="{8A6C4672-717D-421D-8C2E-0774068F48DE}" srcOrd="2" destOrd="0" presId="urn:microsoft.com/office/officeart/2005/8/layout/pyramid1"/>
    <dgm:cxn modelId="{8811CA16-96B6-41CB-B998-6D14BE43EEFD}" type="presParOf" srcId="{8A6C4672-717D-421D-8C2E-0774068F48DE}" destId="{3066950A-3C42-46F4-93C5-F7D08E26C2C8}" srcOrd="0" destOrd="0" presId="urn:microsoft.com/office/officeart/2005/8/layout/pyramid1"/>
    <dgm:cxn modelId="{87370C29-430E-4100-9E2F-31304DAF22EF}" type="presParOf" srcId="{8A6C4672-717D-421D-8C2E-0774068F48DE}" destId="{82332800-BC35-4AF8-A470-3364104ACB86}" srcOrd="1" destOrd="0" presId="urn:microsoft.com/office/officeart/2005/8/layout/pyramid1"/>
    <dgm:cxn modelId="{6B20CB8B-4B25-4459-A831-C7ADA6E97C1E}" type="presParOf" srcId="{4AC431B1-381F-4432-8B79-EEC00FF293C9}" destId="{6CFB4679-AC60-4F68-AF1C-F84EC5490CE2}" srcOrd="3" destOrd="0" presId="urn:microsoft.com/office/officeart/2005/8/layout/pyramid1"/>
    <dgm:cxn modelId="{6F309892-6504-4C67-BF2E-1AFDDF0050C2}" type="presParOf" srcId="{6CFB4679-AC60-4F68-AF1C-F84EC5490CE2}" destId="{CFDCAADD-0A48-4DAF-9BBB-2B4A8C68F5FA}" srcOrd="0" destOrd="0" presId="urn:microsoft.com/office/officeart/2005/8/layout/pyramid1"/>
    <dgm:cxn modelId="{69AA5CEA-708F-474E-96C9-4B90D4DE520D}" type="presParOf" srcId="{6CFB4679-AC60-4F68-AF1C-F84EC5490CE2}" destId="{ED21E737-3344-4A4D-8996-6C164D24B46A}" srcOrd="1" destOrd="0" presId="urn:microsoft.com/office/officeart/2005/8/layout/pyramid1"/>
    <dgm:cxn modelId="{55F1C1FB-236D-4B5A-B32C-9C726E3FB8EC}" type="presParOf" srcId="{4AC431B1-381F-4432-8B79-EEC00FF293C9}" destId="{63E96738-7A8A-4A3A-8C77-8FD4BD6CDB0F}" srcOrd="4" destOrd="0" presId="urn:microsoft.com/office/officeart/2005/8/layout/pyramid1"/>
    <dgm:cxn modelId="{B8FBC6F1-7B1C-46D2-83DC-4051FFAFC9A6}" type="presParOf" srcId="{63E96738-7A8A-4A3A-8C77-8FD4BD6CDB0F}" destId="{0248DA69-17AB-4578-9D7C-2D85BFBDFE01}" srcOrd="0" destOrd="0" presId="urn:microsoft.com/office/officeart/2005/8/layout/pyramid1"/>
    <dgm:cxn modelId="{D0D2E51A-7F73-408C-A55C-7AAA69B59720}" type="presParOf" srcId="{63E96738-7A8A-4A3A-8C77-8FD4BD6CDB0F}" destId="{059EF735-B849-4C3F-8D7E-B2E29FCF5E8F}" srcOrd="1" destOrd="0" presId="urn:microsoft.com/office/officeart/2005/8/layout/pyramid1"/>
    <dgm:cxn modelId="{FADEC818-14AC-4384-AF9B-19D9A7C97B0D}" type="presParOf" srcId="{4AC431B1-381F-4432-8B79-EEC00FF293C9}" destId="{4F5DC540-DAAD-4E96-B113-DDCC1B10C875}" srcOrd="5" destOrd="0" presId="urn:microsoft.com/office/officeart/2005/8/layout/pyramid1"/>
    <dgm:cxn modelId="{F02A0811-2939-4826-8FC4-D45F29AC48C7}" type="presParOf" srcId="{4F5DC540-DAAD-4E96-B113-DDCC1B10C875}" destId="{18F7BEBD-F4F1-4C38-8ED1-86FC12C6F954}" srcOrd="0" destOrd="0" presId="urn:microsoft.com/office/officeart/2005/8/layout/pyramid1"/>
    <dgm:cxn modelId="{E2200525-EAD3-4D1B-BEBE-C138389C83CC}" type="presParOf" srcId="{4F5DC540-DAAD-4E96-B113-DDCC1B10C875}" destId="{A8239F4C-85A1-4A03-B87C-47EF2F1C9A82}" srcOrd="1" destOrd="0" presId="urn:microsoft.com/office/officeart/2005/8/layout/pyramid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D27E15-F036-4DF4-9548-2BAD292EB692}">
      <dsp:nvSpPr>
        <dsp:cNvPr id="0" name=""/>
        <dsp:cNvSpPr/>
      </dsp:nvSpPr>
      <dsp:spPr>
        <a:xfrm>
          <a:off x="935348" y="0"/>
          <a:ext cx="9044953" cy="3824287"/>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75C948B-20A2-4CD4-968C-10E6D99B2A1E}">
      <dsp:nvSpPr>
        <dsp:cNvPr id="0" name=""/>
        <dsp:cNvSpPr/>
      </dsp:nvSpPr>
      <dsp:spPr>
        <a:xfrm>
          <a:off x="2998" y="1147286"/>
          <a:ext cx="1745544" cy="1529714"/>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fr-CA" sz="1700" kern="1200" dirty="0"/>
            <a:t>Identification des risques </a:t>
          </a:r>
        </a:p>
      </dsp:txBody>
      <dsp:txXfrm>
        <a:off x="77672" y="1221960"/>
        <a:ext cx="1596196" cy="1380366"/>
      </dsp:txXfrm>
    </dsp:sp>
    <dsp:sp modelId="{701EAA87-DCB8-4291-B23A-F3197A00E9BC}">
      <dsp:nvSpPr>
        <dsp:cNvPr id="0" name=""/>
        <dsp:cNvSpPr/>
      </dsp:nvSpPr>
      <dsp:spPr>
        <a:xfrm>
          <a:off x="1835819" y="1147286"/>
          <a:ext cx="1745544" cy="1529714"/>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fr-CA" sz="1700" kern="1200" dirty="0"/>
            <a:t>Évaluation des risques</a:t>
          </a:r>
        </a:p>
      </dsp:txBody>
      <dsp:txXfrm>
        <a:off x="1910493" y="1221960"/>
        <a:ext cx="1596196" cy="1380366"/>
      </dsp:txXfrm>
    </dsp:sp>
    <dsp:sp modelId="{7D19DA06-CC1A-4A21-9C81-98D441A74989}">
      <dsp:nvSpPr>
        <dsp:cNvPr id="0" name=""/>
        <dsp:cNvSpPr/>
      </dsp:nvSpPr>
      <dsp:spPr>
        <a:xfrm>
          <a:off x="3668641" y="1147286"/>
          <a:ext cx="1745544" cy="1529714"/>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fr-CA" sz="1700" kern="1200" dirty="0"/>
            <a:t>Planification de la réponse au risque</a:t>
          </a:r>
        </a:p>
      </dsp:txBody>
      <dsp:txXfrm>
        <a:off x="3743315" y="1221960"/>
        <a:ext cx="1596196" cy="1380366"/>
      </dsp:txXfrm>
    </dsp:sp>
    <dsp:sp modelId="{B0E9D1C7-9A01-4665-843D-187A3CD79636}">
      <dsp:nvSpPr>
        <dsp:cNvPr id="0" name=""/>
        <dsp:cNvSpPr/>
      </dsp:nvSpPr>
      <dsp:spPr>
        <a:xfrm>
          <a:off x="5501463" y="1147286"/>
          <a:ext cx="1745544" cy="1529714"/>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fr-CA" sz="1700" kern="1200" dirty="0"/>
            <a:t>Activités de contrôle</a:t>
          </a:r>
        </a:p>
      </dsp:txBody>
      <dsp:txXfrm>
        <a:off x="5576137" y="1221960"/>
        <a:ext cx="1596196" cy="1380366"/>
      </dsp:txXfrm>
    </dsp:sp>
    <dsp:sp modelId="{C9F6BCF0-5B5D-42EE-8D0E-D589FE9B6CC7}">
      <dsp:nvSpPr>
        <dsp:cNvPr id="0" name=""/>
        <dsp:cNvSpPr/>
      </dsp:nvSpPr>
      <dsp:spPr>
        <a:xfrm>
          <a:off x="7334285" y="1147286"/>
          <a:ext cx="1745544" cy="1529714"/>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fr-CA" sz="1700" kern="1200" dirty="0"/>
            <a:t>Information et communication</a:t>
          </a:r>
        </a:p>
      </dsp:txBody>
      <dsp:txXfrm>
        <a:off x="7408959" y="1221960"/>
        <a:ext cx="1596196" cy="1380366"/>
      </dsp:txXfrm>
    </dsp:sp>
    <dsp:sp modelId="{AF187FD1-B661-4DEA-9EB5-64FA7E55F663}">
      <dsp:nvSpPr>
        <dsp:cNvPr id="0" name=""/>
        <dsp:cNvSpPr/>
      </dsp:nvSpPr>
      <dsp:spPr>
        <a:xfrm>
          <a:off x="9167107" y="1147286"/>
          <a:ext cx="1745544" cy="1529714"/>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fr-CA" sz="1700" kern="1200" dirty="0"/>
            <a:t>Suivi</a:t>
          </a:r>
        </a:p>
      </dsp:txBody>
      <dsp:txXfrm>
        <a:off x="9241781" y="1221960"/>
        <a:ext cx="1596196" cy="138036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02EB9D-6AFE-44D8-8806-B2FCC31F98C7}">
      <dsp:nvSpPr>
        <dsp:cNvPr id="0" name=""/>
        <dsp:cNvSpPr/>
      </dsp:nvSpPr>
      <dsp:spPr>
        <a:xfrm>
          <a:off x="40044" y="471819"/>
          <a:ext cx="2422196" cy="968878"/>
        </a:xfrm>
        <a:prstGeom prst="homePlate">
          <a:avLst/>
        </a:prstGeom>
        <a:solidFill>
          <a:srgbClr val="00B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4676" tIns="37338" rIns="18669" bIns="37338" numCol="1" spcCol="1270" anchor="ctr" anchorCtr="0">
          <a:noAutofit/>
        </a:bodyPr>
        <a:lstStyle/>
        <a:p>
          <a:pPr marL="0" lvl="0" indent="0" algn="ctr" defTabSz="622300">
            <a:lnSpc>
              <a:spcPct val="90000"/>
            </a:lnSpc>
            <a:spcBef>
              <a:spcPct val="0"/>
            </a:spcBef>
            <a:spcAft>
              <a:spcPct val="35000"/>
            </a:spcAft>
            <a:buNone/>
          </a:pPr>
          <a:r>
            <a:rPr lang="fr-CA" sz="1400" b="1" kern="1200" dirty="0"/>
            <a:t>Identification des évènements</a:t>
          </a:r>
        </a:p>
      </dsp:txBody>
      <dsp:txXfrm>
        <a:off x="40044" y="471819"/>
        <a:ext cx="2179977" cy="968878"/>
      </dsp:txXfrm>
    </dsp:sp>
    <dsp:sp modelId="{1EAC04FA-5FEA-49FF-8580-D9EA1B432800}">
      <dsp:nvSpPr>
        <dsp:cNvPr id="0" name=""/>
        <dsp:cNvSpPr/>
      </dsp:nvSpPr>
      <dsp:spPr>
        <a:xfrm>
          <a:off x="1939235" y="457838"/>
          <a:ext cx="2422196" cy="968878"/>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fr-CA" sz="1600" kern="1200" dirty="0"/>
            <a:t>Évaluation des risques</a:t>
          </a:r>
        </a:p>
      </dsp:txBody>
      <dsp:txXfrm>
        <a:off x="2423674" y="457838"/>
        <a:ext cx="1453318" cy="968878"/>
      </dsp:txXfrm>
    </dsp:sp>
    <dsp:sp modelId="{D2953400-2FA3-4576-8E2B-A223931B397D}">
      <dsp:nvSpPr>
        <dsp:cNvPr id="0" name=""/>
        <dsp:cNvSpPr/>
      </dsp:nvSpPr>
      <dsp:spPr>
        <a:xfrm>
          <a:off x="3876993" y="457838"/>
          <a:ext cx="2422196" cy="968878"/>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fr-CA" sz="1600" kern="1200" dirty="0"/>
            <a:t>Réponses aux risques</a:t>
          </a:r>
        </a:p>
      </dsp:txBody>
      <dsp:txXfrm>
        <a:off x="4361432" y="457838"/>
        <a:ext cx="1453318" cy="968878"/>
      </dsp:txXfrm>
    </dsp:sp>
    <dsp:sp modelId="{F749DF59-F989-4E2C-BCC6-62B69ABDBF0C}">
      <dsp:nvSpPr>
        <dsp:cNvPr id="0" name=""/>
        <dsp:cNvSpPr/>
      </dsp:nvSpPr>
      <dsp:spPr>
        <a:xfrm>
          <a:off x="5814750" y="457838"/>
          <a:ext cx="2422196" cy="968878"/>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fr-CA" sz="1600" kern="1200" dirty="0"/>
            <a:t>Activités de contrôle</a:t>
          </a:r>
        </a:p>
      </dsp:txBody>
      <dsp:txXfrm>
        <a:off x="6299189" y="457838"/>
        <a:ext cx="1453318" cy="968878"/>
      </dsp:txXfrm>
    </dsp:sp>
    <dsp:sp modelId="{ABF49B41-DBAD-432D-A25E-1E0EA92871B3}">
      <dsp:nvSpPr>
        <dsp:cNvPr id="0" name=""/>
        <dsp:cNvSpPr/>
      </dsp:nvSpPr>
      <dsp:spPr>
        <a:xfrm>
          <a:off x="7752507" y="457838"/>
          <a:ext cx="2422196" cy="968878"/>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fr-CA" sz="1600" kern="1200" dirty="0"/>
            <a:t>Information et communication</a:t>
          </a:r>
        </a:p>
      </dsp:txBody>
      <dsp:txXfrm>
        <a:off x="8236946" y="457838"/>
        <a:ext cx="1453318" cy="968878"/>
      </dsp:txXfrm>
    </dsp:sp>
    <dsp:sp modelId="{8B345557-9216-4F7A-B8D7-3542277BE8F9}">
      <dsp:nvSpPr>
        <dsp:cNvPr id="0" name=""/>
        <dsp:cNvSpPr/>
      </dsp:nvSpPr>
      <dsp:spPr>
        <a:xfrm>
          <a:off x="9690264" y="457838"/>
          <a:ext cx="2422196" cy="968878"/>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fr-CA" sz="1600" kern="1200" dirty="0"/>
            <a:t>Suivi </a:t>
          </a:r>
        </a:p>
      </dsp:txBody>
      <dsp:txXfrm>
        <a:off x="10174703" y="457838"/>
        <a:ext cx="1453318" cy="96887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02EB9D-6AFE-44D8-8806-B2FCC31F98C7}">
      <dsp:nvSpPr>
        <dsp:cNvPr id="0" name=""/>
        <dsp:cNvSpPr/>
      </dsp:nvSpPr>
      <dsp:spPr>
        <a:xfrm>
          <a:off x="40044" y="471819"/>
          <a:ext cx="2422196" cy="968878"/>
        </a:xfrm>
        <a:prstGeom prst="homePlate">
          <a:avLst/>
        </a:prstGeom>
        <a:solidFill>
          <a:srgbClr val="00B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4676" tIns="37338" rIns="18669" bIns="37338" numCol="1" spcCol="1270" anchor="ctr" anchorCtr="0">
          <a:noAutofit/>
        </a:bodyPr>
        <a:lstStyle/>
        <a:p>
          <a:pPr marL="0" lvl="0" indent="0" algn="ctr" defTabSz="622300">
            <a:lnSpc>
              <a:spcPct val="90000"/>
            </a:lnSpc>
            <a:spcBef>
              <a:spcPct val="0"/>
            </a:spcBef>
            <a:spcAft>
              <a:spcPct val="35000"/>
            </a:spcAft>
            <a:buNone/>
          </a:pPr>
          <a:r>
            <a:rPr lang="fr-CA" sz="1400" b="1" kern="1200" dirty="0"/>
            <a:t>Identification des évènements</a:t>
          </a:r>
        </a:p>
      </dsp:txBody>
      <dsp:txXfrm>
        <a:off x="40044" y="471819"/>
        <a:ext cx="2179977" cy="968878"/>
      </dsp:txXfrm>
    </dsp:sp>
    <dsp:sp modelId="{1EAC04FA-5FEA-49FF-8580-D9EA1B432800}">
      <dsp:nvSpPr>
        <dsp:cNvPr id="0" name=""/>
        <dsp:cNvSpPr/>
      </dsp:nvSpPr>
      <dsp:spPr>
        <a:xfrm>
          <a:off x="1939235" y="457838"/>
          <a:ext cx="2422196" cy="968878"/>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fr-CA" sz="1600" kern="1200" dirty="0"/>
            <a:t>Évaluation des risques</a:t>
          </a:r>
        </a:p>
      </dsp:txBody>
      <dsp:txXfrm>
        <a:off x="2423674" y="457838"/>
        <a:ext cx="1453318" cy="968878"/>
      </dsp:txXfrm>
    </dsp:sp>
    <dsp:sp modelId="{D2953400-2FA3-4576-8E2B-A223931B397D}">
      <dsp:nvSpPr>
        <dsp:cNvPr id="0" name=""/>
        <dsp:cNvSpPr/>
      </dsp:nvSpPr>
      <dsp:spPr>
        <a:xfrm>
          <a:off x="3876993" y="457838"/>
          <a:ext cx="2422196" cy="968878"/>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fr-CA" sz="1600" kern="1200" dirty="0"/>
            <a:t>Réponses aux risques</a:t>
          </a:r>
        </a:p>
      </dsp:txBody>
      <dsp:txXfrm>
        <a:off x="4361432" y="457838"/>
        <a:ext cx="1453318" cy="968878"/>
      </dsp:txXfrm>
    </dsp:sp>
    <dsp:sp modelId="{F749DF59-F989-4E2C-BCC6-62B69ABDBF0C}">
      <dsp:nvSpPr>
        <dsp:cNvPr id="0" name=""/>
        <dsp:cNvSpPr/>
      </dsp:nvSpPr>
      <dsp:spPr>
        <a:xfrm>
          <a:off x="5814750" y="457838"/>
          <a:ext cx="2422196" cy="968878"/>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fr-CA" sz="1600" kern="1200" dirty="0"/>
            <a:t>Activités de contrôle</a:t>
          </a:r>
        </a:p>
      </dsp:txBody>
      <dsp:txXfrm>
        <a:off x="6299189" y="457838"/>
        <a:ext cx="1453318" cy="968878"/>
      </dsp:txXfrm>
    </dsp:sp>
    <dsp:sp modelId="{ABF49B41-DBAD-432D-A25E-1E0EA92871B3}">
      <dsp:nvSpPr>
        <dsp:cNvPr id="0" name=""/>
        <dsp:cNvSpPr/>
      </dsp:nvSpPr>
      <dsp:spPr>
        <a:xfrm>
          <a:off x="7752507" y="457838"/>
          <a:ext cx="2422196" cy="968878"/>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fr-CA" sz="1600" kern="1200" dirty="0"/>
            <a:t>Information et communication</a:t>
          </a:r>
        </a:p>
      </dsp:txBody>
      <dsp:txXfrm>
        <a:off x="8236946" y="457838"/>
        <a:ext cx="1453318" cy="968878"/>
      </dsp:txXfrm>
    </dsp:sp>
    <dsp:sp modelId="{8B345557-9216-4F7A-B8D7-3542277BE8F9}">
      <dsp:nvSpPr>
        <dsp:cNvPr id="0" name=""/>
        <dsp:cNvSpPr/>
      </dsp:nvSpPr>
      <dsp:spPr>
        <a:xfrm>
          <a:off x="9690264" y="457838"/>
          <a:ext cx="2422196" cy="968878"/>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fr-CA" sz="1600" kern="1200" dirty="0"/>
            <a:t>Suivi </a:t>
          </a:r>
        </a:p>
      </dsp:txBody>
      <dsp:txXfrm>
        <a:off x="10174703" y="457838"/>
        <a:ext cx="1453318" cy="96887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375BDA-6F40-4AF1-B839-2937EAF9FEED}">
      <dsp:nvSpPr>
        <dsp:cNvPr id="0" name=""/>
        <dsp:cNvSpPr/>
      </dsp:nvSpPr>
      <dsp:spPr>
        <a:xfrm>
          <a:off x="2600960" y="2559"/>
          <a:ext cx="2926080" cy="123106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51435" rIns="102870" bIns="51435" numCol="1" spcCol="1270" anchor="ctr" anchorCtr="0">
          <a:noAutofit/>
        </a:bodyPr>
        <a:lstStyle/>
        <a:p>
          <a:pPr marL="0" lvl="0" indent="0" algn="ctr" defTabSz="1200150">
            <a:lnSpc>
              <a:spcPct val="90000"/>
            </a:lnSpc>
            <a:spcBef>
              <a:spcPct val="0"/>
            </a:spcBef>
            <a:spcAft>
              <a:spcPct val="35000"/>
            </a:spcAft>
            <a:buNone/>
          </a:pPr>
          <a:r>
            <a:rPr lang="fr-CA" sz="2700" b="1" kern="1200"/>
            <a:t>Risques stratégiques</a:t>
          </a:r>
          <a:endParaRPr lang="fr-CA" sz="2700" kern="1200" dirty="0"/>
        </a:p>
      </dsp:txBody>
      <dsp:txXfrm>
        <a:off x="2661056" y="62655"/>
        <a:ext cx="2805888" cy="1110877"/>
      </dsp:txXfrm>
    </dsp:sp>
    <dsp:sp modelId="{C8380FAD-0533-4875-A7C2-D22DD880D650}">
      <dsp:nvSpPr>
        <dsp:cNvPr id="0" name=""/>
        <dsp:cNvSpPr/>
      </dsp:nvSpPr>
      <dsp:spPr>
        <a:xfrm>
          <a:off x="2600960" y="1295182"/>
          <a:ext cx="2926080" cy="123106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51435" rIns="102870" bIns="51435" numCol="1" spcCol="1270" anchor="ctr" anchorCtr="0">
          <a:noAutofit/>
        </a:bodyPr>
        <a:lstStyle/>
        <a:p>
          <a:pPr marL="0" lvl="0" indent="0" algn="ctr" defTabSz="1200150">
            <a:lnSpc>
              <a:spcPct val="90000"/>
            </a:lnSpc>
            <a:spcBef>
              <a:spcPct val="0"/>
            </a:spcBef>
            <a:spcAft>
              <a:spcPct val="35000"/>
            </a:spcAft>
            <a:buNone/>
          </a:pPr>
          <a:r>
            <a:rPr lang="fr-CA" sz="2700" b="1" kern="1200"/>
            <a:t>Risques opérationnels</a:t>
          </a:r>
          <a:endParaRPr lang="fr-CA" sz="2700" kern="1200" dirty="0"/>
        </a:p>
      </dsp:txBody>
      <dsp:txXfrm>
        <a:off x="2661056" y="1355278"/>
        <a:ext cx="2805888" cy="1110877"/>
      </dsp:txXfrm>
    </dsp:sp>
    <dsp:sp modelId="{094CFBA6-460E-4E3A-AA1E-FDF1FEDCF424}">
      <dsp:nvSpPr>
        <dsp:cNvPr id="0" name=""/>
        <dsp:cNvSpPr/>
      </dsp:nvSpPr>
      <dsp:spPr>
        <a:xfrm>
          <a:off x="2600960" y="2587806"/>
          <a:ext cx="2926080" cy="123106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51435" rIns="102870" bIns="51435" numCol="1" spcCol="1270" anchor="ctr" anchorCtr="0">
          <a:noAutofit/>
        </a:bodyPr>
        <a:lstStyle/>
        <a:p>
          <a:pPr marL="0" lvl="0" indent="0" algn="ctr" defTabSz="1200150">
            <a:lnSpc>
              <a:spcPct val="90000"/>
            </a:lnSpc>
            <a:spcBef>
              <a:spcPct val="0"/>
            </a:spcBef>
            <a:spcAft>
              <a:spcPct val="35000"/>
            </a:spcAft>
            <a:buNone/>
          </a:pPr>
          <a:r>
            <a:rPr lang="fr-CA" sz="2700" b="1" kern="1200"/>
            <a:t>Risques liés à l’information</a:t>
          </a:r>
          <a:endParaRPr lang="fr-CA" sz="2700" b="1" kern="1200" dirty="0"/>
        </a:p>
      </dsp:txBody>
      <dsp:txXfrm>
        <a:off x="2661056" y="2647902"/>
        <a:ext cx="2805888" cy="1110877"/>
      </dsp:txXfrm>
    </dsp:sp>
    <dsp:sp modelId="{1ED4A718-C470-471C-8548-77819C08982D}">
      <dsp:nvSpPr>
        <dsp:cNvPr id="0" name=""/>
        <dsp:cNvSpPr/>
      </dsp:nvSpPr>
      <dsp:spPr>
        <a:xfrm>
          <a:off x="2600960" y="3880429"/>
          <a:ext cx="2926080" cy="123106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51435" rIns="102870" bIns="51435" numCol="1" spcCol="1270" anchor="ctr" anchorCtr="0">
          <a:noAutofit/>
        </a:bodyPr>
        <a:lstStyle/>
        <a:p>
          <a:pPr marL="0" lvl="0" indent="0" algn="ctr" defTabSz="1200150">
            <a:lnSpc>
              <a:spcPct val="90000"/>
            </a:lnSpc>
            <a:spcBef>
              <a:spcPct val="0"/>
            </a:spcBef>
            <a:spcAft>
              <a:spcPct val="35000"/>
            </a:spcAft>
            <a:buNone/>
          </a:pPr>
          <a:r>
            <a:rPr lang="fr-CA" sz="2700" b="1" kern="1200"/>
            <a:t>Risques de non-conformité</a:t>
          </a:r>
          <a:endParaRPr lang="fr-CA" sz="2700" kern="1200" dirty="0"/>
        </a:p>
      </dsp:txBody>
      <dsp:txXfrm>
        <a:off x="2661056" y="3940525"/>
        <a:ext cx="2805888" cy="111087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02EB9D-6AFE-44D8-8806-B2FCC31F98C7}">
      <dsp:nvSpPr>
        <dsp:cNvPr id="0" name=""/>
        <dsp:cNvSpPr/>
      </dsp:nvSpPr>
      <dsp:spPr>
        <a:xfrm>
          <a:off x="40044" y="471819"/>
          <a:ext cx="2422196" cy="968878"/>
        </a:xfrm>
        <a:prstGeom prst="homePlate">
          <a:avLst/>
        </a:prstGeom>
        <a:solidFill>
          <a:srgbClr val="00B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4676" tIns="37338" rIns="18669" bIns="37338" numCol="1" spcCol="1270" anchor="ctr" anchorCtr="0">
          <a:noAutofit/>
        </a:bodyPr>
        <a:lstStyle/>
        <a:p>
          <a:pPr marL="0" lvl="0" indent="0" algn="ctr" defTabSz="622300">
            <a:lnSpc>
              <a:spcPct val="90000"/>
            </a:lnSpc>
            <a:spcBef>
              <a:spcPct val="0"/>
            </a:spcBef>
            <a:spcAft>
              <a:spcPct val="35000"/>
            </a:spcAft>
            <a:buNone/>
          </a:pPr>
          <a:r>
            <a:rPr lang="fr-CA" sz="1400" b="1" kern="1200" dirty="0"/>
            <a:t>Identification des évènements</a:t>
          </a:r>
        </a:p>
      </dsp:txBody>
      <dsp:txXfrm>
        <a:off x="40044" y="471819"/>
        <a:ext cx="2179977" cy="968878"/>
      </dsp:txXfrm>
    </dsp:sp>
    <dsp:sp modelId="{1EAC04FA-5FEA-49FF-8580-D9EA1B432800}">
      <dsp:nvSpPr>
        <dsp:cNvPr id="0" name=""/>
        <dsp:cNvSpPr/>
      </dsp:nvSpPr>
      <dsp:spPr>
        <a:xfrm>
          <a:off x="1939235" y="457838"/>
          <a:ext cx="2422196" cy="968878"/>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fr-CA" sz="1600" kern="1200" dirty="0"/>
            <a:t>Évaluation des risques</a:t>
          </a:r>
        </a:p>
      </dsp:txBody>
      <dsp:txXfrm>
        <a:off x="2423674" y="457838"/>
        <a:ext cx="1453318" cy="968878"/>
      </dsp:txXfrm>
    </dsp:sp>
    <dsp:sp modelId="{D2953400-2FA3-4576-8E2B-A223931B397D}">
      <dsp:nvSpPr>
        <dsp:cNvPr id="0" name=""/>
        <dsp:cNvSpPr/>
      </dsp:nvSpPr>
      <dsp:spPr>
        <a:xfrm>
          <a:off x="3876993" y="457838"/>
          <a:ext cx="2422196" cy="968878"/>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fr-CA" sz="1600" kern="1200" dirty="0"/>
            <a:t>Réponses aux risques</a:t>
          </a:r>
        </a:p>
      </dsp:txBody>
      <dsp:txXfrm>
        <a:off x="4361432" y="457838"/>
        <a:ext cx="1453318" cy="968878"/>
      </dsp:txXfrm>
    </dsp:sp>
    <dsp:sp modelId="{F749DF59-F989-4E2C-BCC6-62B69ABDBF0C}">
      <dsp:nvSpPr>
        <dsp:cNvPr id="0" name=""/>
        <dsp:cNvSpPr/>
      </dsp:nvSpPr>
      <dsp:spPr>
        <a:xfrm>
          <a:off x="5814750" y="457838"/>
          <a:ext cx="2422196" cy="968878"/>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fr-CA" sz="1600" kern="1200" dirty="0"/>
            <a:t>Activités de contrôle</a:t>
          </a:r>
        </a:p>
      </dsp:txBody>
      <dsp:txXfrm>
        <a:off x="6299189" y="457838"/>
        <a:ext cx="1453318" cy="968878"/>
      </dsp:txXfrm>
    </dsp:sp>
    <dsp:sp modelId="{ABF49B41-DBAD-432D-A25E-1E0EA92871B3}">
      <dsp:nvSpPr>
        <dsp:cNvPr id="0" name=""/>
        <dsp:cNvSpPr/>
      </dsp:nvSpPr>
      <dsp:spPr>
        <a:xfrm>
          <a:off x="7752507" y="457838"/>
          <a:ext cx="2422196" cy="968878"/>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fr-CA" sz="1600" kern="1200" dirty="0"/>
            <a:t>Information et communication</a:t>
          </a:r>
        </a:p>
      </dsp:txBody>
      <dsp:txXfrm>
        <a:off x="8236946" y="457838"/>
        <a:ext cx="1453318" cy="968878"/>
      </dsp:txXfrm>
    </dsp:sp>
    <dsp:sp modelId="{8B345557-9216-4F7A-B8D7-3542277BE8F9}">
      <dsp:nvSpPr>
        <dsp:cNvPr id="0" name=""/>
        <dsp:cNvSpPr/>
      </dsp:nvSpPr>
      <dsp:spPr>
        <a:xfrm>
          <a:off x="9690264" y="457838"/>
          <a:ext cx="2422196" cy="968878"/>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fr-CA" sz="1600" kern="1200" dirty="0"/>
            <a:t>Suivi </a:t>
          </a:r>
        </a:p>
      </dsp:txBody>
      <dsp:txXfrm>
        <a:off x="10174703" y="457838"/>
        <a:ext cx="1453318" cy="96887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479C23-9C4E-4700-8105-955CC46BC2D4}">
      <dsp:nvSpPr>
        <dsp:cNvPr id="0" name=""/>
        <dsp:cNvSpPr/>
      </dsp:nvSpPr>
      <dsp:spPr>
        <a:xfrm rot="5400000">
          <a:off x="5915161" y="-3772732"/>
          <a:ext cx="984855" cy="8754373"/>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0" lvl="1" indent="-228600" algn="l" defTabSz="889000">
            <a:lnSpc>
              <a:spcPct val="90000"/>
            </a:lnSpc>
            <a:spcBef>
              <a:spcPct val="0"/>
            </a:spcBef>
            <a:spcAft>
              <a:spcPct val="15000"/>
            </a:spcAft>
            <a:buNone/>
          </a:pPr>
          <a:r>
            <a:rPr lang="fr-CA" sz="2000" kern="1200" dirty="0"/>
            <a:t>Risques découlant de </a:t>
          </a:r>
          <a:r>
            <a:rPr lang="fr-CA" sz="2000" b="1" kern="1200" dirty="0">
              <a:solidFill>
                <a:srgbClr val="FF0000"/>
              </a:solidFill>
            </a:rPr>
            <a:t>mauvaises décisions stratégiques</a:t>
          </a:r>
          <a:r>
            <a:rPr lang="fr-CA" sz="2000" kern="1200" dirty="0"/>
            <a:t>, d’une mauvaise application des décisions de la direction, du manque de réactivité face à l’évolution de l’environnement</a:t>
          </a:r>
        </a:p>
      </dsp:txBody>
      <dsp:txXfrm rot="-5400000">
        <a:off x="2030403" y="160103"/>
        <a:ext cx="8706296" cy="888701"/>
      </dsp:txXfrm>
    </dsp:sp>
    <dsp:sp modelId="{65375BDA-6F40-4AF1-B839-2937EAF9FEED}">
      <dsp:nvSpPr>
        <dsp:cNvPr id="0" name=""/>
        <dsp:cNvSpPr/>
      </dsp:nvSpPr>
      <dsp:spPr>
        <a:xfrm>
          <a:off x="0" y="2559"/>
          <a:ext cx="2029558" cy="123106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fr-CA" sz="2000" b="1" kern="1200" dirty="0"/>
            <a:t>Risques stratégiques</a:t>
          </a:r>
          <a:endParaRPr lang="fr-CA" sz="2000" kern="1200" dirty="0"/>
        </a:p>
      </dsp:txBody>
      <dsp:txXfrm>
        <a:off x="60096" y="62655"/>
        <a:ext cx="1909366" cy="1110877"/>
      </dsp:txXfrm>
    </dsp:sp>
    <dsp:sp modelId="{C8380FAD-0533-4875-A7C2-D22DD880D650}">
      <dsp:nvSpPr>
        <dsp:cNvPr id="0" name=""/>
        <dsp:cNvSpPr/>
      </dsp:nvSpPr>
      <dsp:spPr>
        <a:xfrm>
          <a:off x="0" y="1267471"/>
          <a:ext cx="2029664" cy="123106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fr-CA" sz="2000" b="1" kern="1200"/>
            <a:t>Risques opérationnels</a:t>
          </a:r>
          <a:endParaRPr lang="fr-CA" sz="2000" kern="1200" dirty="0"/>
        </a:p>
      </dsp:txBody>
      <dsp:txXfrm>
        <a:off x="60096" y="1327567"/>
        <a:ext cx="1909472" cy="1110877"/>
      </dsp:txXfrm>
    </dsp:sp>
    <dsp:sp modelId="{094CFBA6-460E-4E3A-AA1E-FDF1FEDCF424}">
      <dsp:nvSpPr>
        <dsp:cNvPr id="0" name=""/>
        <dsp:cNvSpPr/>
      </dsp:nvSpPr>
      <dsp:spPr>
        <a:xfrm>
          <a:off x="0" y="2587806"/>
          <a:ext cx="2081030" cy="123106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fr-CA" sz="2000" b="1" kern="1200"/>
            <a:t>Risques liés à l’information</a:t>
          </a:r>
          <a:endParaRPr lang="fr-CA" sz="2000" b="1" kern="1200" dirty="0"/>
        </a:p>
      </dsp:txBody>
      <dsp:txXfrm>
        <a:off x="60096" y="2647902"/>
        <a:ext cx="1960838" cy="1110877"/>
      </dsp:txXfrm>
    </dsp:sp>
    <dsp:sp modelId="{1ED4A718-C470-471C-8548-77819C08982D}">
      <dsp:nvSpPr>
        <dsp:cNvPr id="0" name=""/>
        <dsp:cNvSpPr/>
      </dsp:nvSpPr>
      <dsp:spPr>
        <a:xfrm>
          <a:off x="0" y="3880429"/>
          <a:ext cx="2087630" cy="123106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fr-CA" sz="2000" b="1" kern="1200"/>
            <a:t>Risques de non-conformité</a:t>
          </a:r>
          <a:endParaRPr lang="fr-CA" sz="2000" kern="1200" dirty="0"/>
        </a:p>
      </dsp:txBody>
      <dsp:txXfrm>
        <a:off x="60096" y="3940525"/>
        <a:ext cx="1967438" cy="111087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02EB9D-6AFE-44D8-8806-B2FCC31F98C7}">
      <dsp:nvSpPr>
        <dsp:cNvPr id="0" name=""/>
        <dsp:cNvSpPr/>
      </dsp:nvSpPr>
      <dsp:spPr>
        <a:xfrm>
          <a:off x="40044" y="471819"/>
          <a:ext cx="2422196" cy="968878"/>
        </a:xfrm>
        <a:prstGeom prst="homePlate">
          <a:avLst/>
        </a:prstGeom>
        <a:solidFill>
          <a:srgbClr val="00B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4676" tIns="37338" rIns="18669" bIns="37338" numCol="1" spcCol="1270" anchor="ctr" anchorCtr="0">
          <a:noAutofit/>
        </a:bodyPr>
        <a:lstStyle/>
        <a:p>
          <a:pPr marL="0" lvl="0" indent="0" algn="ctr" defTabSz="622300">
            <a:lnSpc>
              <a:spcPct val="90000"/>
            </a:lnSpc>
            <a:spcBef>
              <a:spcPct val="0"/>
            </a:spcBef>
            <a:spcAft>
              <a:spcPct val="35000"/>
            </a:spcAft>
            <a:buNone/>
          </a:pPr>
          <a:r>
            <a:rPr lang="fr-CA" sz="1400" b="1" kern="1200" dirty="0"/>
            <a:t>Identification des évènements</a:t>
          </a:r>
        </a:p>
      </dsp:txBody>
      <dsp:txXfrm>
        <a:off x="40044" y="471819"/>
        <a:ext cx="2179977" cy="968878"/>
      </dsp:txXfrm>
    </dsp:sp>
    <dsp:sp modelId="{1EAC04FA-5FEA-49FF-8580-D9EA1B432800}">
      <dsp:nvSpPr>
        <dsp:cNvPr id="0" name=""/>
        <dsp:cNvSpPr/>
      </dsp:nvSpPr>
      <dsp:spPr>
        <a:xfrm>
          <a:off x="1939235" y="457838"/>
          <a:ext cx="2422196" cy="968878"/>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fr-CA" sz="1600" kern="1200" dirty="0"/>
            <a:t>Évaluation des risques</a:t>
          </a:r>
        </a:p>
      </dsp:txBody>
      <dsp:txXfrm>
        <a:off x="2423674" y="457838"/>
        <a:ext cx="1453318" cy="968878"/>
      </dsp:txXfrm>
    </dsp:sp>
    <dsp:sp modelId="{D2953400-2FA3-4576-8E2B-A223931B397D}">
      <dsp:nvSpPr>
        <dsp:cNvPr id="0" name=""/>
        <dsp:cNvSpPr/>
      </dsp:nvSpPr>
      <dsp:spPr>
        <a:xfrm>
          <a:off x="3876993" y="457838"/>
          <a:ext cx="2422196" cy="968878"/>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fr-CA" sz="1600" kern="1200" dirty="0"/>
            <a:t>Réponses aux risques</a:t>
          </a:r>
        </a:p>
      </dsp:txBody>
      <dsp:txXfrm>
        <a:off x="4361432" y="457838"/>
        <a:ext cx="1453318" cy="968878"/>
      </dsp:txXfrm>
    </dsp:sp>
    <dsp:sp modelId="{F749DF59-F989-4E2C-BCC6-62B69ABDBF0C}">
      <dsp:nvSpPr>
        <dsp:cNvPr id="0" name=""/>
        <dsp:cNvSpPr/>
      </dsp:nvSpPr>
      <dsp:spPr>
        <a:xfrm>
          <a:off x="5814750" y="457838"/>
          <a:ext cx="2422196" cy="968878"/>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fr-CA" sz="1600" kern="1200" dirty="0"/>
            <a:t>Activités de contrôle</a:t>
          </a:r>
        </a:p>
      </dsp:txBody>
      <dsp:txXfrm>
        <a:off x="6299189" y="457838"/>
        <a:ext cx="1453318" cy="968878"/>
      </dsp:txXfrm>
    </dsp:sp>
    <dsp:sp modelId="{ABF49B41-DBAD-432D-A25E-1E0EA92871B3}">
      <dsp:nvSpPr>
        <dsp:cNvPr id="0" name=""/>
        <dsp:cNvSpPr/>
      </dsp:nvSpPr>
      <dsp:spPr>
        <a:xfrm>
          <a:off x="7752507" y="457838"/>
          <a:ext cx="2422196" cy="968878"/>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fr-CA" sz="1600" kern="1200" dirty="0"/>
            <a:t>Information et communication</a:t>
          </a:r>
        </a:p>
      </dsp:txBody>
      <dsp:txXfrm>
        <a:off x="8236946" y="457838"/>
        <a:ext cx="1453318" cy="968878"/>
      </dsp:txXfrm>
    </dsp:sp>
    <dsp:sp modelId="{8B345557-9216-4F7A-B8D7-3542277BE8F9}">
      <dsp:nvSpPr>
        <dsp:cNvPr id="0" name=""/>
        <dsp:cNvSpPr/>
      </dsp:nvSpPr>
      <dsp:spPr>
        <a:xfrm>
          <a:off x="9690264" y="457838"/>
          <a:ext cx="2422196" cy="968878"/>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fr-CA" sz="1600" kern="1200" dirty="0"/>
            <a:t>Suivi </a:t>
          </a:r>
        </a:p>
      </dsp:txBody>
      <dsp:txXfrm>
        <a:off x="10174703" y="457838"/>
        <a:ext cx="1453318" cy="96887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375BDA-6F40-4AF1-B839-2937EAF9FEED}">
      <dsp:nvSpPr>
        <dsp:cNvPr id="0" name=""/>
        <dsp:cNvSpPr/>
      </dsp:nvSpPr>
      <dsp:spPr>
        <a:xfrm>
          <a:off x="0" y="2559"/>
          <a:ext cx="1973212" cy="123106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fr-CA" sz="2000" b="1" kern="1200" dirty="0"/>
            <a:t>Risques stratégiques</a:t>
          </a:r>
          <a:endParaRPr lang="fr-CA" sz="2000" kern="1200" dirty="0"/>
        </a:p>
      </dsp:txBody>
      <dsp:txXfrm>
        <a:off x="60096" y="62655"/>
        <a:ext cx="1853020" cy="1110877"/>
      </dsp:txXfrm>
    </dsp:sp>
    <dsp:sp modelId="{5051C052-5C72-417D-9488-8F60EE5AD55E}">
      <dsp:nvSpPr>
        <dsp:cNvPr id="0" name=""/>
        <dsp:cNvSpPr/>
      </dsp:nvSpPr>
      <dsp:spPr>
        <a:xfrm rot="5400000">
          <a:off x="5914792" y="-2460584"/>
          <a:ext cx="984855" cy="8742605"/>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5250" tIns="47625" rIns="95250" bIns="47625" numCol="1" spcCol="1270" anchor="ctr" anchorCtr="0">
          <a:noAutofit/>
        </a:bodyPr>
        <a:lstStyle/>
        <a:p>
          <a:pPr marL="0" lvl="1" indent="-228600" algn="l" defTabSz="1111250">
            <a:lnSpc>
              <a:spcPct val="90000"/>
            </a:lnSpc>
            <a:spcBef>
              <a:spcPct val="0"/>
            </a:spcBef>
            <a:spcAft>
              <a:spcPct val="15000"/>
            </a:spcAft>
            <a:buFont typeface="Wingdings" panose="05000000000000000000" pitchFamily="2" charset="2"/>
            <a:buNone/>
          </a:pPr>
          <a:r>
            <a:rPr lang="fr-CA" sz="2500" kern="1200" dirty="0"/>
            <a:t>Risques provenant d’opérations inefficaces, de mauvaises pratiques, d’une mauvaise utilisation des ressources</a:t>
          </a:r>
        </a:p>
      </dsp:txBody>
      <dsp:txXfrm rot="-5400000">
        <a:off x="2035918" y="1466367"/>
        <a:ext cx="8694528" cy="888701"/>
      </dsp:txXfrm>
    </dsp:sp>
    <dsp:sp modelId="{C8380FAD-0533-4875-A7C2-D22DD880D650}">
      <dsp:nvSpPr>
        <dsp:cNvPr id="0" name=""/>
        <dsp:cNvSpPr/>
      </dsp:nvSpPr>
      <dsp:spPr>
        <a:xfrm>
          <a:off x="0" y="1267471"/>
          <a:ext cx="2029664" cy="123106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fr-CA" sz="2000" b="1" kern="1200" dirty="0"/>
            <a:t>Risques opérationnels</a:t>
          </a:r>
          <a:endParaRPr lang="fr-CA" sz="2000" kern="1200" dirty="0"/>
        </a:p>
      </dsp:txBody>
      <dsp:txXfrm>
        <a:off x="60096" y="1327567"/>
        <a:ext cx="1909472" cy="1110877"/>
      </dsp:txXfrm>
    </dsp:sp>
    <dsp:sp modelId="{094CFBA6-460E-4E3A-AA1E-FDF1FEDCF424}">
      <dsp:nvSpPr>
        <dsp:cNvPr id="0" name=""/>
        <dsp:cNvSpPr/>
      </dsp:nvSpPr>
      <dsp:spPr>
        <a:xfrm>
          <a:off x="0" y="2587806"/>
          <a:ext cx="2081030" cy="123106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fr-CA" sz="2000" b="1" kern="1200"/>
            <a:t>Risques liés à l’information</a:t>
          </a:r>
          <a:endParaRPr lang="fr-CA" sz="2000" b="1" kern="1200" dirty="0"/>
        </a:p>
      </dsp:txBody>
      <dsp:txXfrm>
        <a:off x="60096" y="2647902"/>
        <a:ext cx="1960838" cy="1110877"/>
      </dsp:txXfrm>
    </dsp:sp>
    <dsp:sp modelId="{1ED4A718-C470-471C-8548-77819C08982D}">
      <dsp:nvSpPr>
        <dsp:cNvPr id="0" name=""/>
        <dsp:cNvSpPr/>
      </dsp:nvSpPr>
      <dsp:spPr>
        <a:xfrm>
          <a:off x="0" y="3880429"/>
          <a:ext cx="2087630" cy="123106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fr-CA" sz="2000" b="1" kern="1200"/>
            <a:t>Risques de non-conformité</a:t>
          </a:r>
          <a:endParaRPr lang="fr-CA" sz="2000" kern="1200" dirty="0"/>
        </a:p>
      </dsp:txBody>
      <dsp:txXfrm>
        <a:off x="60096" y="3940525"/>
        <a:ext cx="1967438" cy="1110877"/>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02EB9D-6AFE-44D8-8806-B2FCC31F98C7}">
      <dsp:nvSpPr>
        <dsp:cNvPr id="0" name=""/>
        <dsp:cNvSpPr/>
      </dsp:nvSpPr>
      <dsp:spPr>
        <a:xfrm>
          <a:off x="40044" y="471819"/>
          <a:ext cx="2422196" cy="968878"/>
        </a:xfrm>
        <a:prstGeom prst="homePlate">
          <a:avLst/>
        </a:prstGeom>
        <a:solidFill>
          <a:srgbClr val="00B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4676" tIns="37338" rIns="18669" bIns="37338" numCol="1" spcCol="1270" anchor="ctr" anchorCtr="0">
          <a:noAutofit/>
        </a:bodyPr>
        <a:lstStyle/>
        <a:p>
          <a:pPr marL="0" lvl="0" indent="0" algn="ctr" defTabSz="622300">
            <a:lnSpc>
              <a:spcPct val="90000"/>
            </a:lnSpc>
            <a:spcBef>
              <a:spcPct val="0"/>
            </a:spcBef>
            <a:spcAft>
              <a:spcPct val="35000"/>
            </a:spcAft>
            <a:buNone/>
          </a:pPr>
          <a:r>
            <a:rPr lang="fr-CA" sz="1400" b="1" kern="1200" dirty="0"/>
            <a:t>Identification des évènements</a:t>
          </a:r>
        </a:p>
      </dsp:txBody>
      <dsp:txXfrm>
        <a:off x="40044" y="471819"/>
        <a:ext cx="2179977" cy="968878"/>
      </dsp:txXfrm>
    </dsp:sp>
    <dsp:sp modelId="{1EAC04FA-5FEA-49FF-8580-D9EA1B432800}">
      <dsp:nvSpPr>
        <dsp:cNvPr id="0" name=""/>
        <dsp:cNvSpPr/>
      </dsp:nvSpPr>
      <dsp:spPr>
        <a:xfrm>
          <a:off x="1939235" y="457838"/>
          <a:ext cx="2422196" cy="968878"/>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fr-CA" sz="1600" kern="1200" dirty="0"/>
            <a:t>Évaluation des risques</a:t>
          </a:r>
        </a:p>
      </dsp:txBody>
      <dsp:txXfrm>
        <a:off x="2423674" y="457838"/>
        <a:ext cx="1453318" cy="968878"/>
      </dsp:txXfrm>
    </dsp:sp>
    <dsp:sp modelId="{D2953400-2FA3-4576-8E2B-A223931B397D}">
      <dsp:nvSpPr>
        <dsp:cNvPr id="0" name=""/>
        <dsp:cNvSpPr/>
      </dsp:nvSpPr>
      <dsp:spPr>
        <a:xfrm>
          <a:off x="3876993" y="457838"/>
          <a:ext cx="2422196" cy="968878"/>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fr-CA" sz="1600" kern="1200" dirty="0"/>
            <a:t>Réponses aux risques</a:t>
          </a:r>
        </a:p>
      </dsp:txBody>
      <dsp:txXfrm>
        <a:off x="4361432" y="457838"/>
        <a:ext cx="1453318" cy="968878"/>
      </dsp:txXfrm>
    </dsp:sp>
    <dsp:sp modelId="{F749DF59-F989-4E2C-BCC6-62B69ABDBF0C}">
      <dsp:nvSpPr>
        <dsp:cNvPr id="0" name=""/>
        <dsp:cNvSpPr/>
      </dsp:nvSpPr>
      <dsp:spPr>
        <a:xfrm>
          <a:off x="5814750" y="457838"/>
          <a:ext cx="2422196" cy="968878"/>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fr-CA" sz="1600" kern="1200" dirty="0"/>
            <a:t>Activités de contrôle</a:t>
          </a:r>
        </a:p>
      </dsp:txBody>
      <dsp:txXfrm>
        <a:off x="6299189" y="457838"/>
        <a:ext cx="1453318" cy="968878"/>
      </dsp:txXfrm>
    </dsp:sp>
    <dsp:sp modelId="{ABF49B41-DBAD-432D-A25E-1E0EA92871B3}">
      <dsp:nvSpPr>
        <dsp:cNvPr id="0" name=""/>
        <dsp:cNvSpPr/>
      </dsp:nvSpPr>
      <dsp:spPr>
        <a:xfrm>
          <a:off x="7752507" y="457838"/>
          <a:ext cx="2422196" cy="968878"/>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fr-CA" sz="1600" kern="1200" dirty="0"/>
            <a:t>Information et communication</a:t>
          </a:r>
        </a:p>
      </dsp:txBody>
      <dsp:txXfrm>
        <a:off x="8236946" y="457838"/>
        <a:ext cx="1453318" cy="968878"/>
      </dsp:txXfrm>
    </dsp:sp>
    <dsp:sp modelId="{8B345557-9216-4F7A-B8D7-3542277BE8F9}">
      <dsp:nvSpPr>
        <dsp:cNvPr id="0" name=""/>
        <dsp:cNvSpPr/>
      </dsp:nvSpPr>
      <dsp:spPr>
        <a:xfrm>
          <a:off x="9690264" y="457838"/>
          <a:ext cx="2422196" cy="968878"/>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fr-CA" sz="1600" kern="1200" dirty="0"/>
            <a:t>Suivi </a:t>
          </a:r>
        </a:p>
      </dsp:txBody>
      <dsp:txXfrm>
        <a:off x="10174703" y="457838"/>
        <a:ext cx="1453318" cy="968878"/>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375BDA-6F40-4AF1-B839-2937EAF9FEED}">
      <dsp:nvSpPr>
        <dsp:cNvPr id="0" name=""/>
        <dsp:cNvSpPr/>
      </dsp:nvSpPr>
      <dsp:spPr>
        <a:xfrm>
          <a:off x="0" y="2559"/>
          <a:ext cx="1973212" cy="123106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fr-CA" sz="2000" b="1" kern="1200" dirty="0"/>
            <a:t>Risques stratégiques</a:t>
          </a:r>
          <a:endParaRPr lang="fr-CA" sz="2000" kern="1200" dirty="0"/>
        </a:p>
      </dsp:txBody>
      <dsp:txXfrm>
        <a:off x="60096" y="62655"/>
        <a:ext cx="1853020" cy="1110877"/>
      </dsp:txXfrm>
    </dsp:sp>
    <dsp:sp modelId="{C8380FAD-0533-4875-A7C2-D22DD880D650}">
      <dsp:nvSpPr>
        <dsp:cNvPr id="0" name=""/>
        <dsp:cNvSpPr/>
      </dsp:nvSpPr>
      <dsp:spPr>
        <a:xfrm>
          <a:off x="0" y="1267471"/>
          <a:ext cx="2029664" cy="123106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fr-CA" sz="2000" b="1" kern="1200" dirty="0"/>
            <a:t>Risques opérationnels</a:t>
          </a:r>
          <a:endParaRPr lang="fr-CA" sz="2000" kern="1200" dirty="0"/>
        </a:p>
      </dsp:txBody>
      <dsp:txXfrm>
        <a:off x="60096" y="1327567"/>
        <a:ext cx="1909472" cy="1110877"/>
      </dsp:txXfrm>
    </dsp:sp>
    <dsp:sp modelId="{96A58E4D-3D76-46B4-B12D-E0FC57D0E05B}">
      <dsp:nvSpPr>
        <dsp:cNvPr id="0" name=""/>
        <dsp:cNvSpPr/>
      </dsp:nvSpPr>
      <dsp:spPr>
        <a:xfrm rot="5400000">
          <a:off x="5940475" y="-1111121"/>
          <a:ext cx="984855" cy="8628925"/>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0010" tIns="40005" rIns="80010" bIns="40005" numCol="1" spcCol="1270" anchor="ctr" anchorCtr="0">
          <a:noAutofit/>
        </a:bodyPr>
        <a:lstStyle/>
        <a:p>
          <a:pPr marL="0" lvl="1" indent="-228600" algn="l" defTabSz="933450">
            <a:lnSpc>
              <a:spcPct val="90000"/>
            </a:lnSpc>
            <a:spcBef>
              <a:spcPct val="0"/>
            </a:spcBef>
            <a:spcAft>
              <a:spcPct val="15000"/>
            </a:spcAft>
            <a:buNone/>
          </a:pPr>
          <a:r>
            <a:rPr lang="fr-CA" sz="2100" kern="1200" dirty="0"/>
            <a:t>Risques liés à la fiabilité de l’information financière ou non financière, tant pour le soutien à la prise de décision que la publication externe.</a:t>
          </a:r>
          <a:endParaRPr lang="fr-CA" sz="2100" b="1" kern="1200" dirty="0"/>
        </a:p>
      </dsp:txBody>
      <dsp:txXfrm rot="-5400000">
        <a:off x="2118441" y="2758990"/>
        <a:ext cx="8580848" cy="888701"/>
      </dsp:txXfrm>
    </dsp:sp>
    <dsp:sp modelId="{094CFBA6-460E-4E3A-AA1E-FDF1FEDCF424}">
      <dsp:nvSpPr>
        <dsp:cNvPr id="0" name=""/>
        <dsp:cNvSpPr/>
      </dsp:nvSpPr>
      <dsp:spPr>
        <a:xfrm>
          <a:off x="0" y="2587806"/>
          <a:ext cx="2081030" cy="123106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fr-CA" sz="2000" b="1" kern="1200" dirty="0"/>
            <a:t>Risques liés à l’information</a:t>
          </a:r>
        </a:p>
      </dsp:txBody>
      <dsp:txXfrm>
        <a:off x="60096" y="2647902"/>
        <a:ext cx="1960838" cy="1110877"/>
      </dsp:txXfrm>
    </dsp:sp>
    <dsp:sp modelId="{1ED4A718-C470-471C-8548-77819C08982D}">
      <dsp:nvSpPr>
        <dsp:cNvPr id="0" name=""/>
        <dsp:cNvSpPr/>
      </dsp:nvSpPr>
      <dsp:spPr>
        <a:xfrm>
          <a:off x="0" y="3880429"/>
          <a:ext cx="2087630" cy="123106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fr-CA" sz="2000" b="1" kern="1200"/>
            <a:t>Risques de non-conformité</a:t>
          </a:r>
          <a:endParaRPr lang="fr-CA" sz="2000" kern="1200" dirty="0"/>
        </a:p>
      </dsp:txBody>
      <dsp:txXfrm>
        <a:off x="60096" y="3940525"/>
        <a:ext cx="1967438" cy="1110877"/>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02EB9D-6AFE-44D8-8806-B2FCC31F98C7}">
      <dsp:nvSpPr>
        <dsp:cNvPr id="0" name=""/>
        <dsp:cNvSpPr/>
      </dsp:nvSpPr>
      <dsp:spPr>
        <a:xfrm>
          <a:off x="40044" y="471819"/>
          <a:ext cx="2422196" cy="968878"/>
        </a:xfrm>
        <a:prstGeom prst="homePlate">
          <a:avLst/>
        </a:prstGeom>
        <a:solidFill>
          <a:srgbClr val="00B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4676" tIns="37338" rIns="18669" bIns="37338" numCol="1" spcCol="1270" anchor="ctr" anchorCtr="0">
          <a:noAutofit/>
        </a:bodyPr>
        <a:lstStyle/>
        <a:p>
          <a:pPr marL="0" lvl="0" indent="0" algn="ctr" defTabSz="622300">
            <a:lnSpc>
              <a:spcPct val="90000"/>
            </a:lnSpc>
            <a:spcBef>
              <a:spcPct val="0"/>
            </a:spcBef>
            <a:spcAft>
              <a:spcPct val="35000"/>
            </a:spcAft>
            <a:buNone/>
          </a:pPr>
          <a:r>
            <a:rPr lang="fr-CA" sz="1400" b="1" kern="1200" dirty="0"/>
            <a:t>Identification des évènements</a:t>
          </a:r>
        </a:p>
      </dsp:txBody>
      <dsp:txXfrm>
        <a:off x="40044" y="471819"/>
        <a:ext cx="2179977" cy="968878"/>
      </dsp:txXfrm>
    </dsp:sp>
    <dsp:sp modelId="{1EAC04FA-5FEA-49FF-8580-D9EA1B432800}">
      <dsp:nvSpPr>
        <dsp:cNvPr id="0" name=""/>
        <dsp:cNvSpPr/>
      </dsp:nvSpPr>
      <dsp:spPr>
        <a:xfrm>
          <a:off x="1939235" y="457838"/>
          <a:ext cx="2422196" cy="968878"/>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fr-CA" sz="1600" kern="1200" dirty="0"/>
            <a:t>Évaluation des risques</a:t>
          </a:r>
        </a:p>
      </dsp:txBody>
      <dsp:txXfrm>
        <a:off x="2423674" y="457838"/>
        <a:ext cx="1453318" cy="968878"/>
      </dsp:txXfrm>
    </dsp:sp>
    <dsp:sp modelId="{D2953400-2FA3-4576-8E2B-A223931B397D}">
      <dsp:nvSpPr>
        <dsp:cNvPr id="0" name=""/>
        <dsp:cNvSpPr/>
      </dsp:nvSpPr>
      <dsp:spPr>
        <a:xfrm>
          <a:off x="3876993" y="457838"/>
          <a:ext cx="2422196" cy="968878"/>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fr-CA" sz="1600" kern="1200" dirty="0"/>
            <a:t>Réponses aux risques</a:t>
          </a:r>
        </a:p>
      </dsp:txBody>
      <dsp:txXfrm>
        <a:off x="4361432" y="457838"/>
        <a:ext cx="1453318" cy="968878"/>
      </dsp:txXfrm>
    </dsp:sp>
    <dsp:sp modelId="{F749DF59-F989-4E2C-BCC6-62B69ABDBF0C}">
      <dsp:nvSpPr>
        <dsp:cNvPr id="0" name=""/>
        <dsp:cNvSpPr/>
      </dsp:nvSpPr>
      <dsp:spPr>
        <a:xfrm>
          <a:off x="5814750" y="457838"/>
          <a:ext cx="2422196" cy="968878"/>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fr-CA" sz="1600" kern="1200" dirty="0"/>
            <a:t>Activités de contrôle</a:t>
          </a:r>
        </a:p>
      </dsp:txBody>
      <dsp:txXfrm>
        <a:off x="6299189" y="457838"/>
        <a:ext cx="1453318" cy="968878"/>
      </dsp:txXfrm>
    </dsp:sp>
    <dsp:sp modelId="{ABF49B41-DBAD-432D-A25E-1E0EA92871B3}">
      <dsp:nvSpPr>
        <dsp:cNvPr id="0" name=""/>
        <dsp:cNvSpPr/>
      </dsp:nvSpPr>
      <dsp:spPr>
        <a:xfrm>
          <a:off x="7752507" y="457838"/>
          <a:ext cx="2422196" cy="968878"/>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fr-CA" sz="1600" kern="1200" dirty="0"/>
            <a:t>Information et communication</a:t>
          </a:r>
        </a:p>
      </dsp:txBody>
      <dsp:txXfrm>
        <a:off x="8236946" y="457838"/>
        <a:ext cx="1453318" cy="968878"/>
      </dsp:txXfrm>
    </dsp:sp>
    <dsp:sp modelId="{8B345557-9216-4F7A-B8D7-3542277BE8F9}">
      <dsp:nvSpPr>
        <dsp:cNvPr id="0" name=""/>
        <dsp:cNvSpPr/>
      </dsp:nvSpPr>
      <dsp:spPr>
        <a:xfrm>
          <a:off x="9690264" y="457838"/>
          <a:ext cx="2422196" cy="968878"/>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fr-CA" sz="1600" kern="1200" dirty="0"/>
            <a:t>Suivi </a:t>
          </a:r>
        </a:p>
      </dsp:txBody>
      <dsp:txXfrm>
        <a:off x="10174703" y="457838"/>
        <a:ext cx="1453318" cy="968878"/>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375BDA-6F40-4AF1-B839-2937EAF9FEED}">
      <dsp:nvSpPr>
        <dsp:cNvPr id="0" name=""/>
        <dsp:cNvSpPr/>
      </dsp:nvSpPr>
      <dsp:spPr>
        <a:xfrm>
          <a:off x="0" y="2559"/>
          <a:ext cx="1973212" cy="123106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fr-CA" sz="2000" b="1" kern="1200" dirty="0"/>
            <a:t>Risques stratégiques</a:t>
          </a:r>
          <a:endParaRPr lang="fr-CA" sz="2000" kern="1200" dirty="0"/>
        </a:p>
      </dsp:txBody>
      <dsp:txXfrm>
        <a:off x="60096" y="62655"/>
        <a:ext cx="1853020" cy="1110877"/>
      </dsp:txXfrm>
    </dsp:sp>
    <dsp:sp modelId="{C8380FAD-0533-4875-A7C2-D22DD880D650}">
      <dsp:nvSpPr>
        <dsp:cNvPr id="0" name=""/>
        <dsp:cNvSpPr/>
      </dsp:nvSpPr>
      <dsp:spPr>
        <a:xfrm>
          <a:off x="0" y="1267471"/>
          <a:ext cx="2029664" cy="123106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fr-CA" sz="2000" b="1" kern="1200" dirty="0"/>
            <a:t>Risques opérationnels</a:t>
          </a:r>
          <a:endParaRPr lang="fr-CA" sz="2000" kern="1200" dirty="0"/>
        </a:p>
      </dsp:txBody>
      <dsp:txXfrm>
        <a:off x="60096" y="1327567"/>
        <a:ext cx="1909472" cy="1110877"/>
      </dsp:txXfrm>
    </dsp:sp>
    <dsp:sp modelId="{094CFBA6-460E-4E3A-AA1E-FDF1FEDCF424}">
      <dsp:nvSpPr>
        <dsp:cNvPr id="0" name=""/>
        <dsp:cNvSpPr/>
      </dsp:nvSpPr>
      <dsp:spPr>
        <a:xfrm>
          <a:off x="0" y="2587806"/>
          <a:ext cx="2081030" cy="123106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fr-CA" sz="2000" b="1" kern="1200" dirty="0"/>
            <a:t>Risques liés à l’information</a:t>
          </a:r>
        </a:p>
      </dsp:txBody>
      <dsp:txXfrm>
        <a:off x="60096" y="2647902"/>
        <a:ext cx="1960838" cy="1110877"/>
      </dsp:txXfrm>
    </dsp:sp>
    <dsp:sp modelId="{946548FD-1F39-422D-BD04-B6C13965B9EF}">
      <dsp:nvSpPr>
        <dsp:cNvPr id="0" name=""/>
        <dsp:cNvSpPr/>
      </dsp:nvSpPr>
      <dsp:spPr>
        <a:xfrm rot="5400000">
          <a:off x="5898923" y="103124"/>
          <a:ext cx="984855" cy="8785680"/>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0490" tIns="55245" rIns="110490" bIns="55245" numCol="1" spcCol="1270" anchor="ctr" anchorCtr="0">
          <a:noAutofit/>
        </a:bodyPr>
        <a:lstStyle/>
        <a:p>
          <a:pPr marL="0" lvl="1" indent="-285750" algn="l" defTabSz="1289050">
            <a:lnSpc>
              <a:spcPct val="90000"/>
            </a:lnSpc>
            <a:spcBef>
              <a:spcPct val="0"/>
            </a:spcBef>
            <a:spcAft>
              <a:spcPct val="15000"/>
            </a:spcAft>
            <a:buNone/>
          </a:pPr>
          <a:r>
            <a:rPr lang="fr-CA" sz="2900" kern="1200" dirty="0"/>
            <a:t>Risques reliés au non-respect des lois et règlements</a:t>
          </a:r>
        </a:p>
      </dsp:txBody>
      <dsp:txXfrm rot="-5400000">
        <a:off x="1998511" y="4051614"/>
        <a:ext cx="8737603" cy="888701"/>
      </dsp:txXfrm>
    </dsp:sp>
    <dsp:sp modelId="{1ED4A718-C470-471C-8548-77819C08982D}">
      <dsp:nvSpPr>
        <dsp:cNvPr id="0" name=""/>
        <dsp:cNvSpPr/>
      </dsp:nvSpPr>
      <dsp:spPr>
        <a:xfrm>
          <a:off x="0" y="3880429"/>
          <a:ext cx="1997927" cy="123106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fr-CA" sz="2000" b="1" kern="1200" dirty="0"/>
            <a:t>Risques de non-conformité</a:t>
          </a:r>
          <a:endParaRPr lang="fr-CA" sz="2000" kern="1200" dirty="0"/>
        </a:p>
      </dsp:txBody>
      <dsp:txXfrm>
        <a:off x="60096" y="3940525"/>
        <a:ext cx="1877735" cy="1110877"/>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02EB9D-6AFE-44D8-8806-B2FCC31F98C7}">
      <dsp:nvSpPr>
        <dsp:cNvPr id="0" name=""/>
        <dsp:cNvSpPr/>
      </dsp:nvSpPr>
      <dsp:spPr>
        <a:xfrm>
          <a:off x="40044" y="471819"/>
          <a:ext cx="2422196" cy="968878"/>
        </a:xfrm>
        <a:prstGeom prst="homePlate">
          <a:avLst/>
        </a:prstGeom>
        <a:solidFill>
          <a:srgbClr val="00B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4676" tIns="37338" rIns="18669" bIns="37338" numCol="1" spcCol="1270" anchor="ctr" anchorCtr="0">
          <a:noAutofit/>
        </a:bodyPr>
        <a:lstStyle/>
        <a:p>
          <a:pPr marL="0" lvl="0" indent="0" algn="ctr" defTabSz="622300">
            <a:lnSpc>
              <a:spcPct val="90000"/>
            </a:lnSpc>
            <a:spcBef>
              <a:spcPct val="0"/>
            </a:spcBef>
            <a:spcAft>
              <a:spcPct val="35000"/>
            </a:spcAft>
            <a:buNone/>
          </a:pPr>
          <a:r>
            <a:rPr lang="fr-CA" sz="1400" b="1" kern="1200" dirty="0"/>
            <a:t>Identification des évènements</a:t>
          </a:r>
        </a:p>
      </dsp:txBody>
      <dsp:txXfrm>
        <a:off x="40044" y="471819"/>
        <a:ext cx="2179977" cy="968878"/>
      </dsp:txXfrm>
    </dsp:sp>
    <dsp:sp modelId="{1EAC04FA-5FEA-49FF-8580-D9EA1B432800}">
      <dsp:nvSpPr>
        <dsp:cNvPr id="0" name=""/>
        <dsp:cNvSpPr/>
      </dsp:nvSpPr>
      <dsp:spPr>
        <a:xfrm>
          <a:off x="1939235" y="457838"/>
          <a:ext cx="2422196" cy="968878"/>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fr-CA" sz="1600" kern="1200" dirty="0"/>
            <a:t>Évaluation des risques</a:t>
          </a:r>
        </a:p>
      </dsp:txBody>
      <dsp:txXfrm>
        <a:off x="2423674" y="457838"/>
        <a:ext cx="1453318" cy="968878"/>
      </dsp:txXfrm>
    </dsp:sp>
    <dsp:sp modelId="{D2953400-2FA3-4576-8E2B-A223931B397D}">
      <dsp:nvSpPr>
        <dsp:cNvPr id="0" name=""/>
        <dsp:cNvSpPr/>
      </dsp:nvSpPr>
      <dsp:spPr>
        <a:xfrm>
          <a:off x="3876993" y="457838"/>
          <a:ext cx="2422196" cy="968878"/>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fr-CA" sz="1600" kern="1200" dirty="0"/>
            <a:t>Réponses aux risques</a:t>
          </a:r>
        </a:p>
      </dsp:txBody>
      <dsp:txXfrm>
        <a:off x="4361432" y="457838"/>
        <a:ext cx="1453318" cy="968878"/>
      </dsp:txXfrm>
    </dsp:sp>
    <dsp:sp modelId="{F749DF59-F989-4E2C-BCC6-62B69ABDBF0C}">
      <dsp:nvSpPr>
        <dsp:cNvPr id="0" name=""/>
        <dsp:cNvSpPr/>
      </dsp:nvSpPr>
      <dsp:spPr>
        <a:xfrm>
          <a:off x="5814750" y="457838"/>
          <a:ext cx="2422196" cy="968878"/>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fr-CA" sz="1600" kern="1200" dirty="0"/>
            <a:t>Activités de contrôle</a:t>
          </a:r>
        </a:p>
      </dsp:txBody>
      <dsp:txXfrm>
        <a:off x="6299189" y="457838"/>
        <a:ext cx="1453318" cy="968878"/>
      </dsp:txXfrm>
    </dsp:sp>
    <dsp:sp modelId="{ABF49B41-DBAD-432D-A25E-1E0EA92871B3}">
      <dsp:nvSpPr>
        <dsp:cNvPr id="0" name=""/>
        <dsp:cNvSpPr/>
      </dsp:nvSpPr>
      <dsp:spPr>
        <a:xfrm>
          <a:off x="7752507" y="457838"/>
          <a:ext cx="2422196" cy="968878"/>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fr-CA" sz="1600" kern="1200" dirty="0"/>
            <a:t>Information et communication</a:t>
          </a:r>
        </a:p>
      </dsp:txBody>
      <dsp:txXfrm>
        <a:off x="8236946" y="457838"/>
        <a:ext cx="1453318" cy="968878"/>
      </dsp:txXfrm>
    </dsp:sp>
    <dsp:sp modelId="{8B345557-9216-4F7A-B8D7-3542277BE8F9}">
      <dsp:nvSpPr>
        <dsp:cNvPr id="0" name=""/>
        <dsp:cNvSpPr/>
      </dsp:nvSpPr>
      <dsp:spPr>
        <a:xfrm>
          <a:off x="9690264" y="457838"/>
          <a:ext cx="2422196" cy="968878"/>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fr-CA" sz="1600" kern="1200" dirty="0"/>
            <a:t>Suivi </a:t>
          </a:r>
        </a:p>
      </dsp:txBody>
      <dsp:txXfrm>
        <a:off x="10174703" y="457838"/>
        <a:ext cx="1453318" cy="968878"/>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375BDA-6F40-4AF1-B839-2937EAF9FEED}">
      <dsp:nvSpPr>
        <dsp:cNvPr id="0" name=""/>
        <dsp:cNvSpPr/>
      </dsp:nvSpPr>
      <dsp:spPr>
        <a:xfrm>
          <a:off x="2076400" y="2636"/>
          <a:ext cx="2335950" cy="1268122"/>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43815" rIns="87630" bIns="43815" numCol="1" spcCol="1270" anchor="ctr" anchorCtr="0">
          <a:noAutofit/>
        </a:bodyPr>
        <a:lstStyle/>
        <a:p>
          <a:pPr marL="0" lvl="0" indent="0" algn="ctr" defTabSz="1022350">
            <a:lnSpc>
              <a:spcPct val="90000"/>
            </a:lnSpc>
            <a:spcBef>
              <a:spcPct val="0"/>
            </a:spcBef>
            <a:spcAft>
              <a:spcPct val="35000"/>
            </a:spcAft>
            <a:buNone/>
          </a:pPr>
          <a:r>
            <a:rPr lang="fr-CA" sz="2300" b="1" kern="1200"/>
            <a:t>Risques stratégiques</a:t>
          </a:r>
          <a:endParaRPr lang="fr-CA" sz="2300" kern="1200" dirty="0"/>
        </a:p>
      </dsp:txBody>
      <dsp:txXfrm>
        <a:off x="2138305" y="64541"/>
        <a:ext cx="2212140" cy="1144312"/>
      </dsp:txXfrm>
    </dsp:sp>
    <dsp:sp modelId="{C8380FAD-0533-4875-A7C2-D22DD880D650}">
      <dsp:nvSpPr>
        <dsp:cNvPr id="0" name=""/>
        <dsp:cNvSpPr/>
      </dsp:nvSpPr>
      <dsp:spPr>
        <a:xfrm>
          <a:off x="2076400" y="1334165"/>
          <a:ext cx="2335950" cy="1268122"/>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43815" rIns="87630" bIns="43815" numCol="1" spcCol="1270" anchor="ctr" anchorCtr="0">
          <a:noAutofit/>
        </a:bodyPr>
        <a:lstStyle/>
        <a:p>
          <a:pPr marL="0" lvl="0" indent="0" algn="ctr" defTabSz="1022350">
            <a:lnSpc>
              <a:spcPct val="90000"/>
            </a:lnSpc>
            <a:spcBef>
              <a:spcPct val="0"/>
            </a:spcBef>
            <a:spcAft>
              <a:spcPct val="35000"/>
            </a:spcAft>
            <a:buNone/>
          </a:pPr>
          <a:r>
            <a:rPr lang="fr-CA" sz="2300" b="1" kern="1200"/>
            <a:t>Risques opérationnels</a:t>
          </a:r>
          <a:endParaRPr lang="fr-CA" sz="2300" kern="1200" dirty="0"/>
        </a:p>
      </dsp:txBody>
      <dsp:txXfrm>
        <a:off x="2138305" y="1396070"/>
        <a:ext cx="2212140" cy="1144312"/>
      </dsp:txXfrm>
    </dsp:sp>
    <dsp:sp modelId="{094CFBA6-460E-4E3A-AA1E-FDF1FEDCF424}">
      <dsp:nvSpPr>
        <dsp:cNvPr id="0" name=""/>
        <dsp:cNvSpPr/>
      </dsp:nvSpPr>
      <dsp:spPr>
        <a:xfrm>
          <a:off x="2076400" y="2665694"/>
          <a:ext cx="2335950" cy="1268122"/>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43815" rIns="87630" bIns="43815" numCol="1" spcCol="1270" anchor="ctr" anchorCtr="0">
          <a:noAutofit/>
        </a:bodyPr>
        <a:lstStyle/>
        <a:p>
          <a:pPr marL="0" lvl="0" indent="0" algn="ctr" defTabSz="1022350">
            <a:lnSpc>
              <a:spcPct val="90000"/>
            </a:lnSpc>
            <a:spcBef>
              <a:spcPct val="0"/>
            </a:spcBef>
            <a:spcAft>
              <a:spcPct val="35000"/>
            </a:spcAft>
            <a:buNone/>
          </a:pPr>
          <a:r>
            <a:rPr lang="fr-CA" sz="2300" b="1" kern="1200" dirty="0"/>
            <a:t>Risques liés à l’information</a:t>
          </a:r>
        </a:p>
      </dsp:txBody>
      <dsp:txXfrm>
        <a:off x="2138305" y="2727599"/>
        <a:ext cx="2212140" cy="1144312"/>
      </dsp:txXfrm>
    </dsp:sp>
    <dsp:sp modelId="{1ED4A718-C470-471C-8548-77819C08982D}">
      <dsp:nvSpPr>
        <dsp:cNvPr id="0" name=""/>
        <dsp:cNvSpPr/>
      </dsp:nvSpPr>
      <dsp:spPr>
        <a:xfrm>
          <a:off x="2076400" y="3997222"/>
          <a:ext cx="2335950" cy="1268122"/>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43815" rIns="87630" bIns="43815" numCol="1" spcCol="1270" anchor="ctr" anchorCtr="0">
          <a:noAutofit/>
        </a:bodyPr>
        <a:lstStyle/>
        <a:p>
          <a:pPr marL="0" lvl="0" indent="0" algn="ctr" defTabSz="1022350">
            <a:lnSpc>
              <a:spcPct val="90000"/>
            </a:lnSpc>
            <a:spcBef>
              <a:spcPct val="0"/>
            </a:spcBef>
            <a:spcAft>
              <a:spcPct val="35000"/>
            </a:spcAft>
            <a:buNone/>
          </a:pPr>
          <a:r>
            <a:rPr lang="fr-CA" sz="2300" b="1" kern="1200"/>
            <a:t>Risques de non-conformité</a:t>
          </a:r>
          <a:endParaRPr lang="fr-CA" sz="2300" kern="1200" dirty="0"/>
        </a:p>
      </dsp:txBody>
      <dsp:txXfrm>
        <a:off x="2138305" y="4059127"/>
        <a:ext cx="2212140" cy="1144312"/>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08EF43-88DC-4776-9846-D4B5DAC7995A}">
      <dsp:nvSpPr>
        <dsp:cNvPr id="0" name=""/>
        <dsp:cNvSpPr/>
      </dsp:nvSpPr>
      <dsp:spPr>
        <a:xfrm>
          <a:off x="7452" y="515214"/>
          <a:ext cx="2135318" cy="854127"/>
        </a:xfrm>
        <a:prstGeom prst="homePlate">
          <a:avLst/>
        </a:prstGeom>
        <a:solidFill>
          <a:srgbClr val="009FDF"/>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2024" tIns="96012" rIns="48006" bIns="96012" numCol="1" spcCol="1270" anchor="ctr" anchorCtr="0">
          <a:noAutofit/>
        </a:bodyPr>
        <a:lstStyle/>
        <a:p>
          <a:pPr marL="0" lvl="0" indent="0" algn="ctr" defTabSz="2889250">
            <a:lnSpc>
              <a:spcPct val="90000"/>
            </a:lnSpc>
            <a:spcBef>
              <a:spcPct val="0"/>
            </a:spcBef>
            <a:spcAft>
              <a:spcPct val="35000"/>
            </a:spcAft>
            <a:buNone/>
          </a:pPr>
          <a:r>
            <a:rPr lang="fr-CA" kern="1200" dirty="0"/>
            <a:t>Identifications des évènements</a:t>
          </a:r>
          <a:endParaRPr lang="fr-CA" sz="1400" b="0" kern="1200" dirty="0"/>
        </a:p>
      </dsp:txBody>
      <dsp:txXfrm>
        <a:off x="7452" y="515214"/>
        <a:ext cx="1921786" cy="854127"/>
      </dsp:txXfrm>
    </dsp:sp>
    <dsp:sp modelId="{1EAC04FA-5FEA-49FF-8580-D9EA1B432800}">
      <dsp:nvSpPr>
        <dsp:cNvPr id="0" name=""/>
        <dsp:cNvSpPr/>
      </dsp:nvSpPr>
      <dsp:spPr>
        <a:xfrm>
          <a:off x="1715707" y="515214"/>
          <a:ext cx="3557760" cy="854127"/>
        </a:xfrm>
        <a:prstGeom prst="chevron">
          <a:avLst/>
        </a:prstGeom>
        <a:solidFill>
          <a:srgbClr val="00B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fr-CA" sz="1800" b="1" kern="1200" dirty="0"/>
            <a:t>Évaluation des risques</a:t>
          </a:r>
        </a:p>
      </dsp:txBody>
      <dsp:txXfrm>
        <a:off x="2142771" y="515214"/>
        <a:ext cx="2703633" cy="854127"/>
      </dsp:txXfrm>
    </dsp:sp>
    <dsp:sp modelId="{D2953400-2FA3-4576-8E2B-A223931B397D}">
      <dsp:nvSpPr>
        <dsp:cNvPr id="0" name=""/>
        <dsp:cNvSpPr/>
      </dsp:nvSpPr>
      <dsp:spPr>
        <a:xfrm>
          <a:off x="4846404" y="515214"/>
          <a:ext cx="2135318" cy="854127"/>
        </a:xfrm>
        <a:prstGeom prst="chevron">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fr-CA" sz="2000" b="0" kern="1200" dirty="0"/>
            <a:t>Réponses aux risques</a:t>
          </a:r>
        </a:p>
      </dsp:txBody>
      <dsp:txXfrm>
        <a:off x="5273468" y="515214"/>
        <a:ext cx="1281191" cy="854127"/>
      </dsp:txXfrm>
    </dsp:sp>
    <dsp:sp modelId="{F749DF59-F989-4E2C-BCC6-62B69ABDBF0C}">
      <dsp:nvSpPr>
        <dsp:cNvPr id="0" name=""/>
        <dsp:cNvSpPr/>
      </dsp:nvSpPr>
      <dsp:spPr>
        <a:xfrm>
          <a:off x="6554659" y="515214"/>
          <a:ext cx="2135318" cy="854127"/>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37338" rIns="18669" bIns="37338" numCol="1" spcCol="1270" anchor="ctr" anchorCtr="0">
          <a:noAutofit/>
        </a:bodyPr>
        <a:lstStyle/>
        <a:p>
          <a:pPr marL="0" lvl="0" indent="0" algn="ctr" defTabSz="622300">
            <a:lnSpc>
              <a:spcPct val="90000"/>
            </a:lnSpc>
            <a:spcBef>
              <a:spcPct val="0"/>
            </a:spcBef>
            <a:spcAft>
              <a:spcPct val="35000"/>
            </a:spcAft>
            <a:buNone/>
          </a:pPr>
          <a:r>
            <a:rPr lang="fr-CA" sz="1400" kern="1200" dirty="0"/>
            <a:t>Activités de contrôle</a:t>
          </a:r>
        </a:p>
      </dsp:txBody>
      <dsp:txXfrm>
        <a:off x="6981723" y="515214"/>
        <a:ext cx="1281191" cy="854127"/>
      </dsp:txXfrm>
    </dsp:sp>
    <dsp:sp modelId="{ABF49B41-DBAD-432D-A25E-1E0EA92871B3}">
      <dsp:nvSpPr>
        <dsp:cNvPr id="0" name=""/>
        <dsp:cNvSpPr/>
      </dsp:nvSpPr>
      <dsp:spPr>
        <a:xfrm>
          <a:off x="8262914" y="515214"/>
          <a:ext cx="2135318" cy="854127"/>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37338" rIns="18669" bIns="37338" numCol="1" spcCol="1270" anchor="ctr" anchorCtr="0">
          <a:noAutofit/>
        </a:bodyPr>
        <a:lstStyle/>
        <a:p>
          <a:pPr marL="0" lvl="0" indent="0" algn="ctr" defTabSz="622300">
            <a:lnSpc>
              <a:spcPct val="90000"/>
            </a:lnSpc>
            <a:spcBef>
              <a:spcPct val="0"/>
            </a:spcBef>
            <a:spcAft>
              <a:spcPct val="35000"/>
            </a:spcAft>
            <a:buNone/>
          </a:pPr>
          <a:r>
            <a:rPr lang="fr-CA" sz="1400" kern="1200" dirty="0"/>
            <a:t>Information et communication</a:t>
          </a:r>
        </a:p>
      </dsp:txBody>
      <dsp:txXfrm>
        <a:off x="8689978" y="515214"/>
        <a:ext cx="1281191" cy="854127"/>
      </dsp:txXfrm>
    </dsp:sp>
    <dsp:sp modelId="{8B345557-9216-4F7A-B8D7-3542277BE8F9}">
      <dsp:nvSpPr>
        <dsp:cNvPr id="0" name=""/>
        <dsp:cNvSpPr/>
      </dsp:nvSpPr>
      <dsp:spPr>
        <a:xfrm>
          <a:off x="9971169" y="515214"/>
          <a:ext cx="2135318" cy="854127"/>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37338" rIns="18669" bIns="37338" numCol="1" spcCol="1270" anchor="ctr" anchorCtr="0">
          <a:noAutofit/>
        </a:bodyPr>
        <a:lstStyle/>
        <a:p>
          <a:pPr marL="0" lvl="0" indent="0" algn="ctr" defTabSz="622300">
            <a:lnSpc>
              <a:spcPct val="90000"/>
            </a:lnSpc>
            <a:spcBef>
              <a:spcPct val="0"/>
            </a:spcBef>
            <a:spcAft>
              <a:spcPct val="35000"/>
            </a:spcAft>
            <a:buNone/>
          </a:pPr>
          <a:r>
            <a:rPr lang="fr-CA" sz="1400" kern="1200" dirty="0"/>
            <a:t>Suivi </a:t>
          </a:r>
        </a:p>
      </dsp:txBody>
      <dsp:txXfrm>
        <a:off x="10398233" y="515214"/>
        <a:ext cx="1281191" cy="854127"/>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02EB9D-6AFE-44D8-8806-B2FCC31F98C7}">
      <dsp:nvSpPr>
        <dsp:cNvPr id="0" name=""/>
        <dsp:cNvSpPr/>
      </dsp:nvSpPr>
      <dsp:spPr>
        <a:xfrm>
          <a:off x="39556" y="480436"/>
          <a:ext cx="2377833" cy="951133"/>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56007" rIns="28004" bIns="56007" numCol="1" spcCol="1270" anchor="ctr" anchorCtr="0">
          <a:noAutofit/>
        </a:bodyPr>
        <a:lstStyle/>
        <a:p>
          <a:pPr marL="0" lvl="0" indent="0" algn="ctr" defTabSz="933450">
            <a:lnSpc>
              <a:spcPct val="90000"/>
            </a:lnSpc>
            <a:spcBef>
              <a:spcPct val="0"/>
            </a:spcBef>
            <a:spcAft>
              <a:spcPct val="35000"/>
            </a:spcAft>
            <a:buNone/>
          </a:pPr>
          <a:r>
            <a:rPr lang="fr-CA" sz="2100" kern="1200" dirty="0"/>
            <a:t>Identifications des évènements</a:t>
          </a:r>
        </a:p>
      </dsp:txBody>
      <dsp:txXfrm>
        <a:off x="39556" y="480436"/>
        <a:ext cx="2140050" cy="951133"/>
      </dsp:txXfrm>
    </dsp:sp>
    <dsp:sp modelId="{1EAC04FA-5FEA-49FF-8580-D9EA1B432800}">
      <dsp:nvSpPr>
        <dsp:cNvPr id="0" name=""/>
        <dsp:cNvSpPr/>
      </dsp:nvSpPr>
      <dsp:spPr>
        <a:xfrm>
          <a:off x="1903964" y="466711"/>
          <a:ext cx="2599210" cy="951133"/>
        </a:xfrm>
        <a:prstGeom prst="chevron">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fr-CA" sz="1600" b="1" kern="1200" dirty="0"/>
            <a:t>Évaluation des risques</a:t>
          </a:r>
        </a:p>
      </dsp:txBody>
      <dsp:txXfrm>
        <a:off x="2379531" y="466711"/>
        <a:ext cx="1648077" cy="951133"/>
      </dsp:txXfrm>
    </dsp:sp>
    <dsp:sp modelId="{D2953400-2FA3-4576-8E2B-A223931B397D}">
      <dsp:nvSpPr>
        <dsp:cNvPr id="0" name=""/>
        <dsp:cNvSpPr/>
      </dsp:nvSpPr>
      <dsp:spPr>
        <a:xfrm>
          <a:off x="4027607" y="466711"/>
          <a:ext cx="2377833" cy="951133"/>
        </a:xfrm>
        <a:prstGeom prst="chevron">
          <a:avLst/>
        </a:prstGeom>
        <a:solidFill>
          <a:srgbClr val="00B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fr-CA" sz="1800" b="0" kern="1200" dirty="0"/>
            <a:t>Réponses aux risques</a:t>
          </a:r>
        </a:p>
      </dsp:txBody>
      <dsp:txXfrm>
        <a:off x="4503174" y="466711"/>
        <a:ext cx="1426700" cy="951133"/>
      </dsp:txXfrm>
    </dsp:sp>
    <dsp:sp modelId="{F749DF59-F989-4E2C-BCC6-62B69ABDBF0C}">
      <dsp:nvSpPr>
        <dsp:cNvPr id="0" name=""/>
        <dsp:cNvSpPr/>
      </dsp:nvSpPr>
      <dsp:spPr>
        <a:xfrm>
          <a:off x="5929874" y="466711"/>
          <a:ext cx="2377833" cy="951133"/>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fr-CA" sz="2000" kern="1200" dirty="0"/>
            <a:t>Activités de contrôle</a:t>
          </a:r>
        </a:p>
      </dsp:txBody>
      <dsp:txXfrm>
        <a:off x="6405441" y="466711"/>
        <a:ext cx="1426700" cy="951133"/>
      </dsp:txXfrm>
    </dsp:sp>
    <dsp:sp modelId="{ABF49B41-DBAD-432D-A25E-1E0EA92871B3}">
      <dsp:nvSpPr>
        <dsp:cNvPr id="0" name=""/>
        <dsp:cNvSpPr/>
      </dsp:nvSpPr>
      <dsp:spPr>
        <a:xfrm>
          <a:off x="7832141" y="466711"/>
          <a:ext cx="2377833" cy="951133"/>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fr-CA" sz="1600" kern="1200" dirty="0"/>
            <a:t>Information et </a:t>
          </a:r>
          <a:r>
            <a:rPr lang="fr-CA" sz="1800" kern="1200" dirty="0"/>
            <a:t>communication</a:t>
          </a:r>
          <a:endParaRPr lang="fr-CA" sz="1600" kern="1200" dirty="0"/>
        </a:p>
      </dsp:txBody>
      <dsp:txXfrm>
        <a:off x="8307708" y="466711"/>
        <a:ext cx="1426700" cy="951133"/>
      </dsp:txXfrm>
    </dsp:sp>
    <dsp:sp modelId="{8B345557-9216-4F7A-B8D7-3542277BE8F9}">
      <dsp:nvSpPr>
        <dsp:cNvPr id="0" name=""/>
        <dsp:cNvSpPr/>
      </dsp:nvSpPr>
      <dsp:spPr>
        <a:xfrm>
          <a:off x="9734409" y="466711"/>
          <a:ext cx="2377833" cy="951133"/>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4011" tIns="56007" rIns="28004" bIns="56007" numCol="1" spcCol="1270" anchor="ctr" anchorCtr="0">
          <a:noAutofit/>
        </a:bodyPr>
        <a:lstStyle/>
        <a:p>
          <a:pPr marL="0" lvl="0" indent="0" algn="ctr" defTabSz="933450">
            <a:lnSpc>
              <a:spcPct val="90000"/>
            </a:lnSpc>
            <a:spcBef>
              <a:spcPct val="0"/>
            </a:spcBef>
            <a:spcAft>
              <a:spcPct val="35000"/>
            </a:spcAft>
            <a:buNone/>
          </a:pPr>
          <a:r>
            <a:rPr lang="fr-CA" sz="2100" kern="1200" dirty="0"/>
            <a:t>Suivi </a:t>
          </a:r>
        </a:p>
      </dsp:txBody>
      <dsp:txXfrm>
        <a:off x="10209976" y="466711"/>
        <a:ext cx="1426700" cy="951133"/>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02EB9D-6AFE-44D8-8806-B2FCC31F98C7}">
      <dsp:nvSpPr>
        <dsp:cNvPr id="0" name=""/>
        <dsp:cNvSpPr/>
      </dsp:nvSpPr>
      <dsp:spPr>
        <a:xfrm>
          <a:off x="39556" y="480436"/>
          <a:ext cx="2377833" cy="951133"/>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56007" rIns="28004" bIns="56007" numCol="1" spcCol="1270" anchor="ctr" anchorCtr="0">
          <a:noAutofit/>
        </a:bodyPr>
        <a:lstStyle/>
        <a:p>
          <a:pPr marL="0" lvl="0" indent="0" algn="ctr" defTabSz="933450">
            <a:lnSpc>
              <a:spcPct val="90000"/>
            </a:lnSpc>
            <a:spcBef>
              <a:spcPct val="0"/>
            </a:spcBef>
            <a:spcAft>
              <a:spcPct val="35000"/>
            </a:spcAft>
            <a:buNone/>
          </a:pPr>
          <a:r>
            <a:rPr lang="fr-CA" sz="2100" kern="1200" dirty="0"/>
            <a:t>Identifications des évènements</a:t>
          </a:r>
        </a:p>
      </dsp:txBody>
      <dsp:txXfrm>
        <a:off x="39556" y="480436"/>
        <a:ext cx="2140050" cy="951133"/>
      </dsp:txXfrm>
    </dsp:sp>
    <dsp:sp modelId="{1EAC04FA-5FEA-49FF-8580-D9EA1B432800}">
      <dsp:nvSpPr>
        <dsp:cNvPr id="0" name=""/>
        <dsp:cNvSpPr/>
      </dsp:nvSpPr>
      <dsp:spPr>
        <a:xfrm>
          <a:off x="1903964" y="466711"/>
          <a:ext cx="2599210" cy="951133"/>
        </a:xfrm>
        <a:prstGeom prst="chevron">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fr-CA" sz="1600" b="1" kern="1200" dirty="0"/>
            <a:t>Évaluation des risques</a:t>
          </a:r>
        </a:p>
      </dsp:txBody>
      <dsp:txXfrm>
        <a:off x="2379531" y="466711"/>
        <a:ext cx="1648077" cy="951133"/>
      </dsp:txXfrm>
    </dsp:sp>
    <dsp:sp modelId="{D2953400-2FA3-4576-8E2B-A223931B397D}">
      <dsp:nvSpPr>
        <dsp:cNvPr id="0" name=""/>
        <dsp:cNvSpPr/>
      </dsp:nvSpPr>
      <dsp:spPr>
        <a:xfrm>
          <a:off x="4027607" y="466711"/>
          <a:ext cx="2377833" cy="951133"/>
        </a:xfrm>
        <a:prstGeom prst="chevron">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fr-CA" sz="1800" b="0" kern="1200" dirty="0"/>
            <a:t>Réponses aux risques</a:t>
          </a:r>
        </a:p>
      </dsp:txBody>
      <dsp:txXfrm>
        <a:off x="4503174" y="466711"/>
        <a:ext cx="1426700" cy="951133"/>
      </dsp:txXfrm>
    </dsp:sp>
    <dsp:sp modelId="{F749DF59-F989-4E2C-BCC6-62B69ABDBF0C}">
      <dsp:nvSpPr>
        <dsp:cNvPr id="0" name=""/>
        <dsp:cNvSpPr/>
      </dsp:nvSpPr>
      <dsp:spPr>
        <a:xfrm>
          <a:off x="5929874" y="466711"/>
          <a:ext cx="2377833" cy="951133"/>
        </a:xfrm>
        <a:prstGeom prst="chevron">
          <a:avLst/>
        </a:prstGeom>
        <a:solidFill>
          <a:srgbClr val="00B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fr-CA" sz="2000" kern="1200" dirty="0"/>
            <a:t>Activités de contrôle</a:t>
          </a:r>
        </a:p>
      </dsp:txBody>
      <dsp:txXfrm>
        <a:off x="6405441" y="466711"/>
        <a:ext cx="1426700" cy="951133"/>
      </dsp:txXfrm>
    </dsp:sp>
    <dsp:sp modelId="{ABF49B41-DBAD-432D-A25E-1E0EA92871B3}">
      <dsp:nvSpPr>
        <dsp:cNvPr id="0" name=""/>
        <dsp:cNvSpPr/>
      </dsp:nvSpPr>
      <dsp:spPr>
        <a:xfrm>
          <a:off x="7832141" y="466711"/>
          <a:ext cx="2377833" cy="951133"/>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fr-CA" sz="1600" kern="1200" dirty="0"/>
            <a:t>Information et </a:t>
          </a:r>
          <a:r>
            <a:rPr lang="fr-CA" sz="1800" kern="1200" dirty="0"/>
            <a:t>communication</a:t>
          </a:r>
          <a:endParaRPr lang="fr-CA" sz="1600" kern="1200" dirty="0"/>
        </a:p>
      </dsp:txBody>
      <dsp:txXfrm>
        <a:off x="8307708" y="466711"/>
        <a:ext cx="1426700" cy="951133"/>
      </dsp:txXfrm>
    </dsp:sp>
    <dsp:sp modelId="{8B345557-9216-4F7A-B8D7-3542277BE8F9}">
      <dsp:nvSpPr>
        <dsp:cNvPr id="0" name=""/>
        <dsp:cNvSpPr/>
      </dsp:nvSpPr>
      <dsp:spPr>
        <a:xfrm>
          <a:off x="9734409" y="466711"/>
          <a:ext cx="2377833" cy="951133"/>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4011" tIns="56007" rIns="28004" bIns="56007" numCol="1" spcCol="1270" anchor="ctr" anchorCtr="0">
          <a:noAutofit/>
        </a:bodyPr>
        <a:lstStyle/>
        <a:p>
          <a:pPr marL="0" lvl="0" indent="0" algn="ctr" defTabSz="933450">
            <a:lnSpc>
              <a:spcPct val="90000"/>
            </a:lnSpc>
            <a:spcBef>
              <a:spcPct val="0"/>
            </a:spcBef>
            <a:spcAft>
              <a:spcPct val="35000"/>
            </a:spcAft>
            <a:buNone/>
          </a:pPr>
          <a:r>
            <a:rPr lang="fr-CA" sz="2100" kern="1200" dirty="0"/>
            <a:t>Suivi </a:t>
          </a:r>
        </a:p>
      </dsp:txBody>
      <dsp:txXfrm>
        <a:off x="10209976" y="466711"/>
        <a:ext cx="1426700" cy="951133"/>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02EB9D-6AFE-44D8-8806-B2FCC31F98C7}">
      <dsp:nvSpPr>
        <dsp:cNvPr id="0" name=""/>
        <dsp:cNvSpPr/>
      </dsp:nvSpPr>
      <dsp:spPr>
        <a:xfrm>
          <a:off x="39556" y="480436"/>
          <a:ext cx="2377833" cy="951133"/>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56007" rIns="28004" bIns="56007" numCol="1" spcCol="1270" anchor="ctr" anchorCtr="0">
          <a:noAutofit/>
        </a:bodyPr>
        <a:lstStyle/>
        <a:p>
          <a:pPr marL="0" lvl="0" indent="0" algn="ctr" defTabSz="933450">
            <a:lnSpc>
              <a:spcPct val="90000"/>
            </a:lnSpc>
            <a:spcBef>
              <a:spcPct val="0"/>
            </a:spcBef>
            <a:spcAft>
              <a:spcPct val="35000"/>
            </a:spcAft>
            <a:buNone/>
          </a:pPr>
          <a:r>
            <a:rPr lang="fr-CA" sz="2100" kern="1200" dirty="0"/>
            <a:t>Identifications des évènements</a:t>
          </a:r>
        </a:p>
      </dsp:txBody>
      <dsp:txXfrm>
        <a:off x="39556" y="480436"/>
        <a:ext cx="2140050" cy="951133"/>
      </dsp:txXfrm>
    </dsp:sp>
    <dsp:sp modelId="{1EAC04FA-5FEA-49FF-8580-D9EA1B432800}">
      <dsp:nvSpPr>
        <dsp:cNvPr id="0" name=""/>
        <dsp:cNvSpPr/>
      </dsp:nvSpPr>
      <dsp:spPr>
        <a:xfrm>
          <a:off x="1903964" y="466711"/>
          <a:ext cx="2599210" cy="951133"/>
        </a:xfrm>
        <a:prstGeom prst="chevron">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fr-CA" sz="1600" b="1" kern="1200" dirty="0"/>
            <a:t>Évaluation des risques</a:t>
          </a:r>
        </a:p>
      </dsp:txBody>
      <dsp:txXfrm>
        <a:off x="2379531" y="466711"/>
        <a:ext cx="1648077" cy="951133"/>
      </dsp:txXfrm>
    </dsp:sp>
    <dsp:sp modelId="{D2953400-2FA3-4576-8E2B-A223931B397D}">
      <dsp:nvSpPr>
        <dsp:cNvPr id="0" name=""/>
        <dsp:cNvSpPr/>
      </dsp:nvSpPr>
      <dsp:spPr>
        <a:xfrm>
          <a:off x="4027607" y="466711"/>
          <a:ext cx="2377833" cy="951133"/>
        </a:xfrm>
        <a:prstGeom prst="chevron">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fr-CA" sz="1800" b="0" kern="1200" dirty="0"/>
            <a:t>Réponses aux risques</a:t>
          </a:r>
        </a:p>
      </dsp:txBody>
      <dsp:txXfrm>
        <a:off x="4503174" y="466711"/>
        <a:ext cx="1426700" cy="951133"/>
      </dsp:txXfrm>
    </dsp:sp>
    <dsp:sp modelId="{F749DF59-F989-4E2C-BCC6-62B69ABDBF0C}">
      <dsp:nvSpPr>
        <dsp:cNvPr id="0" name=""/>
        <dsp:cNvSpPr/>
      </dsp:nvSpPr>
      <dsp:spPr>
        <a:xfrm>
          <a:off x="5929874" y="466711"/>
          <a:ext cx="2377833" cy="951133"/>
        </a:xfrm>
        <a:prstGeom prst="chevron">
          <a:avLst/>
        </a:prstGeom>
        <a:solidFill>
          <a:srgbClr val="00B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fr-CA" sz="2000" kern="1200" dirty="0"/>
            <a:t>Activités de contrôle</a:t>
          </a:r>
        </a:p>
      </dsp:txBody>
      <dsp:txXfrm>
        <a:off x="6405441" y="466711"/>
        <a:ext cx="1426700" cy="951133"/>
      </dsp:txXfrm>
    </dsp:sp>
    <dsp:sp modelId="{ABF49B41-DBAD-432D-A25E-1E0EA92871B3}">
      <dsp:nvSpPr>
        <dsp:cNvPr id="0" name=""/>
        <dsp:cNvSpPr/>
      </dsp:nvSpPr>
      <dsp:spPr>
        <a:xfrm>
          <a:off x="7832141" y="466711"/>
          <a:ext cx="2377833" cy="951133"/>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fr-CA" sz="1600" kern="1200" dirty="0"/>
            <a:t>Information et </a:t>
          </a:r>
          <a:r>
            <a:rPr lang="fr-CA" sz="1800" kern="1200" dirty="0"/>
            <a:t>communication</a:t>
          </a:r>
          <a:endParaRPr lang="fr-CA" sz="1600" kern="1200" dirty="0"/>
        </a:p>
      </dsp:txBody>
      <dsp:txXfrm>
        <a:off x="8307708" y="466711"/>
        <a:ext cx="1426700" cy="951133"/>
      </dsp:txXfrm>
    </dsp:sp>
    <dsp:sp modelId="{8B345557-9216-4F7A-B8D7-3542277BE8F9}">
      <dsp:nvSpPr>
        <dsp:cNvPr id="0" name=""/>
        <dsp:cNvSpPr/>
      </dsp:nvSpPr>
      <dsp:spPr>
        <a:xfrm>
          <a:off x="9734409" y="466711"/>
          <a:ext cx="2377833" cy="951133"/>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4011" tIns="56007" rIns="28004" bIns="56007" numCol="1" spcCol="1270" anchor="ctr" anchorCtr="0">
          <a:noAutofit/>
        </a:bodyPr>
        <a:lstStyle/>
        <a:p>
          <a:pPr marL="0" lvl="0" indent="0" algn="ctr" defTabSz="933450">
            <a:lnSpc>
              <a:spcPct val="90000"/>
            </a:lnSpc>
            <a:spcBef>
              <a:spcPct val="0"/>
            </a:spcBef>
            <a:spcAft>
              <a:spcPct val="35000"/>
            </a:spcAft>
            <a:buNone/>
          </a:pPr>
          <a:r>
            <a:rPr lang="fr-CA" sz="2100" kern="1200" dirty="0"/>
            <a:t>Suivi </a:t>
          </a:r>
        </a:p>
      </dsp:txBody>
      <dsp:txXfrm>
        <a:off x="10209976" y="466711"/>
        <a:ext cx="1426700" cy="951133"/>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02EB9D-6AFE-44D8-8806-B2FCC31F98C7}">
      <dsp:nvSpPr>
        <dsp:cNvPr id="0" name=""/>
        <dsp:cNvSpPr/>
      </dsp:nvSpPr>
      <dsp:spPr>
        <a:xfrm>
          <a:off x="39556" y="480436"/>
          <a:ext cx="2377833" cy="951133"/>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56007" rIns="28004" bIns="56007" numCol="1" spcCol="1270" anchor="ctr" anchorCtr="0">
          <a:noAutofit/>
        </a:bodyPr>
        <a:lstStyle/>
        <a:p>
          <a:pPr marL="0" lvl="0" indent="0" algn="ctr" defTabSz="933450">
            <a:lnSpc>
              <a:spcPct val="90000"/>
            </a:lnSpc>
            <a:spcBef>
              <a:spcPct val="0"/>
            </a:spcBef>
            <a:spcAft>
              <a:spcPct val="35000"/>
            </a:spcAft>
            <a:buNone/>
          </a:pPr>
          <a:r>
            <a:rPr lang="fr-CA" sz="2100" kern="1200" dirty="0"/>
            <a:t>Identifications des évènements</a:t>
          </a:r>
        </a:p>
      </dsp:txBody>
      <dsp:txXfrm>
        <a:off x="39556" y="480436"/>
        <a:ext cx="2140050" cy="951133"/>
      </dsp:txXfrm>
    </dsp:sp>
    <dsp:sp modelId="{1EAC04FA-5FEA-49FF-8580-D9EA1B432800}">
      <dsp:nvSpPr>
        <dsp:cNvPr id="0" name=""/>
        <dsp:cNvSpPr/>
      </dsp:nvSpPr>
      <dsp:spPr>
        <a:xfrm>
          <a:off x="1903964" y="466711"/>
          <a:ext cx="2599210" cy="951133"/>
        </a:xfrm>
        <a:prstGeom prst="chevron">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fr-CA" sz="1600" b="1" kern="1200" dirty="0"/>
            <a:t>Évaluation des risques</a:t>
          </a:r>
        </a:p>
      </dsp:txBody>
      <dsp:txXfrm>
        <a:off x="2379531" y="466711"/>
        <a:ext cx="1648077" cy="951133"/>
      </dsp:txXfrm>
    </dsp:sp>
    <dsp:sp modelId="{D2953400-2FA3-4576-8E2B-A223931B397D}">
      <dsp:nvSpPr>
        <dsp:cNvPr id="0" name=""/>
        <dsp:cNvSpPr/>
      </dsp:nvSpPr>
      <dsp:spPr>
        <a:xfrm>
          <a:off x="4027607" y="466711"/>
          <a:ext cx="2377833" cy="951133"/>
        </a:xfrm>
        <a:prstGeom prst="chevron">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fr-CA" sz="1800" b="0" kern="1200" dirty="0"/>
            <a:t>Réponses aux risques</a:t>
          </a:r>
        </a:p>
      </dsp:txBody>
      <dsp:txXfrm>
        <a:off x="4503174" y="466711"/>
        <a:ext cx="1426700" cy="951133"/>
      </dsp:txXfrm>
    </dsp:sp>
    <dsp:sp modelId="{F749DF59-F989-4E2C-BCC6-62B69ABDBF0C}">
      <dsp:nvSpPr>
        <dsp:cNvPr id="0" name=""/>
        <dsp:cNvSpPr/>
      </dsp:nvSpPr>
      <dsp:spPr>
        <a:xfrm>
          <a:off x="5929874" y="466711"/>
          <a:ext cx="2377833" cy="951133"/>
        </a:xfrm>
        <a:prstGeom prst="chevron">
          <a:avLst/>
        </a:prstGeom>
        <a:solidFill>
          <a:srgbClr val="00B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fr-CA" sz="2000" kern="1200" dirty="0"/>
            <a:t>Activités de contrôle</a:t>
          </a:r>
        </a:p>
      </dsp:txBody>
      <dsp:txXfrm>
        <a:off x="6405441" y="466711"/>
        <a:ext cx="1426700" cy="951133"/>
      </dsp:txXfrm>
    </dsp:sp>
    <dsp:sp modelId="{ABF49B41-DBAD-432D-A25E-1E0EA92871B3}">
      <dsp:nvSpPr>
        <dsp:cNvPr id="0" name=""/>
        <dsp:cNvSpPr/>
      </dsp:nvSpPr>
      <dsp:spPr>
        <a:xfrm>
          <a:off x="7832141" y="466711"/>
          <a:ext cx="2377833" cy="951133"/>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fr-CA" sz="1600" kern="1200" dirty="0"/>
            <a:t>Information et </a:t>
          </a:r>
          <a:r>
            <a:rPr lang="fr-CA" sz="1800" kern="1200" dirty="0"/>
            <a:t>communication</a:t>
          </a:r>
          <a:endParaRPr lang="fr-CA" sz="1600" kern="1200" dirty="0"/>
        </a:p>
      </dsp:txBody>
      <dsp:txXfrm>
        <a:off x="8307708" y="466711"/>
        <a:ext cx="1426700" cy="951133"/>
      </dsp:txXfrm>
    </dsp:sp>
    <dsp:sp modelId="{8B345557-9216-4F7A-B8D7-3542277BE8F9}">
      <dsp:nvSpPr>
        <dsp:cNvPr id="0" name=""/>
        <dsp:cNvSpPr/>
      </dsp:nvSpPr>
      <dsp:spPr>
        <a:xfrm>
          <a:off x="9734409" y="466711"/>
          <a:ext cx="2377833" cy="951133"/>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4011" tIns="56007" rIns="28004" bIns="56007" numCol="1" spcCol="1270" anchor="ctr" anchorCtr="0">
          <a:noAutofit/>
        </a:bodyPr>
        <a:lstStyle/>
        <a:p>
          <a:pPr marL="0" lvl="0" indent="0" algn="ctr" defTabSz="933450">
            <a:lnSpc>
              <a:spcPct val="90000"/>
            </a:lnSpc>
            <a:spcBef>
              <a:spcPct val="0"/>
            </a:spcBef>
            <a:spcAft>
              <a:spcPct val="35000"/>
            </a:spcAft>
            <a:buNone/>
          </a:pPr>
          <a:r>
            <a:rPr lang="fr-CA" sz="2100" kern="1200" dirty="0"/>
            <a:t>Suivi </a:t>
          </a:r>
        </a:p>
      </dsp:txBody>
      <dsp:txXfrm>
        <a:off x="10209976" y="466711"/>
        <a:ext cx="1426700" cy="951133"/>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02EB9D-6AFE-44D8-8806-B2FCC31F98C7}">
      <dsp:nvSpPr>
        <dsp:cNvPr id="0" name=""/>
        <dsp:cNvSpPr/>
      </dsp:nvSpPr>
      <dsp:spPr>
        <a:xfrm>
          <a:off x="39556" y="480436"/>
          <a:ext cx="2377833" cy="951133"/>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56007" rIns="28004" bIns="56007" numCol="1" spcCol="1270" anchor="ctr" anchorCtr="0">
          <a:noAutofit/>
        </a:bodyPr>
        <a:lstStyle/>
        <a:p>
          <a:pPr marL="0" lvl="0" indent="0" algn="ctr" defTabSz="933450">
            <a:lnSpc>
              <a:spcPct val="90000"/>
            </a:lnSpc>
            <a:spcBef>
              <a:spcPct val="0"/>
            </a:spcBef>
            <a:spcAft>
              <a:spcPct val="35000"/>
            </a:spcAft>
            <a:buNone/>
          </a:pPr>
          <a:r>
            <a:rPr lang="fr-CA" sz="2100" kern="1200" dirty="0"/>
            <a:t>Identifications des évènements</a:t>
          </a:r>
        </a:p>
      </dsp:txBody>
      <dsp:txXfrm>
        <a:off x="39556" y="480436"/>
        <a:ext cx="2140050" cy="951133"/>
      </dsp:txXfrm>
    </dsp:sp>
    <dsp:sp modelId="{1EAC04FA-5FEA-49FF-8580-D9EA1B432800}">
      <dsp:nvSpPr>
        <dsp:cNvPr id="0" name=""/>
        <dsp:cNvSpPr/>
      </dsp:nvSpPr>
      <dsp:spPr>
        <a:xfrm>
          <a:off x="1903964" y="466711"/>
          <a:ext cx="2599210" cy="951133"/>
        </a:xfrm>
        <a:prstGeom prst="chevron">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fr-CA" sz="1600" b="1" kern="1200" dirty="0"/>
            <a:t>Évaluation des risques</a:t>
          </a:r>
        </a:p>
      </dsp:txBody>
      <dsp:txXfrm>
        <a:off x="2379531" y="466711"/>
        <a:ext cx="1648077" cy="951133"/>
      </dsp:txXfrm>
    </dsp:sp>
    <dsp:sp modelId="{D2953400-2FA3-4576-8E2B-A223931B397D}">
      <dsp:nvSpPr>
        <dsp:cNvPr id="0" name=""/>
        <dsp:cNvSpPr/>
      </dsp:nvSpPr>
      <dsp:spPr>
        <a:xfrm>
          <a:off x="4027607" y="466711"/>
          <a:ext cx="2377833" cy="951133"/>
        </a:xfrm>
        <a:prstGeom prst="chevron">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fr-CA" sz="1800" b="0" kern="1200" dirty="0"/>
            <a:t>Réponses aux risques</a:t>
          </a:r>
        </a:p>
      </dsp:txBody>
      <dsp:txXfrm>
        <a:off x="4503174" y="466711"/>
        <a:ext cx="1426700" cy="951133"/>
      </dsp:txXfrm>
    </dsp:sp>
    <dsp:sp modelId="{F749DF59-F989-4E2C-BCC6-62B69ABDBF0C}">
      <dsp:nvSpPr>
        <dsp:cNvPr id="0" name=""/>
        <dsp:cNvSpPr/>
      </dsp:nvSpPr>
      <dsp:spPr>
        <a:xfrm>
          <a:off x="5929874" y="466711"/>
          <a:ext cx="2377833" cy="951133"/>
        </a:xfrm>
        <a:prstGeom prst="chevron">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fr-CA" sz="2000" kern="1200" dirty="0"/>
            <a:t>Activités de contrôle</a:t>
          </a:r>
        </a:p>
      </dsp:txBody>
      <dsp:txXfrm>
        <a:off x="6405441" y="466711"/>
        <a:ext cx="1426700" cy="951133"/>
      </dsp:txXfrm>
    </dsp:sp>
    <dsp:sp modelId="{ABF49B41-DBAD-432D-A25E-1E0EA92871B3}">
      <dsp:nvSpPr>
        <dsp:cNvPr id="0" name=""/>
        <dsp:cNvSpPr/>
      </dsp:nvSpPr>
      <dsp:spPr>
        <a:xfrm>
          <a:off x="7832141" y="466711"/>
          <a:ext cx="2377833" cy="951133"/>
        </a:xfrm>
        <a:prstGeom prst="chevron">
          <a:avLst/>
        </a:prstGeom>
        <a:solidFill>
          <a:srgbClr val="00B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fr-CA" sz="1600" kern="1200" dirty="0"/>
            <a:t>Information et </a:t>
          </a:r>
          <a:r>
            <a:rPr lang="fr-CA" sz="1800" kern="1200" dirty="0"/>
            <a:t>communication</a:t>
          </a:r>
          <a:endParaRPr lang="fr-CA" sz="1600" kern="1200" dirty="0"/>
        </a:p>
      </dsp:txBody>
      <dsp:txXfrm>
        <a:off x="8307708" y="466711"/>
        <a:ext cx="1426700" cy="951133"/>
      </dsp:txXfrm>
    </dsp:sp>
    <dsp:sp modelId="{8B345557-9216-4F7A-B8D7-3542277BE8F9}">
      <dsp:nvSpPr>
        <dsp:cNvPr id="0" name=""/>
        <dsp:cNvSpPr/>
      </dsp:nvSpPr>
      <dsp:spPr>
        <a:xfrm>
          <a:off x="9734409" y="466711"/>
          <a:ext cx="2377833" cy="951133"/>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4011" tIns="56007" rIns="28004" bIns="56007" numCol="1" spcCol="1270" anchor="ctr" anchorCtr="0">
          <a:noAutofit/>
        </a:bodyPr>
        <a:lstStyle/>
        <a:p>
          <a:pPr marL="0" lvl="0" indent="0" algn="ctr" defTabSz="933450">
            <a:lnSpc>
              <a:spcPct val="90000"/>
            </a:lnSpc>
            <a:spcBef>
              <a:spcPct val="0"/>
            </a:spcBef>
            <a:spcAft>
              <a:spcPct val="35000"/>
            </a:spcAft>
            <a:buNone/>
          </a:pPr>
          <a:r>
            <a:rPr lang="fr-CA" sz="2100" kern="1200" dirty="0"/>
            <a:t>Suivi </a:t>
          </a:r>
        </a:p>
      </dsp:txBody>
      <dsp:txXfrm>
        <a:off x="10209976" y="466711"/>
        <a:ext cx="1426700" cy="951133"/>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00FEC5-9A2F-42C4-B178-3BC16DD4DDC9}">
      <dsp:nvSpPr>
        <dsp:cNvPr id="0" name=""/>
        <dsp:cNvSpPr/>
      </dsp:nvSpPr>
      <dsp:spPr>
        <a:xfrm>
          <a:off x="3371412" y="273338"/>
          <a:ext cx="3903095" cy="3903095"/>
        </a:xfrm>
        <a:prstGeom prst="pie">
          <a:avLst>
            <a:gd name="adj1" fmla="val 16200000"/>
            <a:gd name="adj2" fmla="val 198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fr-CA" sz="1400" kern="1200" dirty="0"/>
            <a:t>Identification des risques </a:t>
          </a:r>
        </a:p>
      </dsp:txBody>
      <dsp:txXfrm>
        <a:off x="5415890" y="771912"/>
        <a:ext cx="1022239" cy="789912"/>
      </dsp:txXfrm>
    </dsp:sp>
    <dsp:sp modelId="{8CA4AF1E-D88E-4487-99A6-400A2AEC7F1E}">
      <dsp:nvSpPr>
        <dsp:cNvPr id="0" name=""/>
        <dsp:cNvSpPr/>
      </dsp:nvSpPr>
      <dsp:spPr>
        <a:xfrm>
          <a:off x="3417877" y="353723"/>
          <a:ext cx="3903095" cy="3903095"/>
        </a:xfrm>
        <a:prstGeom prst="pie">
          <a:avLst>
            <a:gd name="adj1" fmla="val 19800000"/>
            <a:gd name="adj2" fmla="val 18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fr-CA" sz="1400" kern="1200" dirty="0"/>
            <a:t>Évaluation des risques</a:t>
          </a:r>
        </a:p>
      </dsp:txBody>
      <dsp:txXfrm>
        <a:off x="6066406" y="1933547"/>
        <a:ext cx="1068704" cy="766679"/>
      </dsp:txXfrm>
    </dsp:sp>
    <dsp:sp modelId="{F1CC5E22-75CE-460B-B1FC-D57ABC844883}">
      <dsp:nvSpPr>
        <dsp:cNvPr id="0" name=""/>
        <dsp:cNvSpPr/>
      </dsp:nvSpPr>
      <dsp:spPr>
        <a:xfrm>
          <a:off x="3371412" y="434108"/>
          <a:ext cx="3903095" cy="3903095"/>
        </a:xfrm>
        <a:prstGeom prst="pie">
          <a:avLst>
            <a:gd name="adj1" fmla="val 1800000"/>
            <a:gd name="adj2" fmla="val 54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fr-CA" sz="1400" kern="1200" dirty="0"/>
            <a:t>Planification de la réponse au risque</a:t>
          </a:r>
        </a:p>
      </dsp:txBody>
      <dsp:txXfrm>
        <a:off x="5415890" y="3071950"/>
        <a:ext cx="1022239" cy="789912"/>
      </dsp:txXfrm>
    </dsp:sp>
    <dsp:sp modelId="{7CD8FFAA-4248-4EB7-8B79-DD951798CB0B}">
      <dsp:nvSpPr>
        <dsp:cNvPr id="0" name=""/>
        <dsp:cNvSpPr/>
      </dsp:nvSpPr>
      <dsp:spPr>
        <a:xfrm>
          <a:off x="3278481" y="434108"/>
          <a:ext cx="3903095" cy="3903095"/>
        </a:xfrm>
        <a:prstGeom prst="pie">
          <a:avLst>
            <a:gd name="adj1" fmla="val 5400000"/>
            <a:gd name="adj2" fmla="val 90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fr-CA" sz="1400" kern="1200" dirty="0"/>
            <a:t>Activités de contrôle</a:t>
          </a:r>
        </a:p>
      </dsp:txBody>
      <dsp:txXfrm>
        <a:off x="4114858" y="3071950"/>
        <a:ext cx="1022239" cy="789912"/>
      </dsp:txXfrm>
    </dsp:sp>
    <dsp:sp modelId="{710D012A-A71A-4E69-B025-7643B25E81AD}">
      <dsp:nvSpPr>
        <dsp:cNvPr id="0" name=""/>
        <dsp:cNvSpPr/>
      </dsp:nvSpPr>
      <dsp:spPr>
        <a:xfrm>
          <a:off x="3232016" y="353723"/>
          <a:ext cx="3903095" cy="3903095"/>
        </a:xfrm>
        <a:prstGeom prst="pie">
          <a:avLst>
            <a:gd name="adj1" fmla="val 9000000"/>
            <a:gd name="adj2" fmla="val 126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fr-CA" sz="1400" kern="1200" dirty="0"/>
            <a:t>Information et communication</a:t>
          </a:r>
        </a:p>
      </dsp:txBody>
      <dsp:txXfrm>
        <a:off x="3417877" y="1933547"/>
        <a:ext cx="1068704" cy="766679"/>
      </dsp:txXfrm>
    </dsp:sp>
    <dsp:sp modelId="{7AE93EC7-F873-4255-8DA6-19FA030E07C3}">
      <dsp:nvSpPr>
        <dsp:cNvPr id="0" name=""/>
        <dsp:cNvSpPr/>
      </dsp:nvSpPr>
      <dsp:spPr>
        <a:xfrm>
          <a:off x="3264820" y="259169"/>
          <a:ext cx="3903095" cy="3903095"/>
        </a:xfrm>
        <a:prstGeom prst="pie">
          <a:avLst>
            <a:gd name="adj1" fmla="val 12600000"/>
            <a:gd name="adj2" fmla="val 16200000"/>
          </a:avLst>
        </a:prstGeom>
        <a:solidFill>
          <a:schemeClr val="accent6"/>
        </a:solidFill>
        <a:ln w="38100" cap="flat" cmpd="sng" algn="ctr">
          <a:solidFill>
            <a:schemeClr val="lt1"/>
          </a:solidFill>
          <a:prstDash val="solid"/>
        </a:ln>
        <a:effectLst>
          <a:outerShdw blurRad="40000" dist="20000" dir="5400000" rotWithShape="0">
            <a:srgbClr val="000000">
              <a:alpha val="38000"/>
            </a:srgbClr>
          </a:outerShdw>
        </a:effectLst>
      </dsp:spPr>
      <dsp:style>
        <a:lnRef idx="3">
          <a:schemeClr val="lt1"/>
        </a:lnRef>
        <a:fillRef idx="1">
          <a:schemeClr val="accent6"/>
        </a:fillRef>
        <a:effectRef idx="1">
          <a:schemeClr val="accent6"/>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fr-CA" sz="2000" b="1" kern="1200" dirty="0"/>
            <a:t>Suivi</a:t>
          </a:r>
        </a:p>
      </dsp:txBody>
      <dsp:txXfrm>
        <a:off x="4101198" y="757743"/>
        <a:ext cx="1022239" cy="789912"/>
      </dsp:txXfrm>
    </dsp:sp>
    <dsp:sp modelId="{DB5D8812-50BD-40D3-866E-170DE048D0C7}">
      <dsp:nvSpPr>
        <dsp:cNvPr id="0" name=""/>
        <dsp:cNvSpPr/>
      </dsp:nvSpPr>
      <dsp:spPr>
        <a:xfrm>
          <a:off x="3129649" y="31717"/>
          <a:ext cx="4386335" cy="4386335"/>
        </a:xfrm>
        <a:prstGeom prst="circularArrow">
          <a:avLst>
            <a:gd name="adj1" fmla="val 5085"/>
            <a:gd name="adj2" fmla="val 327528"/>
            <a:gd name="adj3" fmla="val 19472472"/>
            <a:gd name="adj4" fmla="val 16200251"/>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F02D30D-8A83-4052-BDB2-24C59AF0F638}">
      <dsp:nvSpPr>
        <dsp:cNvPr id="0" name=""/>
        <dsp:cNvSpPr/>
      </dsp:nvSpPr>
      <dsp:spPr>
        <a:xfrm>
          <a:off x="3176115" y="112103"/>
          <a:ext cx="4386335" cy="4386335"/>
        </a:xfrm>
        <a:prstGeom prst="circularArrow">
          <a:avLst>
            <a:gd name="adj1" fmla="val 5085"/>
            <a:gd name="adj2" fmla="val 327528"/>
            <a:gd name="adj3" fmla="val 1472472"/>
            <a:gd name="adj4" fmla="val 19800000"/>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967838B-3C3F-44E1-908C-BB0C79000847}">
      <dsp:nvSpPr>
        <dsp:cNvPr id="0" name=""/>
        <dsp:cNvSpPr/>
      </dsp:nvSpPr>
      <dsp:spPr>
        <a:xfrm>
          <a:off x="3129649" y="192488"/>
          <a:ext cx="4386335" cy="4386335"/>
        </a:xfrm>
        <a:prstGeom prst="circularArrow">
          <a:avLst>
            <a:gd name="adj1" fmla="val 5085"/>
            <a:gd name="adj2" fmla="val 327528"/>
            <a:gd name="adj3" fmla="val 5072221"/>
            <a:gd name="adj4" fmla="val 1800000"/>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04D1CC9-B9C6-4D2E-9FDF-7D1C5FDFEEFC}">
      <dsp:nvSpPr>
        <dsp:cNvPr id="0" name=""/>
        <dsp:cNvSpPr/>
      </dsp:nvSpPr>
      <dsp:spPr>
        <a:xfrm>
          <a:off x="3037003" y="192488"/>
          <a:ext cx="4386335" cy="4386335"/>
        </a:xfrm>
        <a:prstGeom prst="circularArrow">
          <a:avLst>
            <a:gd name="adj1" fmla="val 5085"/>
            <a:gd name="adj2" fmla="val 327528"/>
            <a:gd name="adj3" fmla="val 8672472"/>
            <a:gd name="adj4" fmla="val 5400251"/>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673EBC90-D313-4418-ABF2-57016955091F}">
      <dsp:nvSpPr>
        <dsp:cNvPr id="0" name=""/>
        <dsp:cNvSpPr/>
      </dsp:nvSpPr>
      <dsp:spPr>
        <a:xfrm>
          <a:off x="2990538" y="112103"/>
          <a:ext cx="4386335" cy="4386335"/>
        </a:xfrm>
        <a:prstGeom prst="circularArrow">
          <a:avLst>
            <a:gd name="adj1" fmla="val 5085"/>
            <a:gd name="adj2" fmla="val 327528"/>
            <a:gd name="adj3" fmla="val 12272472"/>
            <a:gd name="adj4" fmla="val 9000000"/>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10183A3-3F60-4F84-BEB1-84B5BE0BE3A5}">
      <dsp:nvSpPr>
        <dsp:cNvPr id="0" name=""/>
        <dsp:cNvSpPr/>
      </dsp:nvSpPr>
      <dsp:spPr>
        <a:xfrm>
          <a:off x="3023342" y="17549"/>
          <a:ext cx="4386335" cy="4386335"/>
        </a:xfrm>
        <a:prstGeom prst="circularArrow">
          <a:avLst>
            <a:gd name="adj1" fmla="val 5085"/>
            <a:gd name="adj2" fmla="val 327528"/>
            <a:gd name="adj3" fmla="val 15872221"/>
            <a:gd name="adj4" fmla="val 12600000"/>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02EB9D-6AFE-44D8-8806-B2FCC31F98C7}">
      <dsp:nvSpPr>
        <dsp:cNvPr id="0" name=""/>
        <dsp:cNvSpPr/>
      </dsp:nvSpPr>
      <dsp:spPr>
        <a:xfrm>
          <a:off x="39556" y="480436"/>
          <a:ext cx="2377833" cy="951133"/>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56007" rIns="28004" bIns="56007" numCol="1" spcCol="1270" anchor="ctr" anchorCtr="0">
          <a:noAutofit/>
        </a:bodyPr>
        <a:lstStyle/>
        <a:p>
          <a:pPr marL="0" lvl="0" indent="0" algn="ctr" defTabSz="933450">
            <a:lnSpc>
              <a:spcPct val="90000"/>
            </a:lnSpc>
            <a:spcBef>
              <a:spcPct val="0"/>
            </a:spcBef>
            <a:spcAft>
              <a:spcPct val="35000"/>
            </a:spcAft>
            <a:buNone/>
          </a:pPr>
          <a:r>
            <a:rPr lang="fr-CA" sz="2100" kern="1200" dirty="0"/>
            <a:t>Identifications des évènements</a:t>
          </a:r>
        </a:p>
      </dsp:txBody>
      <dsp:txXfrm>
        <a:off x="39556" y="480436"/>
        <a:ext cx="2140050" cy="951133"/>
      </dsp:txXfrm>
    </dsp:sp>
    <dsp:sp modelId="{1EAC04FA-5FEA-49FF-8580-D9EA1B432800}">
      <dsp:nvSpPr>
        <dsp:cNvPr id="0" name=""/>
        <dsp:cNvSpPr/>
      </dsp:nvSpPr>
      <dsp:spPr>
        <a:xfrm>
          <a:off x="1903964" y="466711"/>
          <a:ext cx="2599210" cy="951133"/>
        </a:xfrm>
        <a:prstGeom prst="chevron">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fr-CA" sz="1600" b="1" kern="1200" dirty="0"/>
            <a:t>Évaluation des risques</a:t>
          </a:r>
        </a:p>
      </dsp:txBody>
      <dsp:txXfrm>
        <a:off x="2379531" y="466711"/>
        <a:ext cx="1648077" cy="951133"/>
      </dsp:txXfrm>
    </dsp:sp>
    <dsp:sp modelId="{D2953400-2FA3-4576-8E2B-A223931B397D}">
      <dsp:nvSpPr>
        <dsp:cNvPr id="0" name=""/>
        <dsp:cNvSpPr/>
      </dsp:nvSpPr>
      <dsp:spPr>
        <a:xfrm>
          <a:off x="4027607" y="466711"/>
          <a:ext cx="2377833" cy="951133"/>
        </a:xfrm>
        <a:prstGeom prst="chevron">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fr-CA" sz="1800" b="0" kern="1200" dirty="0"/>
            <a:t>Réponses aux risques</a:t>
          </a:r>
        </a:p>
      </dsp:txBody>
      <dsp:txXfrm>
        <a:off x="4503174" y="466711"/>
        <a:ext cx="1426700" cy="951133"/>
      </dsp:txXfrm>
    </dsp:sp>
    <dsp:sp modelId="{F749DF59-F989-4E2C-BCC6-62B69ABDBF0C}">
      <dsp:nvSpPr>
        <dsp:cNvPr id="0" name=""/>
        <dsp:cNvSpPr/>
      </dsp:nvSpPr>
      <dsp:spPr>
        <a:xfrm>
          <a:off x="5929874" y="466711"/>
          <a:ext cx="2377833" cy="951133"/>
        </a:xfrm>
        <a:prstGeom prst="chevron">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fr-CA" sz="2000" kern="1200" dirty="0"/>
            <a:t>Activités de contrôle</a:t>
          </a:r>
        </a:p>
      </dsp:txBody>
      <dsp:txXfrm>
        <a:off x="6405441" y="466711"/>
        <a:ext cx="1426700" cy="951133"/>
      </dsp:txXfrm>
    </dsp:sp>
    <dsp:sp modelId="{ABF49B41-DBAD-432D-A25E-1E0EA92871B3}">
      <dsp:nvSpPr>
        <dsp:cNvPr id="0" name=""/>
        <dsp:cNvSpPr/>
      </dsp:nvSpPr>
      <dsp:spPr>
        <a:xfrm>
          <a:off x="7832141" y="466711"/>
          <a:ext cx="2377833" cy="951133"/>
        </a:xfrm>
        <a:prstGeom prst="chevron">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fr-CA" sz="1600" kern="1200" dirty="0"/>
            <a:t>Information et </a:t>
          </a:r>
          <a:r>
            <a:rPr lang="fr-CA" sz="1800" kern="1200" dirty="0"/>
            <a:t>communication</a:t>
          </a:r>
          <a:endParaRPr lang="fr-CA" sz="1600" kern="1200" dirty="0"/>
        </a:p>
      </dsp:txBody>
      <dsp:txXfrm>
        <a:off x="8307708" y="466711"/>
        <a:ext cx="1426700" cy="951133"/>
      </dsp:txXfrm>
    </dsp:sp>
    <dsp:sp modelId="{8B345557-9216-4F7A-B8D7-3542277BE8F9}">
      <dsp:nvSpPr>
        <dsp:cNvPr id="0" name=""/>
        <dsp:cNvSpPr/>
      </dsp:nvSpPr>
      <dsp:spPr>
        <a:xfrm>
          <a:off x="9734409" y="466711"/>
          <a:ext cx="2377833" cy="951133"/>
        </a:xfrm>
        <a:prstGeom prst="chevron">
          <a:avLst/>
        </a:prstGeom>
        <a:solidFill>
          <a:srgbClr val="00B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4011" tIns="56007" rIns="28004" bIns="56007" numCol="1" spcCol="1270" anchor="ctr" anchorCtr="0">
          <a:noAutofit/>
        </a:bodyPr>
        <a:lstStyle/>
        <a:p>
          <a:pPr marL="0" lvl="0" indent="0" algn="ctr" defTabSz="933450">
            <a:lnSpc>
              <a:spcPct val="90000"/>
            </a:lnSpc>
            <a:spcBef>
              <a:spcPct val="0"/>
            </a:spcBef>
            <a:spcAft>
              <a:spcPct val="35000"/>
            </a:spcAft>
            <a:buNone/>
          </a:pPr>
          <a:r>
            <a:rPr lang="fr-CA" sz="2100" kern="1200" dirty="0"/>
            <a:t>Suivi </a:t>
          </a:r>
        </a:p>
      </dsp:txBody>
      <dsp:txXfrm>
        <a:off x="10209976" y="466711"/>
        <a:ext cx="1426700" cy="951133"/>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502780-B978-4125-A5BC-35017564822A}">
      <dsp:nvSpPr>
        <dsp:cNvPr id="0" name=""/>
        <dsp:cNvSpPr/>
      </dsp:nvSpPr>
      <dsp:spPr>
        <a:xfrm>
          <a:off x="2927007" y="0"/>
          <a:ext cx="1176033" cy="915209"/>
        </a:xfrm>
        <a:prstGeom prst="trapezoid">
          <a:avLst>
            <a:gd name="adj" fmla="val 64011"/>
          </a:avLst>
        </a:prstGeom>
        <a:solidFill>
          <a:srgbClr val="FFCC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fr-CA" sz="1800" b="1" kern="1200" dirty="0"/>
            <a:t>Risque </a:t>
          </a:r>
          <a:r>
            <a:rPr lang="fr-CA" sz="1800" b="1" kern="1200" dirty="0" err="1"/>
            <a:t>environne-mentaux</a:t>
          </a:r>
          <a:endParaRPr lang="fr-CA" sz="1600" b="1" kern="1200" dirty="0"/>
        </a:p>
        <a:p>
          <a:pPr lvl="0" algn="ctr" defTabSz="711200">
            <a:lnSpc>
              <a:spcPct val="90000"/>
            </a:lnSpc>
            <a:spcBef>
              <a:spcPct val="0"/>
            </a:spcBef>
            <a:spcAft>
              <a:spcPct val="35000"/>
            </a:spcAft>
            <a:buNone/>
          </a:pPr>
          <a:endParaRPr lang="fr-CA" sz="1050" b="1" kern="1200" dirty="0"/>
        </a:p>
      </dsp:txBody>
      <dsp:txXfrm>
        <a:off x="2927007" y="0"/>
        <a:ext cx="1176033" cy="915209"/>
      </dsp:txXfrm>
    </dsp:sp>
    <dsp:sp modelId="{36847134-BE8E-4C17-B6A1-1ED72C930872}">
      <dsp:nvSpPr>
        <dsp:cNvPr id="0" name=""/>
        <dsp:cNvSpPr/>
      </dsp:nvSpPr>
      <dsp:spPr>
        <a:xfrm>
          <a:off x="2343349" y="915208"/>
          <a:ext cx="2343349" cy="915209"/>
        </a:xfrm>
        <a:prstGeom prst="trapezoid">
          <a:avLst>
            <a:gd name="adj" fmla="val 64011"/>
          </a:avLst>
        </a:prstGeom>
        <a:solidFill>
          <a:srgbClr val="FF99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fr-CA" sz="1800" b="1" kern="1200" dirty="0"/>
            <a:t>Risques concurrentiels</a:t>
          </a:r>
        </a:p>
      </dsp:txBody>
      <dsp:txXfrm>
        <a:off x="2753435" y="915208"/>
        <a:ext cx="1523177" cy="915209"/>
      </dsp:txXfrm>
    </dsp:sp>
    <dsp:sp modelId="{3066950A-3C42-46F4-93C5-F7D08E26C2C8}">
      <dsp:nvSpPr>
        <dsp:cNvPr id="0" name=""/>
        <dsp:cNvSpPr/>
      </dsp:nvSpPr>
      <dsp:spPr>
        <a:xfrm>
          <a:off x="1757512" y="1830417"/>
          <a:ext cx="3515024" cy="915209"/>
        </a:xfrm>
        <a:prstGeom prst="trapezoid">
          <a:avLst>
            <a:gd name="adj" fmla="val 64011"/>
          </a:avLst>
        </a:prstGeom>
        <a:solidFill>
          <a:srgbClr val="FF66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fr-CA" sz="2000" b="1" kern="1200" dirty="0"/>
            <a:t>Risques stratégiques</a:t>
          </a:r>
        </a:p>
        <a:p>
          <a:pPr lvl="0" algn="ctr" defTabSz="577850">
            <a:lnSpc>
              <a:spcPct val="90000"/>
            </a:lnSpc>
            <a:spcBef>
              <a:spcPct val="0"/>
            </a:spcBef>
            <a:spcAft>
              <a:spcPct val="35000"/>
            </a:spcAft>
            <a:buNone/>
          </a:pPr>
          <a:endParaRPr lang="fr-CA" sz="2000" kern="1200" dirty="0"/>
        </a:p>
      </dsp:txBody>
      <dsp:txXfrm>
        <a:off x="2372641" y="1830417"/>
        <a:ext cx="2284765" cy="915209"/>
      </dsp:txXfrm>
    </dsp:sp>
    <dsp:sp modelId="{CFDCAADD-0A48-4DAF-9BBB-2B4A8C68F5FA}">
      <dsp:nvSpPr>
        <dsp:cNvPr id="0" name=""/>
        <dsp:cNvSpPr/>
      </dsp:nvSpPr>
      <dsp:spPr>
        <a:xfrm>
          <a:off x="1171674" y="2745627"/>
          <a:ext cx="4686699" cy="915209"/>
        </a:xfrm>
        <a:prstGeom prst="trapezoid">
          <a:avLst>
            <a:gd name="adj" fmla="val 64011"/>
          </a:avLst>
        </a:prstGeom>
        <a:solidFill>
          <a:srgbClr val="FF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fr-CA" sz="2000" b="1" kern="1200" dirty="0"/>
            <a:t>Risques financiers</a:t>
          </a:r>
        </a:p>
      </dsp:txBody>
      <dsp:txXfrm>
        <a:off x="1991847" y="2745627"/>
        <a:ext cx="3046354" cy="915209"/>
      </dsp:txXfrm>
    </dsp:sp>
    <dsp:sp modelId="{0248DA69-17AB-4578-9D7C-2D85BFBDFE01}">
      <dsp:nvSpPr>
        <dsp:cNvPr id="0" name=""/>
        <dsp:cNvSpPr/>
      </dsp:nvSpPr>
      <dsp:spPr>
        <a:xfrm>
          <a:off x="585837" y="3660836"/>
          <a:ext cx="5858374" cy="915209"/>
        </a:xfrm>
        <a:prstGeom prst="trapezoid">
          <a:avLst>
            <a:gd name="adj" fmla="val 64011"/>
          </a:avLst>
        </a:prstGeom>
        <a:solidFill>
          <a:srgbClr val="C0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fr-CA" sz="2000" b="1" kern="1200" dirty="0">
              <a:solidFill>
                <a:schemeClr val="bg1"/>
              </a:solidFill>
            </a:rPr>
            <a:t>Risques informationnels</a:t>
          </a:r>
        </a:p>
      </dsp:txBody>
      <dsp:txXfrm>
        <a:off x="1611052" y="3660836"/>
        <a:ext cx="3807943" cy="915209"/>
      </dsp:txXfrm>
    </dsp:sp>
    <dsp:sp modelId="{18F7BEBD-F4F1-4C38-8ED1-86FC12C6F954}">
      <dsp:nvSpPr>
        <dsp:cNvPr id="0" name=""/>
        <dsp:cNvSpPr/>
      </dsp:nvSpPr>
      <dsp:spPr>
        <a:xfrm>
          <a:off x="0" y="4576045"/>
          <a:ext cx="7030048" cy="915209"/>
        </a:xfrm>
        <a:prstGeom prst="trapezoid">
          <a:avLst>
            <a:gd name="adj" fmla="val 64011"/>
          </a:avLst>
        </a:prstGeom>
        <a:solidFill>
          <a:schemeClr val="accent2">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fr-CA" sz="2000" b="1" kern="1200" dirty="0">
              <a:solidFill>
                <a:schemeClr val="bg1"/>
              </a:solidFill>
            </a:rPr>
            <a:t>Risques opérationnels</a:t>
          </a:r>
          <a:endParaRPr lang="fr-CA" sz="2000" kern="1200" dirty="0">
            <a:solidFill>
              <a:schemeClr val="bg1"/>
            </a:solidFill>
          </a:endParaRPr>
        </a:p>
      </dsp:txBody>
      <dsp:txXfrm>
        <a:off x="1230258" y="4576045"/>
        <a:ext cx="4569531" cy="915209"/>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6.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8.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0.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6.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7.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8.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9.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0.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1.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2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3.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070861" cy="473045"/>
          </a:xfrm>
          <a:prstGeom prst="rect">
            <a:avLst/>
          </a:prstGeom>
        </p:spPr>
        <p:txBody>
          <a:bodyPr vert="horz" lIns="94354" tIns="47178" rIns="94354" bIns="47178" rtlCol="0"/>
          <a:lstStyle>
            <a:lvl1pPr algn="l">
              <a:defRPr sz="1200"/>
            </a:lvl1pPr>
          </a:lstStyle>
          <a:p>
            <a:endParaRPr lang="fr-CA"/>
          </a:p>
        </p:txBody>
      </p:sp>
      <p:sp>
        <p:nvSpPr>
          <p:cNvPr id="3" name="Espace réservé de la date 2"/>
          <p:cNvSpPr>
            <a:spLocks noGrp="1"/>
          </p:cNvSpPr>
          <p:nvPr>
            <p:ph type="dt" idx="1"/>
          </p:nvPr>
        </p:nvSpPr>
        <p:spPr>
          <a:xfrm>
            <a:off x="4014101" y="0"/>
            <a:ext cx="3070861" cy="473045"/>
          </a:xfrm>
          <a:prstGeom prst="rect">
            <a:avLst/>
          </a:prstGeom>
        </p:spPr>
        <p:txBody>
          <a:bodyPr vert="horz" lIns="94354" tIns="47178" rIns="94354" bIns="47178" rtlCol="0"/>
          <a:lstStyle>
            <a:lvl1pPr algn="r">
              <a:defRPr sz="1200"/>
            </a:lvl1pPr>
          </a:lstStyle>
          <a:p>
            <a:fld id="{14ACF90F-8CD0-48D0-B214-EE61CF43C26A}" type="datetimeFigureOut">
              <a:rPr lang="fr-CA" smtClean="0"/>
              <a:t>2025-04-12</a:t>
            </a:fld>
            <a:endParaRPr lang="fr-CA"/>
          </a:p>
        </p:txBody>
      </p:sp>
      <p:sp>
        <p:nvSpPr>
          <p:cNvPr id="4" name="Espace réservé de l'image des diapositives 3"/>
          <p:cNvSpPr>
            <a:spLocks noGrp="1" noRot="1" noChangeAspect="1"/>
          </p:cNvSpPr>
          <p:nvPr>
            <p:ph type="sldImg" idx="2"/>
          </p:nvPr>
        </p:nvSpPr>
        <p:spPr>
          <a:xfrm>
            <a:off x="717550" y="1179513"/>
            <a:ext cx="5651500" cy="3179762"/>
          </a:xfrm>
          <a:prstGeom prst="rect">
            <a:avLst/>
          </a:prstGeom>
          <a:noFill/>
          <a:ln w="12700">
            <a:solidFill>
              <a:prstClr val="black"/>
            </a:solidFill>
          </a:ln>
        </p:spPr>
        <p:txBody>
          <a:bodyPr vert="horz" lIns="94354" tIns="47178" rIns="94354" bIns="47178" rtlCol="0" anchor="ctr"/>
          <a:lstStyle/>
          <a:p>
            <a:endParaRPr lang="fr-CA"/>
          </a:p>
        </p:txBody>
      </p:sp>
      <p:sp>
        <p:nvSpPr>
          <p:cNvPr id="5" name="Espace réservé des commentaires 4"/>
          <p:cNvSpPr>
            <a:spLocks noGrp="1"/>
          </p:cNvSpPr>
          <p:nvPr>
            <p:ph type="body" sz="quarter" idx="3"/>
          </p:nvPr>
        </p:nvSpPr>
        <p:spPr>
          <a:xfrm>
            <a:off x="708661" y="4537303"/>
            <a:ext cx="5669280" cy="3712340"/>
          </a:xfrm>
          <a:prstGeom prst="rect">
            <a:avLst/>
          </a:prstGeom>
        </p:spPr>
        <p:txBody>
          <a:bodyPr vert="horz" lIns="94354" tIns="47178" rIns="94354" bIns="47178"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6" name="Espace réservé du pied de page 5"/>
          <p:cNvSpPr>
            <a:spLocks noGrp="1"/>
          </p:cNvSpPr>
          <p:nvPr>
            <p:ph type="ftr" sz="quarter" idx="4"/>
          </p:nvPr>
        </p:nvSpPr>
        <p:spPr>
          <a:xfrm>
            <a:off x="0" y="8955120"/>
            <a:ext cx="3070861" cy="473044"/>
          </a:xfrm>
          <a:prstGeom prst="rect">
            <a:avLst/>
          </a:prstGeom>
        </p:spPr>
        <p:txBody>
          <a:bodyPr vert="horz" lIns="94354" tIns="47178" rIns="94354" bIns="47178" rtlCol="0" anchor="b"/>
          <a:lstStyle>
            <a:lvl1pPr algn="l">
              <a:defRPr sz="1200"/>
            </a:lvl1pPr>
          </a:lstStyle>
          <a:p>
            <a:endParaRPr lang="fr-CA"/>
          </a:p>
        </p:txBody>
      </p:sp>
      <p:sp>
        <p:nvSpPr>
          <p:cNvPr id="7" name="Espace réservé du numéro de diapositive 6"/>
          <p:cNvSpPr>
            <a:spLocks noGrp="1"/>
          </p:cNvSpPr>
          <p:nvPr>
            <p:ph type="sldNum" sz="quarter" idx="5"/>
          </p:nvPr>
        </p:nvSpPr>
        <p:spPr>
          <a:xfrm>
            <a:off x="4014101" y="8955120"/>
            <a:ext cx="3070861" cy="473044"/>
          </a:xfrm>
          <a:prstGeom prst="rect">
            <a:avLst/>
          </a:prstGeom>
        </p:spPr>
        <p:txBody>
          <a:bodyPr vert="horz" lIns="94354" tIns="47178" rIns="94354" bIns="47178" rtlCol="0" anchor="b"/>
          <a:lstStyle>
            <a:lvl1pPr algn="r">
              <a:defRPr sz="1200"/>
            </a:lvl1pPr>
          </a:lstStyle>
          <a:p>
            <a:fld id="{1F1F2D47-FF76-4FB8-96DA-10C04CB97B90}" type="slidenum">
              <a:rPr lang="fr-CA" smtClean="0"/>
              <a:t>‹N°›</a:t>
            </a:fld>
            <a:endParaRPr lang="fr-CA"/>
          </a:p>
        </p:txBody>
      </p:sp>
    </p:spTree>
    <p:extLst>
      <p:ext uri="{BB962C8B-B14F-4D97-AF65-F5344CB8AC3E}">
        <p14:creationId xmlns:p14="http://schemas.microsoft.com/office/powerpoint/2010/main" val="34926732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10"/>
          </p:nvPr>
        </p:nvSpPr>
        <p:spPr/>
        <p:txBody>
          <a:bodyPr/>
          <a:lstStyle/>
          <a:p>
            <a:fld id="{1F1F2D47-FF76-4FB8-96DA-10C04CB97B90}" type="slidenum">
              <a:rPr lang="fr-CA" smtClean="0"/>
              <a:t>1</a:t>
            </a:fld>
            <a:endParaRPr lang="fr-CA"/>
          </a:p>
        </p:txBody>
      </p:sp>
    </p:spTree>
    <p:extLst>
      <p:ext uri="{BB962C8B-B14F-4D97-AF65-F5344CB8AC3E}">
        <p14:creationId xmlns:p14="http://schemas.microsoft.com/office/powerpoint/2010/main" val="19256501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1F1F2D47-FF76-4FB8-96DA-10C04CB97B90}" type="slidenum">
              <a:rPr lang="fr-CA" smtClean="0"/>
              <a:t>2</a:t>
            </a:fld>
            <a:endParaRPr lang="fr-CA"/>
          </a:p>
        </p:txBody>
      </p:sp>
    </p:spTree>
    <p:extLst>
      <p:ext uri="{BB962C8B-B14F-4D97-AF65-F5344CB8AC3E}">
        <p14:creationId xmlns:p14="http://schemas.microsoft.com/office/powerpoint/2010/main" val="27390498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4089" eaLnBrk="0" hangingPunct="0">
              <a:defRPr>
                <a:solidFill>
                  <a:schemeClr val="tx1"/>
                </a:solidFill>
                <a:latin typeface="Arial" charset="0"/>
              </a:defRPr>
            </a:lvl1pPr>
            <a:lvl2pPr marL="745996" indent="-286922" defTabSz="934089" eaLnBrk="0" hangingPunct="0">
              <a:defRPr>
                <a:solidFill>
                  <a:schemeClr val="tx1"/>
                </a:solidFill>
                <a:latin typeface="Arial" charset="0"/>
              </a:defRPr>
            </a:lvl2pPr>
            <a:lvl3pPr marL="1147686" indent="-229537" defTabSz="934089" eaLnBrk="0" hangingPunct="0">
              <a:defRPr>
                <a:solidFill>
                  <a:schemeClr val="tx1"/>
                </a:solidFill>
                <a:latin typeface="Arial" charset="0"/>
              </a:defRPr>
            </a:lvl3pPr>
            <a:lvl4pPr marL="1606761" indent="-229537" defTabSz="934089" eaLnBrk="0" hangingPunct="0">
              <a:defRPr>
                <a:solidFill>
                  <a:schemeClr val="tx1"/>
                </a:solidFill>
                <a:latin typeface="Arial" charset="0"/>
              </a:defRPr>
            </a:lvl4pPr>
            <a:lvl5pPr marL="2065835" indent="-229537" defTabSz="934089" eaLnBrk="0" hangingPunct="0">
              <a:defRPr>
                <a:solidFill>
                  <a:schemeClr val="tx1"/>
                </a:solidFill>
                <a:latin typeface="Arial" charset="0"/>
              </a:defRPr>
            </a:lvl5pPr>
            <a:lvl6pPr marL="2524910" indent="-229537" defTabSz="934089" eaLnBrk="0" fontAlgn="base" hangingPunct="0">
              <a:spcBef>
                <a:spcPct val="0"/>
              </a:spcBef>
              <a:spcAft>
                <a:spcPct val="0"/>
              </a:spcAft>
              <a:defRPr>
                <a:solidFill>
                  <a:schemeClr val="tx1"/>
                </a:solidFill>
                <a:latin typeface="Arial" charset="0"/>
              </a:defRPr>
            </a:lvl6pPr>
            <a:lvl7pPr marL="2983984" indent="-229537" defTabSz="934089" eaLnBrk="0" fontAlgn="base" hangingPunct="0">
              <a:spcBef>
                <a:spcPct val="0"/>
              </a:spcBef>
              <a:spcAft>
                <a:spcPct val="0"/>
              </a:spcAft>
              <a:defRPr>
                <a:solidFill>
                  <a:schemeClr val="tx1"/>
                </a:solidFill>
                <a:latin typeface="Arial" charset="0"/>
              </a:defRPr>
            </a:lvl7pPr>
            <a:lvl8pPr marL="3443059" indent="-229537" defTabSz="934089" eaLnBrk="0" fontAlgn="base" hangingPunct="0">
              <a:spcBef>
                <a:spcPct val="0"/>
              </a:spcBef>
              <a:spcAft>
                <a:spcPct val="0"/>
              </a:spcAft>
              <a:defRPr>
                <a:solidFill>
                  <a:schemeClr val="tx1"/>
                </a:solidFill>
                <a:latin typeface="Arial" charset="0"/>
              </a:defRPr>
            </a:lvl8pPr>
            <a:lvl9pPr marL="3902133" indent="-229537" defTabSz="934089" eaLnBrk="0" fontAlgn="base" hangingPunct="0">
              <a:spcBef>
                <a:spcPct val="0"/>
              </a:spcBef>
              <a:spcAft>
                <a:spcPct val="0"/>
              </a:spcAft>
              <a:defRPr>
                <a:solidFill>
                  <a:schemeClr val="tx1"/>
                </a:solidFill>
                <a:latin typeface="Arial" charset="0"/>
              </a:defRPr>
            </a:lvl9pPr>
          </a:lstStyle>
          <a:p>
            <a:fld id="{D69D7AF2-A496-45F4-BA34-6B138EBB34AF}" type="slidenum">
              <a:rPr lang="fr-CA" altLang="fr-FR" smtClean="0">
                <a:latin typeface="Times New Roman" pitchFamily="18" charset="0"/>
              </a:rPr>
              <a:pPr/>
              <a:t>3</a:t>
            </a:fld>
            <a:endParaRPr lang="fr-CA" altLang="fr-FR">
              <a:latin typeface="Times New Roman" pitchFamily="18" charset="0"/>
            </a:endParaRPr>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r-FR" altLang="fr-FR" dirty="0"/>
              <a:t>Risque victime de cyber attaque </a:t>
            </a:r>
          </a:p>
          <a:p>
            <a:r>
              <a:rPr lang="fr-FR" altLang="fr-FR" dirty="0"/>
              <a:t>Hypothèse couts manquants </a:t>
            </a:r>
          </a:p>
          <a:p>
            <a:r>
              <a:rPr lang="fr-FR" altLang="fr-FR" dirty="0"/>
              <a:t>Les grands facteurs qui peuvent changer ma réponse</a:t>
            </a:r>
          </a:p>
          <a:p>
            <a:r>
              <a:rPr lang="fr-FR" altLang="fr-FR" dirty="0"/>
              <a:t>Pas de matrice dans l’examen donc tu dois seulement concentrer sur les éléments qualitatifs et quantitatifs  </a:t>
            </a:r>
          </a:p>
        </p:txBody>
      </p:sp>
    </p:spTree>
    <p:extLst>
      <p:ext uri="{BB962C8B-B14F-4D97-AF65-F5344CB8AC3E}">
        <p14:creationId xmlns:p14="http://schemas.microsoft.com/office/powerpoint/2010/main" val="32834462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4089" eaLnBrk="0" hangingPunct="0">
              <a:defRPr>
                <a:solidFill>
                  <a:schemeClr val="tx1"/>
                </a:solidFill>
                <a:latin typeface="Arial" charset="0"/>
              </a:defRPr>
            </a:lvl1pPr>
            <a:lvl2pPr marL="745996" indent="-286922" defTabSz="934089" eaLnBrk="0" hangingPunct="0">
              <a:defRPr>
                <a:solidFill>
                  <a:schemeClr val="tx1"/>
                </a:solidFill>
                <a:latin typeface="Arial" charset="0"/>
              </a:defRPr>
            </a:lvl2pPr>
            <a:lvl3pPr marL="1147686" indent="-229537" defTabSz="934089" eaLnBrk="0" hangingPunct="0">
              <a:defRPr>
                <a:solidFill>
                  <a:schemeClr val="tx1"/>
                </a:solidFill>
                <a:latin typeface="Arial" charset="0"/>
              </a:defRPr>
            </a:lvl3pPr>
            <a:lvl4pPr marL="1606761" indent="-229537" defTabSz="934089" eaLnBrk="0" hangingPunct="0">
              <a:defRPr>
                <a:solidFill>
                  <a:schemeClr val="tx1"/>
                </a:solidFill>
                <a:latin typeface="Arial" charset="0"/>
              </a:defRPr>
            </a:lvl4pPr>
            <a:lvl5pPr marL="2065835" indent="-229537" defTabSz="934089" eaLnBrk="0" hangingPunct="0">
              <a:defRPr>
                <a:solidFill>
                  <a:schemeClr val="tx1"/>
                </a:solidFill>
                <a:latin typeface="Arial" charset="0"/>
              </a:defRPr>
            </a:lvl5pPr>
            <a:lvl6pPr marL="2524910" indent="-229537" defTabSz="934089" eaLnBrk="0" fontAlgn="base" hangingPunct="0">
              <a:spcBef>
                <a:spcPct val="0"/>
              </a:spcBef>
              <a:spcAft>
                <a:spcPct val="0"/>
              </a:spcAft>
              <a:defRPr>
                <a:solidFill>
                  <a:schemeClr val="tx1"/>
                </a:solidFill>
                <a:latin typeface="Arial" charset="0"/>
              </a:defRPr>
            </a:lvl6pPr>
            <a:lvl7pPr marL="2983984" indent="-229537" defTabSz="934089" eaLnBrk="0" fontAlgn="base" hangingPunct="0">
              <a:spcBef>
                <a:spcPct val="0"/>
              </a:spcBef>
              <a:spcAft>
                <a:spcPct val="0"/>
              </a:spcAft>
              <a:defRPr>
                <a:solidFill>
                  <a:schemeClr val="tx1"/>
                </a:solidFill>
                <a:latin typeface="Arial" charset="0"/>
              </a:defRPr>
            </a:lvl7pPr>
            <a:lvl8pPr marL="3443059" indent="-229537" defTabSz="934089" eaLnBrk="0" fontAlgn="base" hangingPunct="0">
              <a:spcBef>
                <a:spcPct val="0"/>
              </a:spcBef>
              <a:spcAft>
                <a:spcPct val="0"/>
              </a:spcAft>
              <a:defRPr>
                <a:solidFill>
                  <a:schemeClr val="tx1"/>
                </a:solidFill>
                <a:latin typeface="Arial" charset="0"/>
              </a:defRPr>
            </a:lvl8pPr>
            <a:lvl9pPr marL="3902133" indent="-229537" defTabSz="934089" eaLnBrk="0" fontAlgn="base" hangingPunct="0">
              <a:spcBef>
                <a:spcPct val="0"/>
              </a:spcBef>
              <a:spcAft>
                <a:spcPct val="0"/>
              </a:spcAft>
              <a:defRPr>
                <a:solidFill>
                  <a:schemeClr val="tx1"/>
                </a:solidFill>
                <a:latin typeface="Arial" charset="0"/>
              </a:defRPr>
            </a:lvl9pPr>
          </a:lstStyle>
          <a:p>
            <a:fld id="{D69D7AF2-A496-45F4-BA34-6B138EBB34AF}" type="slidenum">
              <a:rPr lang="fr-CA" altLang="fr-FR" smtClean="0">
                <a:latin typeface="Times New Roman" pitchFamily="18" charset="0"/>
              </a:rPr>
              <a:pPr/>
              <a:t>4</a:t>
            </a:fld>
            <a:endParaRPr lang="fr-CA" altLang="fr-FR">
              <a:latin typeface="Times New Roman" pitchFamily="18" charset="0"/>
            </a:endParaRPr>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dirty="0"/>
          </a:p>
        </p:txBody>
      </p:sp>
    </p:spTree>
    <p:extLst>
      <p:ext uri="{BB962C8B-B14F-4D97-AF65-F5344CB8AC3E}">
        <p14:creationId xmlns:p14="http://schemas.microsoft.com/office/powerpoint/2010/main" val="13584251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4089" eaLnBrk="0" hangingPunct="0">
              <a:defRPr>
                <a:solidFill>
                  <a:schemeClr val="tx1"/>
                </a:solidFill>
                <a:latin typeface="Arial" charset="0"/>
              </a:defRPr>
            </a:lvl1pPr>
            <a:lvl2pPr marL="745996" indent="-286922" defTabSz="934089" eaLnBrk="0" hangingPunct="0">
              <a:defRPr>
                <a:solidFill>
                  <a:schemeClr val="tx1"/>
                </a:solidFill>
                <a:latin typeface="Arial" charset="0"/>
              </a:defRPr>
            </a:lvl2pPr>
            <a:lvl3pPr marL="1147686" indent="-229537" defTabSz="934089" eaLnBrk="0" hangingPunct="0">
              <a:defRPr>
                <a:solidFill>
                  <a:schemeClr val="tx1"/>
                </a:solidFill>
                <a:latin typeface="Arial" charset="0"/>
              </a:defRPr>
            </a:lvl3pPr>
            <a:lvl4pPr marL="1606761" indent="-229537" defTabSz="934089" eaLnBrk="0" hangingPunct="0">
              <a:defRPr>
                <a:solidFill>
                  <a:schemeClr val="tx1"/>
                </a:solidFill>
                <a:latin typeface="Arial" charset="0"/>
              </a:defRPr>
            </a:lvl4pPr>
            <a:lvl5pPr marL="2065835" indent="-229537" defTabSz="934089" eaLnBrk="0" hangingPunct="0">
              <a:defRPr>
                <a:solidFill>
                  <a:schemeClr val="tx1"/>
                </a:solidFill>
                <a:latin typeface="Arial" charset="0"/>
              </a:defRPr>
            </a:lvl5pPr>
            <a:lvl6pPr marL="2524910" indent="-229537" defTabSz="934089" eaLnBrk="0" fontAlgn="base" hangingPunct="0">
              <a:spcBef>
                <a:spcPct val="0"/>
              </a:spcBef>
              <a:spcAft>
                <a:spcPct val="0"/>
              </a:spcAft>
              <a:defRPr>
                <a:solidFill>
                  <a:schemeClr val="tx1"/>
                </a:solidFill>
                <a:latin typeface="Arial" charset="0"/>
              </a:defRPr>
            </a:lvl6pPr>
            <a:lvl7pPr marL="2983984" indent="-229537" defTabSz="934089" eaLnBrk="0" fontAlgn="base" hangingPunct="0">
              <a:spcBef>
                <a:spcPct val="0"/>
              </a:spcBef>
              <a:spcAft>
                <a:spcPct val="0"/>
              </a:spcAft>
              <a:defRPr>
                <a:solidFill>
                  <a:schemeClr val="tx1"/>
                </a:solidFill>
                <a:latin typeface="Arial" charset="0"/>
              </a:defRPr>
            </a:lvl7pPr>
            <a:lvl8pPr marL="3443059" indent="-229537" defTabSz="934089" eaLnBrk="0" fontAlgn="base" hangingPunct="0">
              <a:spcBef>
                <a:spcPct val="0"/>
              </a:spcBef>
              <a:spcAft>
                <a:spcPct val="0"/>
              </a:spcAft>
              <a:defRPr>
                <a:solidFill>
                  <a:schemeClr val="tx1"/>
                </a:solidFill>
                <a:latin typeface="Arial" charset="0"/>
              </a:defRPr>
            </a:lvl8pPr>
            <a:lvl9pPr marL="3902133" indent="-229537" defTabSz="934089" eaLnBrk="0" fontAlgn="base" hangingPunct="0">
              <a:spcBef>
                <a:spcPct val="0"/>
              </a:spcBef>
              <a:spcAft>
                <a:spcPct val="0"/>
              </a:spcAft>
              <a:defRPr>
                <a:solidFill>
                  <a:schemeClr val="tx1"/>
                </a:solidFill>
                <a:latin typeface="Arial" charset="0"/>
              </a:defRPr>
            </a:lvl9pPr>
          </a:lstStyle>
          <a:p>
            <a:fld id="{D69D7AF2-A496-45F4-BA34-6B138EBB34AF}" type="slidenum">
              <a:rPr lang="fr-CA" altLang="fr-FR" smtClean="0">
                <a:latin typeface="Times New Roman" pitchFamily="18" charset="0"/>
              </a:rPr>
              <a:pPr/>
              <a:t>5</a:t>
            </a:fld>
            <a:endParaRPr lang="fr-CA" altLang="fr-FR">
              <a:latin typeface="Times New Roman" pitchFamily="18" charset="0"/>
            </a:endParaRPr>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r-FR" altLang="fr-FR" dirty="0"/>
              <a:t>On transforme le risque au occasion d’affaires</a:t>
            </a:r>
          </a:p>
          <a:p>
            <a:endParaRPr lang="fr-FR" altLang="fr-FR" dirty="0"/>
          </a:p>
        </p:txBody>
      </p:sp>
    </p:spTree>
    <p:extLst>
      <p:ext uri="{BB962C8B-B14F-4D97-AF65-F5344CB8AC3E}">
        <p14:creationId xmlns:p14="http://schemas.microsoft.com/office/powerpoint/2010/main" val="400947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1F1F2D47-FF76-4FB8-96DA-10C04CB97B90}" type="slidenum">
              <a:rPr lang="fr-CA" smtClean="0"/>
              <a:t>6</a:t>
            </a:fld>
            <a:endParaRPr lang="fr-CA"/>
          </a:p>
        </p:txBody>
      </p:sp>
    </p:spTree>
    <p:extLst>
      <p:ext uri="{BB962C8B-B14F-4D97-AF65-F5344CB8AC3E}">
        <p14:creationId xmlns:p14="http://schemas.microsoft.com/office/powerpoint/2010/main" val="18403983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CA" dirty="0"/>
              <a:t>Comité de gestion de risque </a:t>
            </a:r>
          </a:p>
          <a:p>
            <a:r>
              <a:rPr lang="fr-CA" dirty="0"/>
              <a:t>Pour identifier les risques</a:t>
            </a:r>
          </a:p>
          <a:p>
            <a:endParaRPr lang="fr-CA" dirty="0"/>
          </a:p>
        </p:txBody>
      </p:sp>
      <p:sp>
        <p:nvSpPr>
          <p:cNvPr id="4" name="Espace réservé du numéro de diapositive 3"/>
          <p:cNvSpPr>
            <a:spLocks noGrp="1"/>
          </p:cNvSpPr>
          <p:nvPr>
            <p:ph type="sldNum" sz="quarter" idx="10"/>
          </p:nvPr>
        </p:nvSpPr>
        <p:spPr/>
        <p:txBody>
          <a:bodyPr/>
          <a:lstStyle/>
          <a:p>
            <a:fld id="{1F1F2D47-FF76-4FB8-96DA-10C04CB97B90}" type="slidenum">
              <a:rPr lang="fr-CA" smtClean="0"/>
              <a:t>7</a:t>
            </a:fld>
            <a:endParaRPr lang="fr-CA"/>
          </a:p>
        </p:txBody>
      </p:sp>
    </p:spTree>
    <p:extLst>
      <p:ext uri="{BB962C8B-B14F-4D97-AF65-F5344CB8AC3E}">
        <p14:creationId xmlns:p14="http://schemas.microsoft.com/office/powerpoint/2010/main" val="39633556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CA" dirty="0"/>
              <a:t>FFPM ou bien PASTEL </a:t>
            </a:r>
          </a:p>
          <a:p>
            <a:r>
              <a:rPr lang="fr-CA" dirty="0"/>
              <a:t>Donc cela fait déjà dans l’analyse stratégique </a:t>
            </a:r>
          </a:p>
        </p:txBody>
      </p:sp>
      <p:sp>
        <p:nvSpPr>
          <p:cNvPr id="4" name="Espace réservé du numéro de diapositive 3"/>
          <p:cNvSpPr>
            <a:spLocks noGrp="1"/>
          </p:cNvSpPr>
          <p:nvPr>
            <p:ph type="sldNum" sz="quarter" idx="10"/>
          </p:nvPr>
        </p:nvSpPr>
        <p:spPr/>
        <p:txBody>
          <a:bodyPr/>
          <a:lstStyle/>
          <a:p>
            <a:fld id="{1F1F2D47-FF76-4FB8-96DA-10C04CB97B90}" type="slidenum">
              <a:rPr lang="fr-CA" smtClean="0"/>
              <a:t>8</a:t>
            </a:fld>
            <a:endParaRPr lang="fr-CA"/>
          </a:p>
        </p:txBody>
      </p:sp>
    </p:spTree>
    <p:extLst>
      <p:ext uri="{BB962C8B-B14F-4D97-AF65-F5344CB8AC3E}">
        <p14:creationId xmlns:p14="http://schemas.microsoft.com/office/powerpoint/2010/main" val="33068407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defTabSz="918149"/>
            <a:r>
              <a:rPr lang="fr-CA" dirty="0"/>
              <a:t>SOIN 4 catégories de risque selon le COSO stratégique opérationnel information non-conformité (SOIN) </a:t>
            </a:r>
          </a:p>
          <a:p>
            <a:pPr defTabSz="918149"/>
            <a:r>
              <a:rPr lang="fr-CA" dirty="0"/>
              <a:t>Les faiblesses et les menaces sont déjà faites donc c’est des événements ou bien des risques </a:t>
            </a:r>
          </a:p>
          <a:p>
            <a:pPr defTabSz="918149"/>
            <a:r>
              <a:rPr lang="fr-CA" dirty="0"/>
              <a:t> </a:t>
            </a:r>
          </a:p>
          <a:p>
            <a:pPr defTabSz="918149"/>
            <a:endParaRPr lang="fr-CA" dirty="0"/>
          </a:p>
        </p:txBody>
      </p:sp>
      <p:sp>
        <p:nvSpPr>
          <p:cNvPr id="4" name="Espace réservé du numéro de diapositive 3"/>
          <p:cNvSpPr>
            <a:spLocks noGrp="1"/>
          </p:cNvSpPr>
          <p:nvPr>
            <p:ph type="sldNum" sz="quarter" idx="10"/>
          </p:nvPr>
        </p:nvSpPr>
        <p:spPr/>
        <p:txBody>
          <a:bodyPr/>
          <a:lstStyle/>
          <a:p>
            <a:fld id="{1F1F2D47-FF76-4FB8-96DA-10C04CB97B90}" type="slidenum">
              <a:rPr lang="fr-CA" smtClean="0"/>
              <a:t>9</a:t>
            </a:fld>
            <a:endParaRPr lang="fr-CA"/>
          </a:p>
        </p:txBody>
      </p:sp>
    </p:spTree>
    <p:extLst>
      <p:ext uri="{BB962C8B-B14F-4D97-AF65-F5344CB8AC3E}">
        <p14:creationId xmlns:p14="http://schemas.microsoft.com/office/powerpoint/2010/main" val="19992956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CA" dirty="0"/>
              <a:t>Ce que risque qui touche ma vision ma mission et valeur </a:t>
            </a:r>
          </a:p>
        </p:txBody>
      </p:sp>
      <p:sp>
        <p:nvSpPr>
          <p:cNvPr id="4" name="Espace réservé du numéro de diapositive 3"/>
          <p:cNvSpPr>
            <a:spLocks noGrp="1"/>
          </p:cNvSpPr>
          <p:nvPr>
            <p:ph type="sldNum" sz="quarter" idx="10"/>
          </p:nvPr>
        </p:nvSpPr>
        <p:spPr/>
        <p:txBody>
          <a:bodyPr/>
          <a:lstStyle/>
          <a:p>
            <a:fld id="{1F1F2D47-FF76-4FB8-96DA-10C04CB97B90}" type="slidenum">
              <a:rPr lang="fr-CA" smtClean="0"/>
              <a:t>10</a:t>
            </a:fld>
            <a:endParaRPr lang="fr-CA"/>
          </a:p>
        </p:txBody>
      </p:sp>
    </p:spTree>
    <p:extLst>
      <p:ext uri="{BB962C8B-B14F-4D97-AF65-F5344CB8AC3E}">
        <p14:creationId xmlns:p14="http://schemas.microsoft.com/office/powerpoint/2010/main" val="2995612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10"/>
          </p:nvPr>
        </p:nvSpPr>
        <p:spPr/>
        <p:txBody>
          <a:bodyPr/>
          <a:lstStyle/>
          <a:p>
            <a:pPr>
              <a:defRPr/>
            </a:pPr>
            <a:fld id="{0A86C1D6-A916-4052-AE56-CEAE53184186}" type="slidenum">
              <a:rPr lang="fr-CA" smtClean="0"/>
              <a:pPr>
                <a:defRPr/>
              </a:pPr>
              <a:t>11</a:t>
            </a:fld>
            <a:endParaRPr lang="fr-CA"/>
          </a:p>
        </p:txBody>
      </p:sp>
    </p:spTree>
    <p:extLst>
      <p:ext uri="{BB962C8B-B14F-4D97-AF65-F5344CB8AC3E}">
        <p14:creationId xmlns:p14="http://schemas.microsoft.com/office/powerpoint/2010/main" val="2978291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defTabSz="918149"/>
            <a:endParaRPr lang="fr-CA" dirty="0"/>
          </a:p>
        </p:txBody>
      </p:sp>
      <p:sp>
        <p:nvSpPr>
          <p:cNvPr id="4" name="Espace réservé du numéro de diapositive 3"/>
          <p:cNvSpPr>
            <a:spLocks noGrp="1"/>
          </p:cNvSpPr>
          <p:nvPr>
            <p:ph type="sldNum" sz="quarter" idx="10"/>
          </p:nvPr>
        </p:nvSpPr>
        <p:spPr/>
        <p:txBody>
          <a:bodyPr/>
          <a:lstStyle/>
          <a:p>
            <a:fld id="{1F1F2D47-FF76-4FB8-96DA-10C04CB97B90}" type="slidenum">
              <a:rPr lang="fr-CA" smtClean="0"/>
              <a:t>12</a:t>
            </a:fld>
            <a:endParaRPr lang="fr-CA"/>
          </a:p>
        </p:txBody>
      </p:sp>
    </p:spTree>
    <p:extLst>
      <p:ext uri="{BB962C8B-B14F-4D97-AF65-F5344CB8AC3E}">
        <p14:creationId xmlns:p14="http://schemas.microsoft.com/office/powerpoint/2010/main" val="10720965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defTabSz="918149">
              <a:defRPr/>
            </a:pPr>
            <a:r>
              <a:rPr lang="fr-CA" dirty="0"/>
              <a:t>Donc une mauvaise répartition des couts donc je prends une mauvaise information </a:t>
            </a:r>
          </a:p>
        </p:txBody>
      </p:sp>
      <p:sp>
        <p:nvSpPr>
          <p:cNvPr id="4" name="Espace réservé du numéro de diapositive 3"/>
          <p:cNvSpPr>
            <a:spLocks noGrp="1"/>
          </p:cNvSpPr>
          <p:nvPr>
            <p:ph type="sldNum" sz="quarter" idx="10"/>
          </p:nvPr>
        </p:nvSpPr>
        <p:spPr/>
        <p:txBody>
          <a:bodyPr/>
          <a:lstStyle/>
          <a:p>
            <a:fld id="{1F1F2D47-FF76-4FB8-96DA-10C04CB97B90}" type="slidenum">
              <a:rPr lang="fr-CA" smtClean="0"/>
              <a:t>13</a:t>
            </a:fld>
            <a:endParaRPr lang="fr-CA"/>
          </a:p>
        </p:txBody>
      </p:sp>
    </p:spTree>
    <p:extLst>
      <p:ext uri="{BB962C8B-B14F-4D97-AF65-F5344CB8AC3E}">
        <p14:creationId xmlns:p14="http://schemas.microsoft.com/office/powerpoint/2010/main" val="36495823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CA" dirty="0"/>
              <a:t>Aussi la conformité par rapport au code de conduite soit le code éthique </a:t>
            </a:r>
          </a:p>
        </p:txBody>
      </p:sp>
      <p:sp>
        <p:nvSpPr>
          <p:cNvPr id="4" name="Espace réservé du numéro de diapositive 3"/>
          <p:cNvSpPr>
            <a:spLocks noGrp="1"/>
          </p:cNvSpPr>
          <p:nvPr>
            <p:ph type="sldNum" sz="quarter" idx="10"/>
          </p:nvPr>
        </p:nvSpPr>
        <p:spPr/>
        <p:txBody>
          <a:bodyPr/>
          <a:lstStyle/>
          <a:p>
            <a:fld id="{1F1F2D47-FF76-4FB8-96DA-10C04CB97B90}" type="slidenum">
              <a:rPr lang="fr-CA" smtClean="0"/>
              <a:t>14</a:t>
            </a:fld>
            <a:endParaRPr lang="fr-CA"/>
          </a:p>
        </p:txBody>
      </p:sp>
    </p:spTree>
    <p:extLst>
      <p:ext uri="{BB962C8B-B14F-4D97-AF65-F5344CB8AC3E}">
        <p14:creationId xmlns:p14="http://schemas.microsoft.com/office/powerpoint/2010/main" val="25899154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defTabSz="918149"/>
            <a:endParaRPr lang="fr-CA" dirty="0"/>
          </a:p>
        </p:txBody>
      </p:sp>
      <p:sp>
        <p:nvSpPr>
          <p:cNvPr id="4" name="Espace réservé du numéro de diapositive 3"/>
          <p:cNvSpPr>
            <a:spLocks noGrp="1"/>
          </p:cNvSpPr>
          <p:nvPr>
            <p:ph type="sldNum" sz="quarter" idx="10"/>
          </p:nvPr>
        </p:nvSpPr>
        <p:spPr/>
        <p:txBody>
          <a:bodyPr/>
          <a:lstStyle/>
          <a:p>
            <a:fld id="{1F1F2D47-FF76-4FB8-96DA-10C04CB97B90}" type="slidenum">
              <a:rPr lang="fr-CA" smtClean="0"/>
              <a:t>15</a:t>
            </a:fld>
            <a:endParaRPr lang="fr-CA"/>
          </a:p>
        </p:txBody>
      </p:sp>
    </p:spTree>
    <p:extLst>
      <p:ext uri="{BB962C8B-B14F-4D97-AF65-F5344CB8AC3E}">
        <p14:creationId xmlns:p14="http://schemas.microsoft.com/office/powerpoint/2010/main" val="13340529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10"/>
          </p:nvPr>
        </p:nvSpPr>
        <p:spPr/>
        <p:txBody>
          <a:bodyPr/>
          <a:lstStyle/>
          <a:p>
            <a:fld id="{1F1F2D47-FF76-4FB8-96DA-10C04CB97B90}" type="slidenum">
              <a:rPr lang="fr-CA" smtClean="0"/>
              <a:t>16</a:t>
            </a:fld>
            <a:endParaRPr lang="fr-CA"/>
          </a:p>
        </p:txBody>
      </p:sp>
    </p:spTree>
    <p:extLst>
      <p:ext uri="{BB962C8B-B14F-4D97-AF65-F5344CB8AC3E}">
        <p14:creationId xmlns:p14="http://schemas.microsoft.com/office/powerpoint/2010/main" val="11758317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CA" dirty="0"/>
              <a:t>ERPA </a:t>
            </a:r>
          </a:p>
          <a:p>
            <a:r>
              <a:rPr lang="fr-CA" dirty="0"/>
              <a:t>Partage le risque avec un partie externe a l’entreprise </a:t>
            </a:r>
          </a:p>
          <a:p>
            <a:r>
              <a:rPr lang="fr-CA" dirty="0"/>
              <a:t>Toujours dire pourquoi pour chaque stratégie que tu choisis attention soit cohérente </a:t>
            </a:r>
          </a:p>
          <a:p>
            <a:r>
              <a:rPr lang="fr-CA" dirty="0"/>
              <a:t>Évitement de risque comme je fais je rentre pas en affaire complétement donc on aura 4 réponse au risque soit </a:t>
            </a:r>
            <a:r>
              <a:rPr lang="fr-CA" dirty="0" err="1"/>
              <a:t>acceptet</a:t>
            </a:r>
            <a:r>
              <a:rPr lang="fr-CA" dirty="0"/>
              <a:t> soit éviter soit partager soit minimiser mais c’est la majorité de cas on fait </a:t>
            </a:r>
            <a:r>
              <a:rPr lang="fr-CA" dirty="0" err="1"/>
              <a:t>mininiser</a:t>
            </a:r>
            <a:r>
              <a:rPr lang="fr-CA" dirty="0"/>
              <a:t> le risque </a:t>
            </a:r>
            <a:r>
              <a:rPr lang="fr-CA" dirty="0" err="1"/>
              <a:t>parl’intauration</a:t>
            </a:r>
            <a:r>
              <a:rPr lang="fr-CA" dirty="0"/>
              <a:t> des </a:t>
            </a:r>
            <a:r>
              <a:rPr lang="fr-CA" dirty="0" err="1"/>
              <a:t>controles</a:t>
            </a:r>
            <a:r>
              <a:rPr lang="fr-CA" dirty="0"/>
              <a:t> par exemple </a:t>
            </a:r>
          </a:p>
          <a:p>
            <a:r>
              <a:rPr lang="fr-CA" dirty="0"/>
              <a:t>Si on accepte le risque on va de l’avant sans rien faire si on </a:t>
            </a:r>
            <a:r>
              <a:rPr lang="fr-CA" dirty="0" err="1"/>
              <a:t>résuit</a:t>
            </a:r>
            <a:r>
              <a:rPr lang="fr-CA" dirty="0"/>
              <a:t> le risque on fait des contrôle par exemple si on partage le risque on le partage avec </a:t>
            </a:r>
            <a:r>
              <a:rPr lang="fr-CA" dirty="0" err="1"/>
              <a:t>quelq’un</a:t>
            </a:r>
            <a:r>
              <a:rPr lang="fr-CA" dirty="0"/>
              <a:t> de l’</a:t>
            </a:r>
            <a:r>
              <a:rPr lang="fr-CA" dirty="0" err="1"/>
              <a:t>exterieur</a:t>
            </a:r>
            <a:r>
              <a:rPr lang="fr-CA" dirty="0"/>
              <a:t> comme les assurances ou bien autre entités dont on peut </a:t>
            </a:r>
            <a:r>
              <a:rPr lang="fr-CA" dirty="0" err="1"/>
              <a:t>parteger</a:t>
            </a:r>
            <a:r>
              <a:rPr lang="fr-CA" dirty="0"/>
              <a:t> ce risque donc on a 4 façon pour la gestion de risque soit on accepte le risque soit on abandonne donc on évite le risque soit on le réduits soit on le partage </a:t>
            </a:r>
          </a:p>
        </p:txBody>
      </p:sp>
      <p:sp>
        <p:nvSpPr>
          <p:cNvPr id="4" name="Espace réservé du numéro de diapositive 3"/>
          <p:cNvSpPr>
            <a:spLocks noGrp="1"/>
          </p:cNvSpPr>
          <p:nvPr>
            <p:ph type="sldNum" sz="quarter" idx="10"/>
          </p:nvPr>
        </p:nvSpPr>
        <p:spPr/>
        <p:txBody>
          <a:bodyPr/>
          <a:lstStyle/>
          <a:p>
            <a:fld id="{1F1F2D47-FF76-4FB8-96DA-10C04CB97B90}" type="slidenum">
              <a:rPr lang="fr-CA" smtClean="0"/>
              <a:t>17</a:t>
            </a:fld>
            <a:endParaRPr lang="fr-CA"/>
          </a:p>
        </p:txBody>
      </p:sp>
    </p:spTree>
    <p:extLst>
      <p:ext uri="{BB962C8B-B14F-4D97-AF65-F5344CB8AC3E}">
        <p14:creationId xmlns:p14="http://schemas.microsoft.com/office/powerpoint/2010/main" val="21881325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Espace réservé de l'image des diapositives 1"/>
          <p:cNvSpPr>
            <a:spLocks noGrp="1" noRot="1" noChangeAspect="1" noTextEdit="1"/>
          </p:cNvSpPr>
          <p:nvPr>
            <p:ph type="sldImg"/>
          </p:nvPr>
        </p:nvSpPr>
        <p:spPr>
          <a:ln/>
        </p:spPr>
      </p:sp>
      <p:sp>
        <p:nvSpPr>
          <p:cNvPr id="82947"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CA" altLang="fr-FR" dirty="0"/>
          </a:p>
        </p:txBody>
      </p:sp>
      <p:sp>
        <p:nvSpPr>
          <p:cNvPr id="82948"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4089" eaLnBrk="0" hangingPunct="0">
              <a:defRPr>
                <a:solidFill>
                  <a:schemeClr val="tx1"/>
                </a:solidFill>
                <a:latin typeface="Arial" charset="0"/>
              </a:defRPr>
            </a:lvl1pPr>
            <a:lvl2pPr marL="745996" indent="-286922" defTabSz="934089" eaLnBrk="0" hangingPunct="0">
              <a:defRPr>
                <a:solidFill>
                  <a:schemeClr val="tx1"/>
                </a:solidFill>
                <a:latin typeface="Arial" charset="0"/>
              </a:defRPr>
            </a:lvl2pPr>
            <a:lvl3pPr marL="1147686" indent="-229537" defTabSz="934089" eaLnBrk="0" hangingPunct="0">
              <a:defRPr>
                <a:solidFill>
                  <a:schemeClr val="tx1"/>
                </a:solidFill>
                <a:latin typeface="Arial" charset="0"/>
              </a:defRPr>
            </a:lvl3pPr>
            <a:lvl4pPr marL="1606761" indent="-229537" defTabSz="934089" eaLnBrk="0" hangingPunct="0">
              <a:defRPr>
                <a:solidFill>
                  <a:schemeClr val="tx1"/>
                </a:solidFill>
                <a:latin typeface="Arial" charset="0"/>
              </a:defRPr>
            </a:lvl4pPr>
            <a:lvl5pPr marL="2065835" indent="-229537" defTabSz="934089" eaLnBrk="0" hangingPunct="0">
              <a:defRPr>
                <a:solidFill>
                  <a:schemeClr val="tx1"/>
                </a:solidFill>
                <a:latin typeface="Arial" charset="0"/>
              </a:defRPr>
            </a:lvl5pPr>
            <a:lvl6pPr marL="2524910" indent="-229537" defTabSz="934089" eaLnBrk="0" fontAlgn="base" hangingPunct="0">
              <a:spcBef>
                <a:spcPct val="0"/>
              </a:spcBef>
              <a:spcAft>
                <a:spcPct val="0"/>
              </a:spcAft>
              <a:defRPr>
                <a:solidFill>
                  <a:schemeClr val="tx1"/>
                </a:solidFill>
                <a:latin typeface="Arial" charset="0"/>
              </a:defRPr>
            </a:lvl6pPr>
            <a:lvl7pPr marL="2983984" indent="-229537" defTabSz="934089" eaLnBrk="0" fontAlgn="base" hangingPunct="0">
              <a:spcBef>
                <a:spcPct val="0"/>
              </a:spcBef>
              <a:spcAft>
                <a:spcPct val="0"/>
              </a:spcAft>
              <a:defRPr>
                <a:solidFill>
                  <a:schemeClr val="tx1"/>
                </a:solidFill>
                <a:latin typeface="Arial" charset="0"/>
              </a:defRPr>
            </a:lvl7pPr>
            <a:lvl8pPr marL="3443059" indent="-229537" defTabSz="934089" eaLnBrk="0" fontAlgn="base" hangingPunct="0">
              <a:spcBef>
                <a:spcPct val="0"/>
              </a:spcBef>
              <a:spcAft>
                <a:spcPct val="0"/>
              </a:spcAft>
              <a:defRPr>
                <a:solidFill>
                  <a:schemeClr val="tx1"/>
                </a:solidFill>
                <a:latin typeface="Arial" charset="0"/>
              </a:defRPr>
            </a:lvl8pPr>
            <a:lvl9pPr marL="3902133" indent="-229537" defTabSz="934089" eaLnBrk="0" fontAlgn="base" hangingPunct="0">
              <a:spcBef>
                <a:spcPct val="0"/>
              </a:spcBef>
              <a:spcAft>
                <a:spcPct val="0"/>
              </a:spcAft>
              <a:defRPr>
                <a:solidFill>
                  <a:schemeClr val="tx1"/>
                </a:solidFill>
                <a:latin typeface="Arial" charset="0"/>
              </a:defRPr>
            </a:lvl9pPr>
          </a:lstStyle>
          <a:p>
            <a:fld id="{92E834F8-F593-4808-93F0-B58D85762879}" type="slidenum">
              <a:rPr lang="fr-CA" altLang="fr-FR" smtClean="0">
                <a:latin typeface="Times New Roman" pitchFamily="18" charset="0"/>
              </a:rPr>
              <a:pPr/>
              <a:t>18</a:t>
            </a:fld>
            <a:endParaRPr lang="fr-CA" altLang="fr-FR">
              <a:latin typeface="Times New Roman" pitchFamily="18" charset="0"/>
            </a:endParaRPr>
          </a:p>
        </p:txBody>
      </p:sp>
    </p:spTree>
    <p:extLst>
      <p:ext uri="{BB962C8B-B14F-4D97-AF65-F5344CB8AC3E}">
        <p14:creationId xmlns:p14="http://schemas.microsoft.com/office/powerpoint/2010/main" val="39218480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latinLnBrk="0"/>
            <a:r>
              <a:rPr lang="fr-CA" dirty="0"/>
              <a:t>Gestion de risque fait partie de la culture de l’entreprise </a:t>
            </a:r>
          </a:p>
          <a:p>
            <a:pPr latinLnBrk="0"/>
            <a:endParaRPr lang="fr-CA" dirty="0"/>
          </a:p>
        </p:txBody>
      </p:sp>
      <p:sp>
        <p:nvSpPr>
          <p:cNvPr id="4" name="Espace réservé du numéro de diapositive 3"/>
          <p:cNvSpPr>
            <a:spLocks noGrp="1"/>
          </p:cNvSpPr>
          <p:nvPr>
            <p:ph type="sldNum" sz="quarter" idx="10"/>
          </p:nvPr>
        </p:nvSpPr>
        <p:spPr/>
        <p:txBody>
          <a:bodyPr/>
          <a:lstStyle/>
          <a:p>
            <a:fld id="{1F1F2D47-FF76-4FB8-96DA-10C04CB97B90}" type="slidenum">
              <a:rPr lang="fr-CA" smtClean="0"/>
              <a:t>19</a:t>
            </a:fld>
            <a:endParaRPr lang="fr-CA"/>
          </a:p>
        </p:txBody>
      </p:sp>
    </p:spTree>
    <p:extLst>
      <p:ext uri="{BB962C8B-B14F-4D97-AF65-F5344CB8AC3E}">
        <p14:creationId xmlns:p14="http://schemas.microsoft.com/office/powerpoint/2010/main" val="25061133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10"/>
          </p:nvPr>
        </p:nvSpPr>
        <p:spPr/>
        <p:txBody>
          <a:bodyPr/>
          <a:lstStyle/>
          <a:p>
            <a:pPr>
              <a:defRPr/>
            </a:pPr>
            <a:fld id="{0A86C1D6-A916-4052-AE56-CEAE53184186}" type="slidenum">
              <a:rPr lang="fr-CA" smtClean="0"/>
              <a:pPr>
                <a:defRPr/>
              </a:pPr>
              <a:t>20</a:t>
            </a:fld>
            <a:endParaRPr lang="fr-CA" dirty="0"/>
          </a:p>
        </p:txBody>
      </p:sp>
    </p:spTree>
    <p:extLst>
      <p:ext uri="{BB962C8B-B14F-4D97-AF65-F5344CB8AC3E}">
        <p14:creationId xmlns:p14="http://schemas.microsoft.com/office/powerpoint/2010/main" val="19232418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10"/>
          </p:nvPr>
        </p:nvSpPr>
        <p:spPr/>
        <p:txBody>
          <a:bodyPr/>
          <a:lstStyle/>
          <a:p>
            <a:fld id="{1F1F2D47-FF76-4FB8-96DA-10C04CB97B90}" type="slidenum">
              <a:rPr lang="fr-CA" smtClean="0"/>
              <a:t>21</a:t>
            </a:fld>
            <a:endParaRPr lang="fr-CA"/>
          </a:p>
        </p:txBody>
      </p:sp>
    </p:spTree>
    <p:extLst>
      <p:ext uri="{BB962C8B-B14F-4D97-AF65-F5344CB8AC3E}">
        <p14:creationId xmlns:p14="http://schemas.microsoft.com/office/powerpoint/2010/main" val="23071333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CA" dirty="0"/>
              <a:t>Donc on fait sa tous le temps donc toujours on applique ce qui est dans </a:t>
            </a:r>
            <a:r>
              <a:rPr lang="fr-CA"/>
              <a:t>la boite a 6 </a:t>
            </a:r>
            <a:endParaRPr lang="fr-CA" dirty="0"/>
          </a:p>
        </p:txBody>
      </p:sp>
      <p:sp>
        <p:nvSpPr>
          <p:cNvPr id="4" name="Espace réservé du numéro de diapositive 3"/>
          <p:cNvSpPr>
            <a:spLocks noGrp="1"/>
          </p:cNvSpPr>
          <p:nvPr>
            <p:ph type="sldNum" sz="quarter" idx="10"/>
          </p:nvPr>
        </p:nvSpPr>
        <p:spPr/>
        <p:txBody>
          <a:bodyPr/>
          <a:lstStyle/>
          <a:p>
            <a:fld id="{1F1F2D47-FF76-4FB8-96DA-10C04CB97B90}" type="slidenum">
              <a:rPr lang="fr-CA" smtClean="0"/>
              <a:t>22</a:t>
            </a:fld>
            <a:endParaRPr lang="fr-CA"/>
          </a:p>
        </p:txBody>
      </p:sp>
    </p:spTree>
    <p:extLst>
      <p:ext uri="{BB962C8B-B14F-4D97-AF65-F5344CB8AC3E}">
        <p14:creationId xmlns:p14="http://schemas.microsoft.com/office/powerpoint/2010/main" val="30372096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1F1F2D47-FF76-4FB8-96DA-10C04CB97B90}" type="slidenum">
              <a:rPr lang="fr-CA" smtClean="0"/>
              <a:t>23</a:t>
            </a:fld>
            <a:endParaRPr lang="fr-CA"/>
          </a:p>
        </p:txBody>
      </p:sp>
    </p:spTree>
    <p:extLst>
      <p:ext uri="{BB962C8B-B14F-4D97-AF65-F5344CB8AC3E}">
        <p14:creationId xmlns:p14="http://schemas.microsoft.com/office/powerpoint/2010/main" val="9384755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1F1F2D47-FF76-4FB8-96DA-10C04CB97B90}" type="slidenum">
              <a:rPr lang="fr-CA" smtClean="0"/>
              <a:t>24</a:t>
            </a:fld>
            <a:endParaRPr lang="fr-CA"/>
          </a:p>
        </p:txBody>
      </p:sp>
    </p:spTree>
    <p:extLst>
      <p:ext uri="{BB962C8B-B14F-4D97-AF65-F5344CB8AC3E}">
        <p14:creationId xmlns:p14="http://schemas.microsoft.com/office/powerpoint/2010/main" val="336570561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Espace réservé de l'image des diapositives 1"/>
          <p:cNvSpPr>
            <a:spLocks noGrp="1" noRot="1" noChangeAspect="1" noTextEdit="1"/>
          </p:cNvSpPr>
          <p:nvPr>
            <p:ph type="sldImg"/>
          </p:nvPr>
        </p:nvSpPr>
        <p:spPr>
          <a:ln/>
        </p:spPr>
      </p:sp>
      <p:sp>
        <p:nvSpPr>
          <p:cNvPr id="89091"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CA" altLang="fr-FR"/>
          </a:p>
        </p:txBody>
      </p:sp>
      <p:sp>
        <p:nvSpPr>
          <p:cNvPr id="89092"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4089" eaLnBrk="0" hangingPunct="0">
              <a:defRPr>
                <a:solidFill>
                  <a:schemeClr val="tx1"/>
                </a:solidFill>
                <a:latin typeface="Arial" charset="0"/>
              </a:defRPr>
            </a:lvl1pPr>
            <a:lvl2pPr marL="745996" indent="-286922" defTabSz="934089" eaLnBrk="0" hangingPunct="0">
              <a:defRPr>
                <a:solidFill>
                  <a:schemeClr val="tx1"/>
                </a:solidFill>
                <a:latin typeface="Arial" charset="0"/>
              </a:defRPr>
            </a:lvl2pPr>
            <a:lvl3pPr marL="1147686" indent="-229537" defTabSz="934089" eaLnBrk="0" hangingPunct="0">
              <a:defRPr>
                <a:solidFill>
                  <a:schemeClr val="tx1"/>
                </a:solidFill>
                <a:latin typeface="Arial" charset="0"/>
              </a:defRPr>
            </a:lvl3pPr>
            <a:lvl4pPr marL="1606761" indent="-229537" defTabSz="934089" eaLnBrk="0" hangingPunct="0">
              <a:defRPr>
                <a:solidFill>
                  <a:schemeClr val="tx1"/>
                </a:solidFill>
                <a:latin typeface="Arial" charset="0"/>
              </a:defRPr>
            </a:lvl4pPr>
            <a:lvl5pPr marL="2065835" indent="-229537" defTabSz="934089" eaLnBrk="0" hangingPunct="0">
              <a:defRPr>
                <a:solidFill>
                  <a:schemeClr val="tx1"/>
                </a:solidFill>
                <a:latin typeface="Arial" charset="0"/>
              </a:defRPr>
            </a:lvl5pPr>
            <a:lvl6pPr marL="2524910" indent="-229537" defTabSz="934089" eaLnBrk="0" fontAlgn="base" hangingPunct="0">
              <a:spcBef>
                <a:spcPct val="0"/>
              </a:spcBef>
              <a:spcAft>
                <a:spcPct val="0"/>
              </a:spcAft>
              <a:defRPr>
                <a:solidFill>
                  <a:schemeClr val="tx1"/>
                </a:solidFill>
                <a:latin typeface="Arial" charset="0"/>
              </a:defRPr>
            </a:lvl6pPr>
            <a:lvl7pPr marL="2983984" indent="-229537" defTabSz="934089" eaLnBrk="0" fontAlgn="base" hangingPunct="0">
              <a:spcBef>
                <a:spcPct val="0"/>
              </a:spcBef>
              <a:spcAft>
                <a:spcPct val="0"/>
              </a:spcAft>
              <a:defRPr>
                <a:solidFill>
                  <a:schemeClr val="tx1"/>
                </a:solidFill>
                <a:latin typeface="Arial" charset="0"/>
              </a:defRPr>
            </a:lvl7pPr>
            <a:lvl8pPr marL="3443059" indent="-229537" defTabSz="934089" eaLnBrk="0" fontAlgn="base" hangingPunct="0">
              <a:spcBef>
                <a:spcPct val="0"/>
              </a:spcBef>
              <a:spcAft>
                <a:spcPct val="0"/>
              </a:spcAft>
              <a:defRPr>
                <a:solidFill>
                  <a:schemeClr val="tx1"/>
                </a:solidFill>
                <a:latin typeface="Arial" charset="0"/>
              </a:defRPr>
            </a:lvl8pPr>
            <a:lvl9pPr marL="3902133" indent="-229537" defTabSz="934089" eaLnBrk="0" fontAlgn="base" hangingPunct="0">
              <a:spcBef>
                <a:spcPct val="0"/>
              </a:spcBef>
              <a:spcAft>
                <a:spcPct val="0"/>
              </a:spcAft>
              <a:defRPr>
                <a:solidFill>
                  <a:schemeClr val="tx1"/>
                </a:solidFill>
                <a:latin typeface="Arial" charset="0"/>
              </a:defRPr>
            </a:lvl9pPr>
          </a:lstStyle>
          <a:p>
            <a:fld id="{BB8BFD88-F852-4CF0-87C9-E49987CD8963}" type="slidenum">
              <a:rPr lang="fr-CA" altLang="fr-FR" smtClean="0">
                <a:latin typeface="Times New Roman" pitchFamily="18" charset="0"/>
              </a:rPr>
              <a:pPr/>
              <a:t>25</a:t>
            </a:fld>
            <a:endParaRPr lang="fr-CA" altLang="fr-FR">
              <a:latin typeface="Times New Roman" pitchFamily="18" charset="0"/>
            </a:endParaRPr>
          </a:p>
        </p:txBody>
      </p:sp>
    </p:spTree>
    <p:extLst>
      <p:ext uri="{BB962C8B-B14F-4D97-AF65-F5344CB8AC3E}">
        <p14:creationId xmlns:p14="http://schemas.microsoft.com/office/powerpoint/2010/main" val="35193216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10"/>
          </p:nvPr>
        </p:nvSpPr>
        <p:spPr/>
        <p:txBody>
          <a:bodyPr/>
          <a:lstStyle/>
          <a:p>
            <a:pPr>
              <a:defRPr/>
            </a:pPr>
            <a:fld id="{0A86C1D6-A916-4052-AE56-CEAE53184186}" type="slidenum">
              <a:rPr lang="fr-CA" smtClean="0"/>
              <a:pPr>
                <a:defRPr/>
              </a:pPr>
              <a:t>26</a:t>
            </a:fld>
            <a:endParaRPr lang="fr-CA"/>
          </a:p>
        </p:txBody>
      </p:sp>
    </p:spTree>
    <p:extLst>
      <p:ext uri="{BB962C8B-B14F-4D97-AF65-F5344CB8AC3E}">
        <p14:creationId xmlns:p14="http://schemas.microsoft.com/office/powerpoint/2010/main" val="16792370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CA"/>
              <a:t>Axe objectif </a:t>
            </a:r>
            <a:r>
              <a:rPr lang="fr-CA" dirty="0"/>
              <a:t>indicateur de performance qui sera lier aux FCS </a:t>
            </a:r>
          </a:p>
        </p:txBody>
      </p:sp>
      <p:sp>
        <p:nvSpPr>
          <p:cNvPr id="4" name="Espace réservé du numéro de diapositive 3"/>
          <p:cNvSpPr>
            <a:spLocks noGrp="1"/>
          </p:cNvSpPr>
          <p:nvPr>
            <p:ph type="sldNum" sz="quarter" idx="10"/>
          </p:nvPr>
        </p:nvSpPr>
        <p:spPr/>
        <p:txBody>
          <a:bodyPr/>
          <a:lstStyle/>
          <a:p>
            <a:pPr>
              <a:defRPr/>
            </a:pPr>
            <a:fld id="{0A86C1D6-A916-4052-AE56-CEAE53184186}" type="slidenum">
              <a:rPr lang="fr-CA" smtClean="0"/>
              <a:pPr>
                <a:defRPr/>
              </a:pPr>
              <a:t>27</a:t>
            </a:fld>
            <a:endParaRPr lang="fr-CA" dirty="0"/>
          </a:p>
        </p:txBody>
      </p:sp>
    </p:spTree>
    <p:extLst>
      <p:ext uri="{BB962C8B-B14F-4D97-AF65-F5344CB8AC3E}">
        <p14:creationId xmlns:p14="http://schemas.microsoft.com/office/powerpoint/2010/main" val="169422107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10"/>
          </p:nvPr>
        </p:nvSpPr>
        <p:spPr/>
        <p:txBody>
          <a:bodyPr/>
          <a:lstStyle/>
          <a:p>
            <a:pPr>
              <a:defRPr/>
            </a:pPr>
            <a:fld id="{0A86C1D6-A916-4052-AE56-CEAE53184186}" type="slidenum">
              <a:rPr lang="fr-CA" smtClean="0"/>
              <a:pPr>
                <a:defRPr/>
              </a:pPr>
              <a:t>28</a:t>
            </a:fld>
            <a:endParaRPr lang="fr-CA"/>
          </a:p>
        </p:txBody>
      </p:sp>
    </p:spTree>
    <p:extLst>
      <p:ext uri="{BB962C8B-B14F-4D97-AF65-F5344CB8AC3E}">
        <p14:creationId xmlns:p14="http://schemas.microsoft.com/office/powerpoint/2010/main" val="127611710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Master" Target="../slideMasters/slideMaster1.xml"/><Relationship Id="rId5" Type="http://schemas.openxmlformats.org/officeDocument/2006/relationships/image" Target="../media/image1.emf"/><Relationship Id="rId4" Type="http://schemas.openxmlformats.org/officeDocument/2006/relationships/image" Target="../media/image6.jpe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pic>
        <p:nvPicPr>
          <p:cNvPr id="9" name="Imag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7939" y="1719405"/>
            <a:ext cx="10916123" cy="4554308"/>
          </a:xfrm>
          <a:prstGeom prst="rect">
            <a:avLst/>
          </a:prstGeom>
        </p:spPr>
      </p:pic>
      <p:sp>
        <p:nvSpPr>
          <p:cNvPr id="2" name="Titre 1"/>
          <p:cNvSpPr>
            <a:spLocks noGrp="1"/>
          </p:cNvSpPr>
          <p:nvPr>
            <p:ph type="ctrTitle"/>
          </p:nvPr>
        </p:nvSpPr>
        <p:spPr>
          <a:xfrm>
            <a:off x="638400" y="1715040"/>
            <a:ext cx="7032000" cy="1749600"/>
          </a:xfrm>
          <a:solidFill>
            <a:schemeClr val="accent2">
              <a:alpha val="80000"/>
            </a:schemeClr>
          </a:solidFill>
        </p:spPr>
        <p:txBody>
          <a:bodyPr bIns="72000">
            <a:normAutofit/>
          </a:bodyPr>
          <a:lstStyle>
            <a:lvl1pPr>
              <a:defRPr sz="4320">
                <a:solidFill>
                  <a:schemeClr val="accent1"/>
                </a:solidFill>
              </a:defRPr>
            </a:lvl1pPr>
          </a:lstStyle>
          <a:p>
            <a:r>
              <a:rPr lang="fr-FR" noProof="0"/>
              <a:t>Modifiez le style du titre</a:t>
            </a:r>
            <a:endParaRPr lang="fr-CA" noProof="0" dirty="0"/>
          </a:p>
        </p:txBody>
      </p:sp>
      <p:sp>
        <p:nvSpPr>
          <p:cNvPr id="3" name="Sous-titre 2"/>
          <p:cNvSpPr>
            <a:spLocks noGrp="1"/>
          </p:cNvSpPr>
          <p:nvPr>
            <p:ph type="subTitle" idx="1"/>
          </p:nvPr>
        </p:nvSpPr>
        <p:spPr>
          <a:xfrm>
            <a:off x="638400" y="3555187"/>
            <a:ext cx="7022400" cy="482803"/>
          </a:xfrm>
          <a:solidFill>
            <a:schemeClr val="accent2">
              <a:alpha val="80000"/>
            </a:schemeClr>
          </a:solidFill>
        </p:spPr>
        <p:txBody>
          <a:bodyPr anchor="ctr" anchorCtr="0">
            <a:normAutofit/>
          </a:bodyPr>
          <a:lstStyle>
            <a:lvl1pPr marL="0" indent="0" algn="l">
              <a:buNone/>
              <a:defRPr sz="2400">
                <a:solidFill>
                  <a:schemeClr val="accent1"/>
                </a:solidFill>
              </a:defRPr>
            </a:lvl1pPr>
            <a:lvl2pPr marL="548640" indent="0" algn="ctr">
              <a:buNone/>
              <a:defRPr>
                <a:solidFill>
                  <a:schemeClr val="tx1">
                    <a:tint val="75000"/>
                  </a:schemeClr>
                </a:solidFill>
              </a:defRPr>
            </a:lvl2pPr>
            <a:lvl3pPr marL="1097280" indent="0" algn="ctr">
              <a:buNone/>
              <a:defRPr>
                <a:solidFill>
                  <a:schemeClr val="tx1">
                    <a:tint val="75000"/>
                  </a:schemeClr>
                </a:solidFill>
              </a:defRPr>
            </a:lvl3pPr>
            <a:lvl4pPr marL="1645920" indent="0" algn="ctr">
              <a:buNone/>
              <a:defRPr>
                <a:solidFill>
                  <a:schemeClr val="tx1">
                    <a:tint val="75000"/>
                  </a:schemeClr>
                </a:solidFill>
              </a:defRPr>
            </a:lvl4pPr>
            <a:lvl5pPr marL="2194560" indent="0" algn="ctr">
              <a:buNone/>
              <a:defRPr>
                <a:solidFill>
                  <a:schemeClr val="tx1">
                    <a:tint val="75000"/>
                  </a:schemeClr>
                </a:solidFill>
              </a:defRPr>
            </a:lvl5pPr>
            <a:lvl6pPr marL="2743200" indent="0" algn="ctr">
              <a:buNone/>
              <a:defRPr>
                <a:solidFill>
                  <a:schemeClr val="tx1">
                    <a:tint val="75000"/>
                  </a:schemeClr>
                </a:solidFill>
              </a:defRPr>
            </a:lvl6pPr>
            <a:lvl7pPr marL="3291840" indent="0" algn="ctr">
              <a:buNone/>
              <a:defRPr>
                <a:solidFill>
                  <a:schemeClr val="tx1">
                    <a:tint val="75000"/>
                  </a:schemeClr>
                </a:solidFill>
              </a:defRPr>
            </a:lvl7pPr>
            <a:lvl8pPr marL="3840480" indent="0" algn="ctr">
              <a:buNone/>
              <a:defRPr>
                <a:solidFill>
                  <a:schemeClr val="tx1">
                    <a:tint val="75000"/>
                  </a:schemeClr>
                </a:solidFill>
              </a:defRPr>
            </a:lvl8pPr>
            <a:lvl9pPr marL="4389120" indent="0" algn="ctr">
              <a:buNone/>
              <a:defRPr>
                <a:solidFill>
                  <a:schemeClr val="tx1">
                    <a:tint val="75000"/>
                  </a:schemeClr>
                </a:solidFill>
              </a:defRPr>
            </a:lvl9pPr>
          </a:lstStyle>
          <a:p>
            <a:r>
              <a:rPr lang="fr-FR" noProof="0"/>
              <a:t>Modifiez le style des sous-titres du masque</a:t>
            </a:r>
            <a:endParaRPr lang="fr-CA" noProof="0" dirty="0"/>
          </a:p>
        </p:txBody>
      </p:sp>
      <p:sp>
        <p:nvSpPr>
          <p:cNvPr id="6" name="Espace réservé du numéro de diapositive 5"/>
          <p:cNvSpPr>
            <a:spLocks noGrp="1"/>
          </p:cNvSpPr>
          <p:nvPr>
            <p:ph type="sldNum" sz="quarter" idx="12"/>
          </p:nvPr>
        </p:nvSpPr>
        <p:spPr>
          <a:xfrm>
            <a:off x="10934400" y="6462720"/>
            <a:ext cx="619200" cy="164160"/>
          </a:xfrm>
        </p:spPr>
        <p:txBody>
          <a:bodyPr vert="horz" lIns="91440" tIns="45720" rIns="91440" bIns="45720" rtlCol="0" anchor="ctr"/>
          <a:lstStyle>
            <a:lvl1pPr marL="0" algn="r" defTabSz="1097280" rtl="0" eaLnBrk="1" latinLnBrk="0" hangingPunct="1">
              <a:defRPr lang="fr-CA" sz="804" kern="1200" smtClean="0">
                <a:solidFill>
                  <a:schemeClr val="accent2"/>
                </a:solidFill>
                <a:latin typeface="+mn-lt"/>
                <a:ea typeface="+mn-ea"/>
                <a:cs typeface="+mn-cs"/>
              </a:defRPr>
            </a:lvl1pPr>
          </a:lstStyle>
          <a:p>
            <a:fld id="{EEB25B09-B9A6-4811-8700-6D36B9CE20D1}" type="slidenum">
              <a:rPr lang="fr-CA" smtClean="0"/>
              <a:t>‹N°›</a:t>
            </a:fld>
            <a:endParaRPr lang="fr-CA"/>
          </a:p>
        </p:txBody>
      </p:sp>
      <p:pic>
        <p:nvPicPr>
          <p:cNvPr id="7" name="Imag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9892" y="280875"/>
            <a:ext cx="7043697" cy="978868"/>
          </a:xfrm>
          <a:prstGeom prst="rect">
            <a:avLst/>
          </a:prstGeom>
        </p:spPr>
      </p:pic>
      <p:sp>
        <p:nvSpPr>
          <p:cNvPr id="11" name="Espace réservé du pied de page 10"/>
          <p:cNvSpPr>
            <a:spLocks noGrp="1"/>
          </p:cNvSpPr>
          <p:nvPr>
            <p:ph type="ftr" sz="quarter" idx="14"/>
          </p:nvPr>
        </p:nvSpPr>
        <p:spPr>
          <a:xfrm>
            <a:off x="637938" y="6033953"/>
            <a:ext cx="2865599" cy="240066"/>
          </a:xfrm>
          <a:solidFill>
            <a:schemeClr val="accent2"/>
          </a:solidFill>
        </p:spPr>
        <p:txBody>
          <a:bodyPr/>
          <a:lstStyle>
            <a:lvl1pPr algn="l">
              <a:defRPr sz="1560" cap="all" baseline="0">
                <a:solidFill>
                  <a:schemeClr val="bg1"/>
                </a:solidFill>
              </a:defRPr>
            </a:lvl1pPr>
          </a:lstStyle>
          <a:p>
            <a:r>
              <a:rPr lang="fr-CA"/>
              <a:t>(C) HEC montréal</a:t>
            </a:r>
          </a:p>
        </p:txBody>
      </p:sp>
      <p:sp>
        <p:nvSpPr>
          <p:cNvPr id="13" name="Espace réservé de la date 12"/>
          <p:cNvSpPr>
            <a:spLocks noGrp="1"/>
          </p:cNvSpPr>
          <p:nvPr>
            <p:ph type="dt" sz="half" idx="15"/>
          </p:nvPr>
        </p:nvSpPr>
        <p:spPr/>
        <p:txBody>
          <a:bodyPr/>
          <a:lstStyle/>
          <a:p>
            <a:fld id="{555A58C0-08F0-4A50-B07B-6D1C5C48A4F1}" type="datetime1">
              <a:rPr lang="fr-CA" smtClean="0"/>
              <a:t>2025-04-12</a:t>
            </a:fld>
            <a:endParaRPr lang="fr-CA"/>
          </a:p>
        </p:txBody>
      </p:sp>
    </p:spTree>
    <p:extLst>
      <p:ext uri="{BB962C8B-B14F-4D97-AF65-F5344CB8AC3E}">
        <p14:creationId xmlns:p14="http://schemas.microsoft.com/office/powerpoint/2010/main" val="21983613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638400" y="575623"/>
            <a:ext cx="10915200" cy="987552"/>
          </a:xfrm>
        </p:spPr>
        <p:txBody>
          <a:bodyPr/>
          <a:lstStyle/>
          <a:p>
            <a:r>
              <a:rPr lang="fr-CA" noProof="0" dirty="0"/>
              <a:t>Click to </a:t>
            </a:r>
            <a:r>
              <a:rPr lang="fr-CA" noProof="0" dirty="0" err="1"/>
              <a:t>edit</a:t>
            </a:r>
            <a:r>
              <a:rPr lang="fr-CA" noProof="0" dirty="0"/>
              <a:t> </a:t>
            </a:r>
            <a:r>
              <a:rPr lang="fr-CA" noProof="0" dirty="0" err="1"/>
              <a:t>title</a:t>
            </a:r>
            <a:r>
              <a:rPr lang="fr-CA" noProof="0" dirty="0"/>
              <a:t> style</a:t>
            </a:r>
          </a:p>
        </p:txBody>
      </p:sp>
      <p:sp>
        <p:nvSpPr>
          <p:cNvPr id="3" name="Espace réservé du contenu 2"/>
          <p:cNvSpPr>
            <a:spLocks noGrp="1"/>
          </p:cNvSpPr>
          <p:nvPr>
            <p:ph idx="1"/>
          </p:nvPr>
        </p:nvSpPr>
        <p:spPr>
          <a:xfrm>
            <a:off x="638400" y="1893224"/>
            <a:ext cx="10915200" cy="3825587"/>
          </a:xfrm>
        </p:spPr>
        <p:txBody>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dirty="0"/>
          </a:p>
        </p:txBody>
      </p:sp>
      <p:sp>
        <p:nvSpPr>
          <p:cNvPr id="4" name="Espace réservé de la date 3"/>
          <p:cNvSpPr>
            <a:spLocks noGrp="1"/>
          </p:cNvSpPr>
          <p:nvPr>
            <p:ph type="dt" sz="half" idx="10"/>
          </p:nvPr>
        </p:nvSpPr>
        <p:spPr/>
        <p:txBody>
          <a:bodyPr/>
          <a:lstStyle/>
          <a:p>
            <a:fld id="{7CE6CC53-9834-49DE-99C7-7F6AD1C4BD1F}" type="datetime1">
              <a:rPr lang="fr-CA" smtClean="0"/>
              <a:t>2025-04-12</a:t>
            </a:fld>
            <a:endParaRPr lang="fr-CA"/>
          </a:p>
        </p:txBody>
      </p:sp>
      <p:sp>
        <p:nvSpPr>
          <p:cNvPr id="5" name="Espace réservé du pied de page 4"/>
          <p:cNvSpPr>
            <a:spLocks noGrp="1"/>
          </p:cNvSpPr>
          <p:nvPr>
            <p:ph type="ftr" sz="quarter" idx="11"/>
          </p:nvPr>
        </p:nvSpPr>
        <p:spPr/>
        <p:txBody>
          <a:bodyPr/>
          <a:lstStyle/>
          <a:p>
            <a:r>
              <a:rPr lang="fr-CA"/>
              <a:t>(C) HEC montréal</a:t>
            </a:r>
          </a:p>
        </p:txBody>
      </p:sp>
      <p:sp>
        <p:nvSpPr>
          <p:cNvPr id="6" name="Espace réservé du numéro de diapositive 5"/>
          <p:cNvSpPr>
            <a:spLocks noGrp="1"/>
          </p:cNvSpPr>
          <p:nvPr>
            <p:ph type="sldNum" sz="quarter" idx="12"/>
          </p:nvPr>
        </p:nvSpPr>
        <p:spPr/>
        <p:txBody>
          <a:bodyPr/>
          <a:lstStyle/>
          <a:p>
            <a:fld id="{EEB25B09-B9A6-4811-8700-6D36B9CE20D1}" type="slidenum">
              <a:rPr lang="fr-CA" smtClean="0"/>
              <a:t>‹N°›</a:t>
            </a:fld>
            <a:endParaRPr lang="fr-CA"/>
          </a:p>
        </p:txBody>
      </p:sp>
      <p:sp>
        <p:nvSpPr>
          <p:cNvPr id="7" name="TextBox 6"/>
          <p:cNvSpPr txBox="1"/>
          <p:nvPr/>
        </p:nvSpPr>
        <p:spPr>
          <a:xfrm>
            <a:off x="461433" y="5718810"/>
            <a:ext cx="1219200" cy="1097280"/>
          </a:xfrm>
          <a:prstGeom prst="rect">
            <a:avLst/>
          </a:prstGeom>
        </p:spPr>
        <p:txBody>
          <a:bodyPr vert="horz" wrap="none" lIns="109728" tIns="54864" rIns="109728" bIns="54864" rtlCol="0">
            <a:normAutofit/>
          </a:bodyPr>
          <a:lstStyle/>
          <a:p>
            <a:pPr marL="185760" indent="-185760">
              <a:buClr>
                <a:schemeClr val="accent2"/>
              </a:buClr>
              <a:buSzPct val="125000"/>
              <a:buFont typeface="Arial" panose="020B0604020202020204" pitchFamily="34" charset="0"/>
              <a:buChar char="•"/>
            </a:pPr>
            <a:endParaRPr lang="fr-CA" sz="2004" noProof="0" dirty="0"/>
          </a:p>
        </p:txBody>
      </p:sp>
    </p:spTree>
    <p:extLst>
      <p:ext uri="{BB962C8B-B14F-4D97-AF65-F5344CB8AC3E}">
        <p14:creationId xmlns:p14="http://schemas.microsoft.com/office/powerpoint/2010/main" val="2215194153"/>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sp>
        <p:nvSpPr>
          <p:cNvPr id="4" name="Rectangle 3"/>
          <p:cNvSpPr/>
          <p:nvPr/>
        </p:nvSpPr>
        <p:spPr>
          <a:xfrm>
            <a:off x="2749419" y="4143768"/>
            <a:ext cx="8804180" cy="173370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2160" noProof="0" dirty="0"/>
          </a:p>
        </p:txBody>
      </p:sp>
      <p:pic>
        <p:nvPicPr>
          <p:cNvPr id="8" name="Image 7"/>
          <p:cNvPicPr>
            <a:picLocks noChangeAspect="1"/>
          </p:cNvPicPr>
          <p:nvPr/>
        </p:nvPicPr>
        <p:blipFill rotWithShape="1">
          <a:blip r:embed="rId2" cstate="print">
            <a:extLst>
              <a:ext uri="{28A0092B-C50C-407E-A947-70E740481C1C}">
                <a14:useLocalDpi xmlns:a14="http://schemas.microsoft.com/office/drawing/2010/main" val="0"/>
              </a:ext>
            </a:extLst>
          </a:blip>
          <a:srcRect t="-914"/>
          <a:stretch/>
        </p:blipFill>
        <p:spPr>
          <a:xfrm>
            <a:off x="7787951" y="1685399"/>
            <a:ext cx="3766109" cy="2367820"/>
          </a:xfrm>
          <a:prstGeom prst="rect">
            <a:avLst/>
          </a:prstGeom>
        </p:spPr>
      </p:pic>
      <p:sp>
        <p:nvSpPr>
          <p:cNvPr id="2" name="Titre 1"/>
          <p:cNvSpPr>
            <a:spLocks noGrp="1"/>
          </p:cNvSpPr>
          <p:nvPr>
            <p:ph type="title"/>
          </p:nvPr>
        </p:nvSpPr>
        <p:spPr>
          <a:xfrm>
            <a:off x="638400" y="1715039"/>
            <a:ext cx="7032000" cy="1749600"/>
          </a:xfrm>
          <a:solidFill>
            <a:schemeClr val="accent2"/>
          </a:solidFill>
        </p:spPr>
        <p:txBody>
          <a:bodyPr vert="horz" lIns="91440" tIns="45720" rIns="91440" bIns="72000" rtlCol="0" anchor="ctr">
            <a:normAutofit/>
          </a:bodyPr>
          <a:lstStyle>
            <a:lvl1pPr algn="l" defTabSz="1097280" rtl="0" eaLnBrk="1" latinLnBrk="0" hangingPunct="1">
              <a:spcBef>
                <a:spcPct val="0"/>
              </a:spcBef>
              <a:buNone/>
              <a:defRPr lang="fr-CA" sz="4320" b="1" kern="1200" dirty="0">
                <a:solidFill>
                  <a:schemeClr val="accent1"/>
                </a:solidFill>
                <a:latin typeface="+mj-lt"/>
                <a:ea typeface="+mj-ea"/>
                <a:cs typeface="+mj-cs"/>
              </a:defRPr>
            </a:lvl1pPr>
          </a:lstStyle>
          <a:p>
            <a:r>
              <a:rPr lang="fr-FR" noProof="0"/>
              <a:t>Modifiez le style du titre</a:t>
            </a:r>
            <a:endParaRPr lang="fr-CA" noProof="0" dirty="0"/>
          </a:p>
        </p:txBody>
      </p:sp>
      <p:sp>
        <p:nvSpPr>
          <p:cNvPr id="3" name="Espace réservé du texte 2"/>
          <p:cNvSpPr>
            <a:spLocks noGrp="1"/>
          </p:cNvSpPr>
          <p:nvPr>
            <p:ph type="body" idx="1"/>
          </p:nvPr>
        </p:nvSpPr>
        <p:spPr>
          <a:xfrm>
            <a:off x="638400" y="3555187"/>
            <a:ext cx="7022400" cy="482803"/>
          </a:xfrm>
          <a:solidFill>
            <a:schemeClr val="accent2"/>
          </a:solidFill>
        </p:spPr>
        <p:txBody>
          <a:bodyPr vert="horz" lIns="91440" tIns="45720" rIns="91440" bIns="45720" rtlCol="0" anchor="ctr" anchorCtr="0">
            <a:normAutofit/>
          </a:bodyPr>
          <a:lstStyle>
            <a:lvl1pPr marL="0" indent="0" algn="l" defTabSz="1097280" rtl="0" eaLnBrk="1" latinLnBrk="0" hangingPunct="1">
              <a:spcBef>
                <a:spcPct val="20000"/>
              </a:spcBef>
              <a:buClr>
                <a:schemeClr val="accent2"/>
              </a:buClr>
              <a:buSzPct val="125000"/>
              <a:buFont typeface="Arial" pitchFamily="34" charset="0"/>
              <a:buNone/>
              <a:defRPr lang="fr-FR" sz="2400" kern="1200" smtClean="0">
                <a:solidFill>
                  <a:schemeClr val="accent1"/>
                </a:solidFill>
                <a:latin typeface="+mn-lt"/>
                <a:ea typeface="+mn-ea"/>
                <a:cs typeface="+mn-cs"/>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fr-FR" noProof="0"/>
              <a:t>Cliquez pour modifier les styles du texte du masque</a:t>
            </a:r>
          </a:p>
        </p:txBody>
      </p:sp>
      <p:sp>
        <p:nvSpPr>
          <p:cNvPr id="6" name="Espace réservé du numéro de diapositive 5"/>
          <p:cNvSpPr>
            <a:spLocks noGrp="1"/>
          </p:cNvSpPr>
          <p:nvPr>
            <p:ph type="sldNum" sz="quarter" idx="12"/>
          </p:nvPr>
        </p:nvSpPr>
        <p:spPr/>
        <p:txBody>
          <a:bodyPr/>
          <a:lstStyle/>
          <a:p>
            <a:fld id="{EEB25B09-B9A6-4811-8700-6D36B9CE20D1}" type="slidenum">
              <a:rPr lang="fr-CA" smtClean="0"/>
              <a:t>‹N°›</a:t>
            </a:fld>
            <a:endParaRPr lang="fr-CA"/>
          </a:p>
        </p:txBody>
      </p:sp>
      <p:sp>
        <p:nvSpPr>
          <p:cNvPr id="10" name="Espace réservé de la date 9"/>
          <p:cNvSpPr>
            <a:spLocks noGrp="1"/>
          </p:cNvSpPr>
          <p:nvPr>
            <p:ph type="dt" sz="half" idx="13"/>
          </p:nvPr>
        </p:nvSpPr>
        <p:spPr/>
        <p:txBody>
          <a:bodyPr/>
          <a:lstStyle/>
          <a:p>
            <a:fld id="{F1CC4052-1310-45CC-AB2F-03ABCF62E9FF}" type="datetime1">
              <a:rPr lang="fr-CA" smtClean="0"/>
              <a:t>2025-04-12</a:t>
            </a:fld>
            <a:endParaRPr lang="fr-CA"/>
          </a:p>
        </p:txBody>
      </p:sp>
      <p:sp>
        <p:nvSpPr>
          <p:cNvPr id="11" name="Espace réservé du pied de page 10"/>
          <p:cNvSpPr>
            <a:spLocks noGrp="1"/>
          </p:cNvSpPr>
          <p:nvPr>
            <p:ph type="ftr" sz="quarter" idx="14"/>
          </p:nvPr>
        </p:nvSpPr>
        <p:spPr/>
        <p:txBody>
          <a:bodyPr/>
          <a:lstStyle/>
          <a:p>
            <a:r>
              <a:rPr lang="fr-CA"/>
              <a:t>(C) HEC montréal</a:t>
            </a:r>
          </a:p>
        </p:txBody>
      </p:sp>
      <p:pic>
        <p:nvPicPr>
          <p:cNvPr id="13" name="Image 7"/>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7775511" y="1719405"/>
            <a:ext cx="3778552" cy="2333814"/>
          </a:xfrm>
          <a:prstGeom prst="rect">
            <a:avLst/>
          </a:prstGeom>
        </p:spPr>
      </p:pic>
      <p:sp>
        <p:nvSpPr>
          <p:cNvPr id="5" name="Rectangle 4"/>
          <p:cNvSpPr/>
          <p:nvPr/>
        </p:nvSpPr>
        <p:spPr>
          <a:xfrm>
            <a:off x="638400" y="4143767"/>
            <a:ext cx="2023936" cy="17337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2160" noProof="0" dirty="0"/>
          </a:p>
        </p:txBody>
      </p:sp>
      <p:pic>
        <p:nvPicPr>
          <p:cNvPr id="12" name="Image 7"/>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7775511" y="1719406"/>
            <a:ext cx="3778551" cy="2345009"/>
          </a:xfrm>
          <a:prstGeom prst="rect">
            <a:avLst/>
          </a:prstGeom>
        </p:spPr>
      </p:pic>
      <p:pic>
        <p:nvPicPr>
          <p:cNvPr id="14" name="Image 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589805" y="6038593"/>
            <a:ext cx="2053463" cy="255431"/>
          </a:xfrm>
          <a:prstGeom prst="rect">
            <a:avLst/>
          </a:prstGeom>
        </p:spPr>
      </p:pic>
    </p:spTree>
    <p:extLst>
      <p:ext uri="{BB962C8B-B14F-4D97-AF65-F5344CB8AC3E}">
        <p14:creationId xmlns:p14="http://schemas.microsoft.com/office/powerpoint/2010/main" val="29695643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a:xfrm>
            <a:off x="638400" y="577216"/>
            <a:ext cx="10915200" cy="988033"/>
          </a:xfrm>
        </p:spPr>
        <p:txBody>
          <a:bodyPr/>
          <a:lstStyle/>
          <a:p>
            <a:r>
              <a:rPr lang="fr-FR" noProof="0"/>
              <a:t>Modifiez le style du titre</a:t>
            </a:r>
            <a:endParaRPr lang="fr-CA" noProof="0" dirty="0"/>
          </a:p>
        </p:txBody>
      </p:sp>
      <p:sp>
        <p:nvSpPr>
          <p:cNvPr id="3" name="Espace réservé du contenu 2"/>
          <p:cNvSpPr>
            <a:spLocks noGrp="1"/>
          </p:cNvSpPr>
          <p:nvPr>
            <p:ph sz="half" idx="1"/>
          </p:nvPr>
        </p:nvSpPr>
        <p:spPr>
          <a:xfrm>
            <a:off x="609600" y="1821282"/>
            <a:ext cx="5384800" cy="3897529"/>
          </a:xfrm>
        </p:spPr>
        <p:txBody>
          <a:bodyPr>
            <a:normAutofit/>
          </a:bodyPr>
          <a:lstStyle>
            <a:lvl1pPr>
              <a:defRPr sz="2004"/>
            </a:lvl1pPr>
            <a:lvl2pPr>
              <a:defRPr sz="2004"/>
            </a:lvl2pPr>
            <a:lvl3pPr>
              <a:defRPr sz="2004"/>
            </a:lvl3pPr>
            <a:lvl4pPr>
              <a:defRPr sz="2004"/>
            </a:lvl4pPr>
            <a:lvl5pPr>
              <a:defRPr sz="2004"/>
            </a:lvl5pPr>
            <a:lvl6pPr>
              <a:defRPr sz="2160"/>
            </a:lvl6pPr>
            <a:lvl7pPr>
              <a:defRPr sz="2160"/>
            </a:lvl7pPr>
            <a:lvl8pPr>
              <a:defRPr sz="2160"/>
            </a:lvl8pPr>
            <a:lvl9pPr>
              <a:defRPr sz="216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dirty="0"/>
          </a:p>
        </p:txBody>
      </p:sp>
      <p:sp>
        <p:nvSpPr>
          <p:cNvPr id="4" name="Espace réservé du contenu 3"/>
          <p:cNvSpPr>
            <a:spLocks noGrp="1"/>
          </p:cNvSpPr>
          <p:nvPr>
            <p:ph sz="half" idx="2"/>
          </p:nvPr>
        </p:nvSpPr>
        <p:spPr>
          <a:xfrm>
            <a:off x="6197600" y="1821282"/>
            <a:ext cx="5384800" cy="3897529"/>
          </a:xfrm>
        </p:spPr>
        <p:txBody>
          <a:bodyPr>
            <a:normAutofit/>
          </a:bodyPr>
          <a:lstStyle>
            <a:lvl1pPr>
              <a:defRPr sz="2004"/>
            </a:lvl1pPr>
            <a:lvl2pPr>
              <a:defRPr sz="2004"/>
            </a:lvl2pPr>
            <a:lvl3pPr>
              <a:defRPr sz="2004"/>
            </a:lvl3pPr>
            <a:lvl4pPr>
              <a:defRPr sz="2004"/>
            </a:lvl4pPr>
            <a:lvl5pPr>
              <a:defRPr sz="2004"/>
            </a:lvl5pPr>
            <a:lvl6pPr>
              <a:defRPr sz="2160"/>
            </a:lvl6pPr>
            <a:lvl7pPr>
              <a:defRPr sz="2160"/>
            </a:lvl7pPr>
            <a:lvl8pPr>
              <a:defRPr sz="2160"/>
            </a:lvl8pPr>
            <a:lvl9pPr>
              <a:defRPr sz="216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dirty="0"/>
          </a:p>
        </p:txBody>
      </p:sp>
      <p:sp>
        <p:nvSpPr>
          <p:cNvPr id="5" name="Espace réservé de la date 4"/>
          <p:cNvSpPr>
            <a:spLocks noGrp="1"/>
          </p:cNvSpPr>
          <p:nvPr>
            <p:ph type="dt" sz="half" idx="10"/>
          </p:nvPr>
        </p:nvSpPr>
        <p:spPr/>
        <p:txBody>
          <a:bodyPr/>
          <a:lstStyle/>
          <a:p>
            <a:fld id="{3DA654CD-DF54-4297-AB04-B1C5A2A1A70B}" type="datetime1">
              <a:rPr lang="fr-CA" smtClean="0"/>
              <a:t>2025-04-12</a:t>
            </a:fld>
            <a:endParaRPr lang="fr-CA"/>
          </a:p>
        </p:txBody>
      </p:sp>
      <p:sp>
        <p:nvSpPr>
          <p:cNvPr id="6" name="Espace réservé du pied de page 5"/>
          <p:cNvSpPr>
            <a:spLocks noGrp="1"/>
          </p:cNvSpPr>
          <p:nvPr>
            <p:ph type="ftr" sz="quarter" idx="11"/>
          </p:nvPr>
        </p:nvSpPr>
        <p:spPr/>
        <p:txBody>
          <a:bodyPr/>
          <a:lstStyle/>
          <a:p>
            <a:r>
              <a:rPr lang="fr-CA"/>
              <a:t>(C) HEC montréal</a:t>
            </a:r>
          </a:p>
        </p:txBody>
      </p:sp>
      <p:sp>
        <p:nvSpPr>
          <p:cNvPr id="7" name="Espace réservé du numéro de diapositive 6"/>
          <p:cNvSpPr>
            <a:spLocks noGrp="1"/>
          </p:cNvSpPr>
          <p:nvPr>
            <p:ph type="sldNum" sz="quarter" idx="12"/>
          </p:nvPr>
        </p:nvSpPr>
        <p:spPr/>
        <p:txBody>
          <a:bodyPr/>
          <a:lstStyle/>
          <a:p>
            <a:fld id="{EEB25B09-B9A6-4811-8700-6D36B9CE20D1}" type="slidenum">
              <a:rPr lang="fr-CA" smtClean="0"/>
              <a:t>‹N°›</a:t>
            </a:fld>
            <a:endParaRPr lang="fr-CA"/>
          </a:p>
        </p:txBody>
      </p:sp>
    </p:spTree>
    <p:extLst>
      <p:ext uri="{BB962C8B-B14F-4D97-AF65-F5344CB8AC3E}">
        <p14:creationId xmlns:p14="http://schemas.microsoft.com/office/powerpoint/2010/main" val="97440231"/>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638400" y="574442"/>
            <a:ext cx="10915200" cy="984599"/>
          </a:xfrm>
        </p:spPr>
        <p:txBody>
          <a:bodyPr/>
          <a:lstStyle>
            <a:lvl1pPr>
              <a:defRPr/>
            </a:lvl1pPr>
          </a:lstStyle>
          <a:p>
            <a:r>
              <a:rPr lang="fr-FR" noProof="0"/>
              <a:t>Modifiez le style du titre</a:t>
            </a:r>
            <a:endParaRPr lang="fr-CA" noProof="0" dirty="0"/>
          </a:p>
        </p:txBody>
      </p:sp>
      <p:sp>
        <p:nvSpPr>
          <p:cNvPr id="3" name="Espace réservé du texte 2"/>
          <p:cNvSpPr>
            <a:spLocks noGrp="1"/>
          </p:cNvSpPr>
          <p:nvPr>
            <p:ph type="body" idx="1"/>
          </p:nvPr>
        </p:nvSpPr>
        <p:spPr>
          <a:xfrm>
            <a:off x="609600" y="1813561"/>
            <a:ext cx="5386917" cy="639762"/>
          </a:xfrm>
        </p:spPr>
        <p:txBody>
          <a:bodyPr anchor="b">
            <a:noAutofit/>
          </a:bodyPr>
          <a:lstStyle>
            <a:lvl1pPr marL="0" indent="0">
              <a:buNone/>
              <a:defRPr sz="1800" b="1" cap="all" baseline="0"/>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fr-FR" noProof="0"/>
              <a:t>Cliquez pour modifier les styles du texte du masque</a:t>
            </a:r>
          </a:p>
        </p:txBody>
      </p:sp>
      <p:sp>
        <p:nvSpPr>
          <p:cNvPr id="4" name="Espace réservé du contenu 3"/>
          <p:cNvSpPr>
            <a:spLocks noGrp="1"/>
          </p:cNvSpPr>
          <p:nvPr>
            <p:ph sz="half" idx="2"/>
          </p:nvPr>
        </p:nvSpPr>
        <p:spPr>
          <a:xfrm>
            <a:off x="609600" y="2453323"/>
            <a:ext cx="5386917" cy="3265488"/>
          </a:xfrm>
        </p:spPr>
        <p:txBody>
          <a:bodyPr>
            <a:normAutofit/>
          </a:bodyPr>
          <a:lstStyle>
            <a:lvl1pPr>
              <a:defRPr sz="2004"/>
            </a:lvl1pPr>
            <a:lvl2pPr>
              <a:defRPr sz="2004"/>
            </a:lvl2pPr>
            <a:lvl3pPr>
              <a:defRPr sz="2004"/>
            </a:lvl3pPr>
            <a:lvl4pPr>
              <a:defRPr sz="2004"/>
            </a:lvl4pPr>
            <a:lvl5pPr>
              <a:defRPr sz="2004"/>
            </a:lvl5pPr>
            <a:lvl6pPr>
              <a:defRPr sz="1920"/>
            </a:lvl6pPr>
            <a:lvl7pPr>
              <a:defRPr sz="1920"/>
            </a:lvl7pPr>
            <a:lvl8pPr>
              <a:defRPr sz="1920"/>
            </a:lvl8pPr>
            <a:lvl9pPr>
              <a:defRPr sz="192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dirty="0"/>
          </a:p>
        </p:txBody>
      </p:sp>
      <p:sp>
        <p:nvSpPr>
          <p:cNvPr id="5" name="Espace réservé du texte 4"/>
          <p:cNvSpPr>
            <a:spLocks noGrp="1"/>
          </p:cNvSpPr>
          <p:nvPr>
            <p:ph type="body" sz="quarter" idx="3"/>
          </p:nvPr>
        </p:nvSpPr>
        <p:spPr>
          <a:xfrm>
            <a:off x="6193369" y="1813561"/>
            <a:ext cx="5389033" cy="639762"/>
          </a:xfrm>
        </p:spPr>
        <p:txBody>
          <a:bodyPr anchor="b">
            <a:noAutofit/>
          </a:bodyPr>
          <a:lstStyle>
            <a:lvl1pPr marL="0" indent="0">
              <a:buNone/>
              <a:defRPr sz="1800" b="1" cap="all" baseline="0"/>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fr-FR" noProof="0"/>
              <a:t>Cliquez pour modifier les styles du texte du masque</a:t>
            </a:r>
          </a:p>
        </p:txBody>
      </p:sp>
      <p:sp>
        <p:nvSpPr>
          <p:cNvPr id="6" name="Espace réservé du contenu 5"/>
          <p:cNvSpPr>
            <a:spLocks noGrp="1"/>
          </p:cNvSpPr>
          <p:nvPr>
            <p:ph sz="quarter" idx="4"/>
          </p:nvPr>
        </p:nvSpPr>
        <p:spPr>
          <a:xfrm>
            <a:off x="6193369" y="2453323"/>
            <a:ext cx="5389033" cy="3265488"/>
          </a:xfrm>
        </p:spPr>
        <p:txBody>
          <a:bodyPr>
            <a:normAutofit/>
          </a:bodyPr>
          <a:lstStyle>
            <a:lvl1pPr>
              <a:defRPr sz="2004"/>
            </a:lvl1pPr>
            <a:lvl2pPr>
              <a:defRPr sz="2004"/>
            </a:lvl2pPr>
            <a:lvl3pPr>
              <a:defRPr sz="2004"/>
            </a:lvl3pPr>
            <a:lvl4pPr>
              <a:defRPr sz="2004"/>
            </a:lvl4pPr>
            <a:lvl5pPr>
              <a:defRPr sz="2004"/>
            </a:lvl5pPr>
            <a:lvl6pPr>
              <a:defRPr sz="1920"/>
            </a:lvl6pPr>
            <a:lvl7pPr>
              <a:defRPr sz="1920"/>
            </a:lvl7pPr>
            <a:lvl8pPr>
              <a:defRPr sz="1920"/>
            </a:lvl8pPr>
            <a:lvl9pPr>
              <a:defRPr sz="192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dirty="0"/>
          </a:p>
        </p:txBody>
      </p:sp>
      <p:sp>
        <p:nvSpPr>
          <p:cNvPr id="7" name="Espace réservé de la date 6"/>
          <p:cNvSpPr>
            <a:spLocks noGrp="1"/>
          </p:cNvSpPr>
          <p:nvPr>
            <p:ph type="dt" sz="half" idx="10"/>
          </p:nvPr>
        </p:nvSpPr>
        <p:spPr/>
        <p:txBody>
          <a:bodyPr/>
          <a:lstStyle/>
          <a:p>
            <a:fld id="{E2E85161-F226-49B3-8311-95D08D34E590}" type="datetime1">
              <a:rPr lang="fr-CA" smtClean="0"/>
              <a:t>2025-04-12</a:t>
            </a:fld>
            <a:endParaRPr lang="fr-CA"/>
          </a:p>
        </p:txBody>
      </p:sp>
      <p:sp>
        <p:nvSpPr>
          <p:cNvPr id="8" name="Espace réservé du pied de page 7"/>
          <p:cNvSpPr>
            <a:spLocks noGrp="1"/>
          </p:cNvSpPr>
          <p:nvPr>
            <p:ph type="ftr" sz="quarter" idx="11"/>
          </p:nvPr>
        </p:nvSpPr>
        <p:spPr/>
        <p:txBody>
          <a:bodyPr/>
          <a:lstStyle/>
          <a:p>
            <a:r>
              <a:rPr lang="fr-CA"/>
              <a:t>(C) HEC montréal</a:t>
            </a:r>
          </a:p>
        </p:txBody>
      </p:sp>
      <p:sp>
        <p:nvSpPr>
          <p:cNvPr id="9" name="Espace réservé du numéro de diapositive 8"/>
          <p:cNvSpPr>
            <a:spLocks noGrp="1"/>
          </p:cNvSpPr>
          <p:nvPr>
            <p:ph type="sldNum" sz="quarter" idx="12"/>
          </p:nvPr>
        </p:nvSpPr>
        <p:spPr/>
        <p:txBody>
          <a:bodyPr/>
          <a:lstStyle/>
          <a:p>
            <a:fld id="{EEB25B09-B9A6-4811-8700-6D36B9CE20D1}" type="slidenum">
              <a:rPr lang="fr-CA" smtClean="0"/>
              <a:t>‹N°›</a:t>
            </a:fld>
            <a:endParaRPr lang="fr-CA"/>
          </a:p>
        </p:txBody>
      </p:sp>
    </p:spTree>
    <p:extLst>
      <p:ext uri="{BB962C8B-B14F-4D97-AF65-F5344CB8AC3E}">
        <p14:creationId xmlns:p14="http://schemas.microsoft.com/office/powerpoint/2010/main" val="2967694413"/>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a:xfrm>
            <a:off x="638400" y="577216"/>
            <a:ext cx="10915200" cy="983730"/>
          </a:xfrm>
        </p:spPr>
        <p:txBody>
          <a:bodyPr/>
          <a:lstStyle/>
          <a:p>
            <a:r>
              <a:rPr lang="fr-FR" noProof="0"/>
              <a:t>Modifiez le style du titre</a:t>
            </a:r>
            <a:endParaRPr lang="fr-CA" noProof="0" dirty="0"/>
          </a:p>
        </p:txBody>
      </p:sp>
      <p:sp>
        <p:nvSpPr>
          <p:cNvPr id="3" name="Espace réservé de la date 2"/>
          <p:cNvSpPr>
            <a:spLocks noGrp="1"/>
          </p:cNvSpPr>
          <p:nvPr>
            <p:ph type="dt" sz="half" idx="10"/>
          </p:nvPr>
        </p:nvSpPr>
        <p:spPr/>
        <p:txBody>
          <a:bodyPr/>
          <a:lstStyle/>
          <a:p>
            <a:fld id="{527AC9E8-FE15-4A03-A806-7F73DF5A5F85}" type="datetime1">
              <a:rPr lang="fr-CA" smtClean="0"/>
              <a:t>2025-04-12</a:t>
            </a:fld>
            <a:endParaRPr lang="fr-CA"/>
          </a:p>
        </p:txBody>
      </p:sp>
      <p:sp>
        <p:nvSpPr>
          <p:cNvPr id="4" name="Espace réservé du pied de page 3"/>
          <p:cNvSpPr>
            <a:spLocks noGrp="1"/>
          </p:cNvSpPr>
          <p:nvPr>
            <p:ph type="ftr" sz="quarter" idx="11"/>
          </p:nvPr>
        </p:nvSpPr>
        <p:spPr/>
        <p:txBody>
          <a:bodyPr/>
          <a:lstStyle/>
          <a:p>
            <a:r>
              <a:rPr lang="fr-CA"/>
              <a:t>(C) HEC montréal</a:t>
            </a:r>
          </a:p>
        </p:txBody>
      </p:sp>
      <p:sp>
        <p:nvSpPr>
          <p:cNvPr id="5" name="Espace réservé du numéro de diapositive 4"/>
          <p:cNvSpPr>
            <a:spLocks noGrp="1"/>
          </p:cNvSpPr>
          <p:nvPr>
            <p:ph type="sldNum" sz="quarter" idx="12"/>
          </p:nvPr>
        </p:nvSpPr>
        <p:spPr/>
        <p:txBody>
          <a:bodyPr/>
          <a:lstStyle/>
          <a:p>
            <a:fld id="{EEB25B09-B9A6-4811-8700-6D36B9CE20D1}" type="slidenum">
              <a:rPr lang="fr-CA" smtClean="0"/>
              <a:t>‹N°›</a:t>
            </a:fld>
            <a:endParaRPr lang="fr-CA"/>
          </a:p>
        </p:txBody>
      </p:sp>
    </p:spTree>
    <p:extLst>
      <p:ext uri="{BB962C8B-B14F-4D97-AF65-F5344CB8AC3E}">
        <p14:creationId xmlns:p14="http://schemas.microsoft.com/office/powerpoint/2010/main" val="877439463"/>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C273B74F-FFDA-44B0-B1C6-B75437B2865C}" type="datetime1">
              <a:rPr lang="fr-CA" smtClean="0"/>
              <a:t>2025-04-12</a:t>
            </a:fld>
            <a:endParaRPr lang="fr-CA"/>
          </a:p>
        </p:txBody>
      </p:sp>
      <p:sp>
        <p:nvSpPr>
          <p:cNvPr id="3" name="Espace réservé du pied de page 2"/>
          <p:cNvSpPr>
            <a:spLocks noGrp="1"/>
          </p:cNvSpPr>
          <p:nvPr>
            <p:ph type="ftr" sz="quarter" idx="11"/>
          </p:nvPr>
        </p:nvSpPr>
        <p:spPr/>
        <p:txBody>
          <a:bodyPr/>
          <a:lstStyle/>
          <a:p>
            <a:r>
              <a:rPr lang="fr-CA"/>
              <a:t>(C) HEC montréal</a:t>
            </a:r>
          </a:p>
        </p:txBody>
      </p:sp>
      <p:sp>
        <p:nvSpPr>
          <p:cNvPr id="4" name="Espace réservé du numéro de diapositive 3"/>
          <p:cNvSpPr>
            <a:spLocks noGrp="1"/>
          </p:cNvSpPr>
          <p:nvPr>
            <p:ph type="sldNum" sz="quarter" idx="12"/>
          </p:nvPr>
        </p:nvSpPr>
        <p:spPr/>
        <p:txBody>
          <a:bodyPr/>
          <a:lstStyle/>
          <a:p>
            <a:fld id="{EEB25B09-B9A6-4811-8700-6D36B9CE20D1}" type="slidenum">
              <a:rPr lang="fr-CA" smtClean="0"/>
              <a:t>‹N°›</a:t>
            </a:fld>
            <a:endParaRPr lang="fr-CA"/>
          </a:p>
        </p:txBody>
      </p:sp>
    </p:spTree>
    <p:extLst>
      <p:ext uri="{BB962C8B-B14F-4D97-AF65-F5344CB8AC3E}">
        <p14:creationId xmlns:p14="http://schemas.microsoft.com/office/powerpoint/2010/main" val="36798362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638400" y="572631"/>
            <a:ext cx="10915200" cy="986410"/>
          </a:xfrm>
        </p:spPr>
        <p:txBody>
          <a:bodyPr anchor="ctr" anchorCtr="0"/>
          <a:lstStyle>
            <a:lvl1pPr algn="l">
              <a:defRPr sz="3120" b="1"/>
            </a:lvl1pPr>
          </a:lstStyle>
          <a:p>
            <a:r>
              <a:rPr lang="fr-FR" noProof="0"/>
              <a:t>Modifiez le style du titre</a:t>
            </a:r>
            <a:endParaRPr lang="fr-CA" noProof="0" dirty="0"/>
          </a:p>
        </p:txBody>
      </p:sp>
      <p:sp>
        <p:nvSpPr>
          <p:cNvPr id="3" name="Espace réservé du contenu 2"/>
          <p:cNvSpPr>
            <a:spLocks noGrp="1"/>
          </p:cNvSpPr>
          <p:nvPr>
            <p:ph idx="1"/>
          </p:nvPr>
        </p:nvSpPr>
        <p:spPr>
          <a:xfrm>
            <a:off x="4747200" y="1805281"/>
            <a:ext cx="6796800" cy="3913530"/>
          </a:xfrm>
        </p:spPr>
        <p:txBody>
          <a:bodyPr>
            <a:normAutofit/>
          </a:bodyPr>
          <a:lstStyle>
            <a:lvl1pPr>
              <a:defRPr sz="2004"/>
            </a:lvl1pPr>
            <a:lvl2pPr>
              <a:defRPr sz="2004"/>
            </a:lvl2pPr>
            <a:lvl3pPr>
              <a:defRPr sz="2004"/>
            </a:lvl3pPr>
            <a:lvl4pPr>
              <a:defRPr sz="2004"/>
            </a:lvl4pPr>
            <a:lvl5pPr>
              <a:defRPr sz="2004"/>
            </a:lvl5pPr>
            <a:lvl6pPr>
              <a:defRPr sz="2400"/>
            </a:lvl6pPr>
            <a:lvl7pPr>
              <a:defRPr sz="2400"/>
            </a:lvl7pPr>
            <a:lvl8pPr>
              <a:defRPr sz="2400"/>
            </a:lvl8pPr>
            <a:lvl9pPr>
              <a:defRPr sz="240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dirty="0"/>
          </a:p>
        </p:txBody>
      </p:sp>
      <p:sp>
        <p:nvSpPr>
          <p:cNvPr id="4" name="Espace réservé du texte 3"/>
          <p:cNvSpPr>
            <a:spLocks noGrp="1"/>
          </p:cNvSpPr>
          <p:nvPr>
            <p:ph type="body" sz="half" idx="2"/>
          </p:nvPr>
        </p:nvSpPr>
        <p:spPr>
          <a:xfrm>
            <a:off x="638400" y="1805281"/>
            <a:ext cx="3984000" cy="3913530"/>
          </a:xfrm>
        </p:spPr>
        <p:txBody>
          <a:bodyPr>
            <a:normAutofit/>
          </a:bodyPr>
          <a:lstStyle>
            <a:lvl1pPr marL="0" indent="0">
              <a:buNone/>
              <a:defRPr sz="1800" b="1" cap="all" baseline="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fr-FR" noProof="0"/>
              <a:t>Cliquez pour modifier les styles du texte du masque</a:t>
            </a:r>
          </a:p>
        </p:txBody>
      </p:sp>
      <p:sp>
        <p:nvSpPr>
          <p:cNvPr id="5" name="Espace réservé de la date 4"/>
          <p:cNvSpPr>
            <a:spLocks noGrp="1"/>
          </p:cNvSpPr>
          <p:nvPr>
            <p:ph type="dt" sz="half" idx="10"/>
          </p:nvPr>
        </p:nvSpPr>
        <p:spPr/>
        <p:txBody>
          <a:bodyPr/>
          <a:lstStyle/>
          <a:p>
            <a:fld id="{F2C18C76-5CD6-4C9C-B832-4C8504C5995D}" type="datetime1">
              <a:rPr lang="fr-CA" smtClean="0"/>
              <a:t>2025-04-12</a:t>
            </a:fld>
            <a:endParaRPr lang="fr-CA"/>
          </a:p>
        </p:txBody>
      </p:sp>
      <p:sp>
        <p:nvSpPr>
          <p:cNvPr id="6" name="Espace réservé du pied de page 5"/>
          <p:cNvSpPr>
            <a:spLocks noGrp="1"/>
          </p:cNvSpPr>
          <p:nvPr>
            <p:ph type="ftr" sz="quarter" idx="11"/>
          </p:nvPr>
        </p:nvSpPr>
        <p:spPr/>
        <p:txBody>
          <a:bodyPr/>
          <a:lstStyle/>
          <a:p>
            <a:r>
              <a:rPr lang="fr-CA"/>
              <a:t>(C) HEC montréal</a:t>
            </a:r>
          </a:p>
        </p:txBody>
      </p:sp>
      <p:sp>
        <p:nvSpPr>
          <p:cNvPr id="7" name="Espace réservé du numéro de diapositive 6"/>
          <p:cNvSpPr>
            <a:spLocks noGrp="1"/>
          </p:cNvSpPr>
          <p:nvPr>
            <p:ph type="sldNum" sz="quarter" idx="12"/>
          </p:nvPr>
        </p:nvSpPr>
        <p:spPr/>
        <p:txBody>
          <a:bodyPr/>
          <a:lstStyle/>
          <a:p>
            <a:fld id="{EEB25B09-B9A6-4811-8700-6D36B9CE20D1}" type="slidenum">
              <a:rPr lang="fr-CA" smtClean="0"/>
              <a:t>‹N°›</a:t>
            </a:fld>
            <a:endParaRPr lang="fr-CA"/>
          </a:p>
        </p:txBody>
      </p:sp>
    </p:spTree>
    <p:extLst>
      <p:ext uri="{BB962C8B-B14F-4D97-AF65-F5344CB8AC3E}">
        <p14:creationId xmlns:p14="http://schemas.microsoft.com/office/powerpoint/2010/main" val="460289847"/>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sous-titre">
    <p:spTree>
      <p:nvGrpSpPr>
        <p:cNvPr id="1" name=""/>
        <p:cNvGrpSpPr/>
        <p:nvPr/>
      </p:nvGrpSpPr>
      <p:grpSpPr>
        <a:xfrm>
          <a:off x="0" y="0"/>
          <a:ext cx="0" cy="0"/>
          <a:chOff x="0" y="0"/>
          <a:chExt cx="0" cy="0"/>
        </a:xfrm>
      </p:grpSpPr>
      <p:sp>
        <p:nvSpPr>
          <p:cNvPr id="2" name="Titre 1"/>
          <p:cNvSpPr>
            <a:spLocks noGrp="1"/>
          </p:cNvSpPr>
          <p:nvPr>
            <p:ph type="title"/>
          </p:nvPr>
        </p:nvSpPr>
        <p:spPr>
          <a:xfrm>
            <a:off x="638400" y="587672"/>
            <a:ext cx="10915200" cy="987540"/>
          </a:xfrm>
        </p:spPr>
        <p:txBody>
          <a:bodyPr anchor="ctr" anchorCtr="0"/>
          <a:lstStyle>
            <a:lvl1pPr algn="l">
              <a:defRPr sz="3120" b="1"/>
            </a:lvl1pPr>
          </a:lstStyle>
          <a:p>
            <a:r>
              <a:rPr lang="fr-FR" noProof="0"/>
              <a:t>Modifiez le style du titre</a:t>
            </a:r>
            <a:endParaRPr lang="fr-CA" noProof="0" dirty="0"/>
          </a:p>
        </p:txBody>
      </p:sp>
      <p:sp>
        <p:nvSpPr>
          <p:cNvPr id="3" name="Espace réservé pour une image  2"/>
          <p:cNvSpPr>
            <a:spLocks noGrp="1"/>
          </p:cNvSpPr>
          <p:nvPr>
            <p:ph type="pic" idx="1"/>
          </p:nvPr>
        </p:nvSpPr>
        <p:spPr>
          <a:xfrm>
            <a:off x="638400" y="2478092"/>
            <a:ext cx="10905600" cy="3240718"/>
          </a:xfrm>
        </p:spPr>
        <p:txBody>
          <a:bodyPr>
            <a:normAutofit/>
          </a:bodyPr>
          <a:lstStyle>
            <a:lvl1pPr marL="0" indent="0">
              <a:buNone/>
              <a:defRPr sz="2004"/>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fr-FR" noProof="0"/>
              <a:t>Cliquez sur l'icône pour ajouter une image</a:t>
            </a:r>
            <a:endParaRPr lang="fr-CA" noProof="0" dirty="0"/>
          </a:p>
        </p:txBody>
      </p:sp>
      <p:sp>
        <p:nvSpPr>
          <p:cNvPr id="4" name="Espace réservé du texte 3"/>
          <p:cNvSpPr>
            <a:spLocks noGrp="1"/>
          </p:cNvSpPr>
          <p:nvPr>
            <p:ph type="body" sz="half" idx="2"/>
          </p:nvPr>
        </p:nvSpPr>
        <p:spPr>
          <a:xfrm>
            <a:off x="638400" y="1821452"/>
            <a:ext cx="10905600" cy="626400"/>
          </a:xfrm>
        </p:spPr>
        <p:txBody>
          <a:bodyPr>
            <a:normAutofit/>
          </a:bodyPr>
          <a:lstStyle>
            <a:lvl1pPr marL="0" indent="0">
              <a:buNone/>
              <a:defRPr sz="1800" b="1" cap="all" baseline="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fr-FR" noProof="0"/>
              <a:t>Cliquez pour modifier les styles du texte du masque</a:t>
            </a:r>
          </a:p>
        </p:txBody>
      </p:sp>
      <p:sp>
        <p:nvSpPr>
          <p:cNvPr id="5" name="Espace réservé de la date 4"/>
          <p:cNvSpPr>
            <a:spLocks noGrp="1"/>
          </p:cNvSpPr>
          <p:nvPr>
            <p:ph type="dt" sz="half" idx="10"/>
          </p:nvPr>
        </p:nvSpPr>
        <p:spPr/>
        <p:txBody>
          <a:bodyPr/>
          <a:lstStyle/>
          <a:p>
            <a:fld id="{8B9F18B9-9E5D-4B74-AD2E-A338EC337F5C}" type="datetime1">
              <a:rPr lang="fr-CA" smtClean="0"/>
              <a:t>2025-04-12</a:t>
            </a:fld>
            <a:endParaRPr lang="fr-CA"/>
          </a:p>
        </p:txBody>
      </p:sp>
      <p:sp>
        <p:nvSpPr>
          <p:cNvPr id="6" name="Espace réservé du pied de page 5"/>
          <p:cNvSpPr>
            <a:spLocks noGrp="1"/>
          </p:cNvSpPr>
          <p:nvPr>
            <p:ph type="ftr" sz="quarter" idx="11"/>
          </p:nvPr>
        </p:nvSpPr>
        <p:spPr/>
        <p:txBody>
          <a:bodyPr/>
          <a:lstStyle/>
          <a:p>
            <a:r>
              <a:rPr lang="fr-CA"/>
              <a:t>(C) HEC montréal</a:t>
            </a:r>
          </a:p>
        </p:txBody>
      </p:sp>
      <p:sp>
        <p:nvSpPr>
          <p:cNvPr id="7" name="Espace réservé du numéro de diapositive 6"/>
          <p:cNvSpPr>
            <a:spLocks noGrp="1"/>
          </p:cNvSpPr>
          <p:nvPr>
            <p:ph type="sldNum" sz="quarter" idx="12"/>
          </p:nvPr>
        </p:nvSpPr>
        <p:spPr/>
        <p:txBody>
          <a:bodyPr/>
          <a:lstStyle/>
          <a:p>
            <a:fld id="{EEB25B09-B9A6-4811-8700-6D36B9CE20D1}" type="slidenum">
              <a:rPr lang="fr-CA" smtClean="0"/>
              <a:t>‹N°›</a:t>
            </a:fld>
            <a:endParaRPr lang="fr-CA"/>
          </a:p>
        </p:txBody>
      </p:sp>
    </p:spTree>
    <p:extLst>
      <p:ext uri="{BB962C8B-B14F-4D97-AF65-F5344CB8AC3E}">
        <p14:creationId xmlns:p14="http://schemas.microsoft.com/office/powerpoint/2010/main" val="1797735201"/>
      </p:ext>
    </p:extLst>
  </p:cSld>
  <p:clrMapOvr>
    <a:masterClrMapping/>
  </p:clrMapOvr>
  <p:hf hdr="0" dt="0"/>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bl">
  <p:cSld name="Titre et tableau">
    <p:spTree>
      <p:nvGrpSpPr>
        <p:cNvPr id="1" name=""/>
        <p:cNvGrpSpPr/>
        <p:nvPr/>
      </p:nvGrpSpPr>
      <p:grpSpPr>
        <a:xfrm>
          <a:off x="0" y="0"/>
          <a:ext cx="0" cy="0"/>
          <a:chOff x="0" y="0"/>
          <a:chExt cx="0" cy="0"/>
        </a:xfrm>
      </p:grpSpPr>
      <p:sp>
        <p:nvSpPr>
          <p:cNvPr id="2" name="Titre 1"/>
          <p:cNvSpPr>
            <a:spLocks noGrp="1"/>
          </p:cNvSpPr>
          <p:nvPr>
            <p:ph type="title"/>
          </p:nvPr>
        </p:nvSpPr>
        <p:spPr>
          <a:xfrm>
            <a:off x="2235200" y="457200"/>
            <a:ext cx="9347200" cy="1295400"/>
          </a:xfrm>
        </p:spPr>
        <p:txBody>
          <a:bodyPr/>
          <a:lstStyle/>
          <a:p>
            <a:r>
              <a:rPr lang="fr-FR"/>
              <a:t>Cliquez pour modifier le style du titre</a:t>
            </a:r>
            <a:endParaRPr lang="fr-CA"/>
          </a:p>
        </p:txBody>
      </p:sp>
      <p:sp>
        <p:nvSpPr>
          <p:cNvPr id="3" name="Espace réservé du tableau 2"/>
          <p:cNvSpPr>
            <a:spLocks noGrp="1"/>
          </p:cNvSpPr>
          <p:nvPr>
            <p:ph type="tbl" idx="1"/>
          </p:nvPr>
        </p:nvSpPr>
        <p:spPr>
          <a:xfrm>
            <a:off x="2235200" y="1981200"/>
            <a:ext cx="9347200" cy="4114800"/>
          </a:xfrm>
        </p:spPr>
        <p:txBody>
          <a:bodyPr/>
          <a:lstStyle/>
          <a:p>
            <a:pPr lvl="0"/>
            <a:endParaRPr lang="fr-CA" noProof="0"/>
          </a:p>
        </p:txBody>
      </p:sp>
      <p:sp>
        <p:nvSpPr>
          <p:cNvPr id="4" name="Rectangle 4"/>
          <p:cNvSpPr>
            <a:spLocks noGrp="1" noChangeArrowheads="1"/>
          </p:cNvSpPr>
          <p:nvPr>
            <p:ph type="ftr" sz="quarter" idx="10"/>
          </p:nvPr>
        </p:nvSpPr>
        <p:spPr>
          <a:ln/>
        </p:spPr>
        <p:txBody>
          <a:bodyPr/>
          <a:lstStyle>
            <a:lvl1pPr>
              <a:defRPr/>
            </a:lvl1pPr>
          </a:lstStyle>
          <a:p>
            <a:pPr>
              <a:defRPr/>
            </a:pPr>
            <a:endParaRPr lang="fr-CA"/>
          </a:p>
        </p:txBody>
      </p:sp>
      <p:sp>
        <p:nvSpPr>
          <p:cNvPr id="5" name="Rectangle 5"/>
          <p:cNvSpPr>
            <a:spLocks noGrp="1" noChangeArrowheads="1"/>
          </p:cNvSpPr>
          <p:nvPr>
            <p:ph type="sldNum" sz="quarter" idx="11"/>
          </p:nvPr>
        </p:nvSpPr>
        <p:spPr>
          <a:ln/>
        </p:spPr>
        <p:txBody>
          <a:bodyPr/>
          <a:lstStyle>
            <a:lvl1pPr>
              <a:defRPr/>
            </a:lvl1pPr>
          </a:lstStyle>
          <a:p>
            <a:pPr>
              <a:defRPr/>
            </a:pPr>
            <a:fld id="{39F55BAA-9E6A-4FE7-B379-0216CA4F1288}" type="slidenum">
              <a:rPr lang="fr-CA"/>
              <a:pPr>
                <a:defRPr/>
              </a:pPr>
              <a:t>‹N°›</a:t>
            </a:fld>
            <a:endParaRPr lang="fr-CA"/>
          </a:p>
        </p:txBody>
      </p:sp>
      <p:sp>
        <p:nvSpPr>
          <p:cNvPr id="6" name="Rectangle 22"/>
          <p:cNvSpPr>
            <a:spLocks noGrp="1" noChangeArrowheads="1"/>
          </p:cNvSpPr>
          <p:nvPr>
            <p:ph type="dt" sz="half" idx="12"/>
          </p:nvPr>
        </p:nvSpPr>
        <p:spPr>
          <a:ln/>
        </p:spPr>
        <p:txBody>
          <a:bodyPr/>
          <a:lstStyle>
            <a:lvl1pPr>
              <a:defRPr/>
            </a:lvl1pPr>
          </a:lstStyle>
          <a:p>
            <a:pPr>
              <a:defRPr/>
            </a:pPr>
            <a:endParaRPr lang="fr-CA"/>
          </a:p>
        </p:txBody>
      </p:sp>
    </p:spTree>
    <p:extLst>
      <p:ext uri="{BB962C8B-B14F-4D97-AF65-F5344CB8AC3E}">
        <p14:creationId xmlns:p14="http://schemas.microsoft.com/office/powerpoint/2010/main" val="30636922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638400" y="582231"/>
            <a:ext cx="10915200" cy="992983"/>
          </a:xfrm>
          <a:prstGeom prst="rect">
            <a:avLst/>
          </a:prstGeom>
          <a:solidFill>
            <a:schemeClr val="accent1"/>
          </a:solidFill>
        </p:spPr>
        <p:txBody>
          <a:bodyPr vert="horz" lIns="91440" tIns="45720" rIns="91440" bIns="45720" rtlCol="0" anchor="ctr">
            <a:noAutofit/>
          </a:bodyPr>
          <a:lstStyle/>
          <a:p>
            <a:r>
              <a:rPr lang="fr-CA" noProof="0" dirty="0"/>
              <a:t>Cliquez pour modifier le style du titre</a:t>
            </a:r>
          </a:p>
        </p:txBody>
      </p:sp>
      <p:sp>
        <p:nvSpPr>
          <p:cNvPr id="3" name="Espace réservé du texte 2"/>
          <p:cNvSpPr>
            <a:spLocks noGrp="1"/>
          </p:cNvSpPr>
          <p:nvPr>
            <p:ph type="body" idx="1"/>
          </p:nvPr>
        </p:nvSpPr>
        <p:spPr>
          <a:xfrm>
            <a:off x="638400" y="1821452"/>
            <a:ext cx="10915200" cy="3897358"/>
          </a:xfrm>
          <a:prstGeom prst="rect">
            <a:avLst/>
          </a:prstGeom>
        </p:spPr>
        <p:txBody>
          <a:bodyPr vert="horz" lIns="91440" tIns="45720" rIns="91440" bIns="45720" rtlCol="0">
            <a:normAutofit/>
          </a:bodyPr>
          <a:lstStyle/>
          <a:p>
            <a:pPr lvl="0"/>
            <a:r>
              <a:rPr lang="fr-CA" noProof="0" dirty="0"/>
              <a:t>Cliquez pour modifier les styles du texte du masque</a:t>
            </a:r>
          </a:p>
          <a:p>
            <a:pPr lvl="1"/>
            <a:r>
              <a:rPr lang="fr-CA" noProof="0" dirty="0"/>
              <a:t>Deuxième niveau</a:t>
            </a:r>
          </a:p>
          <a:p>
            <a:pPr lvl="2"/>
            <a:r>
              <a:rPr lang="fr-CA" noProof="0" dirty="0"/>
              <a:t>Troisième niveau</a:t>
            </a:r>
          </a:p>
          <a:p>
            <a:pPr lvl="3"/>
            <a:r>
              <a:rPr lang="fr-CA" noProof="0" dirty="0"/>
              <a:t>Quatrième niveau</a:t>
            </a:r>
          </a:p>
          <a:p>
            <a:pPr lvl="4"/>
            <a:r>
              <a:rPr lang="fr-CA" noProof="0" dirty="0"/>
              <a:t>Cinquième niveau</a:t>
            </a:r>
          </a:p>
        </p:txBody>
      </p:sp>
      <p:sp>
        <p:nvSpPr>
          <p:cNvPr id="4" name="Espace réservé de la date 3"/>
          <p:cNvSpPr>
            <a:spLocks noGrp="1"/>
          </p:cNvSpPr>
          <p:nvPr>
            <p:ph type="dt" sz="half" idx="2"/>
          </p:nvPr>
        </p:nvSpPr>
        <p:spPr>
          <a:xfrm>
            <a:off x="652800" y="6461995"/>
            <a:ext cx="2844800" cy="164160"/>
          </a:xfrm>
          <a:prstGeom prst="rect">
            <a:avLst/>
          </a:prstGeom>
        </p:spPr>
        <p:txBody>
          <a:bodyPr vert="horz" lIns="91440" tIns="45720" rIns="91440" bIns="45720" rtlCol="0" anchor="ctr"/>
          <a:lstStyle>
            <a:lvl1pPr algn="l">
              <a:defRPr sz="804">
                <a:solidFill>
                  <a:schemeClr val="accent2"/>
                </a:solidFill>
              </a:defRPr>
            </a:lvl1pPr>
          </a:lstStyle>
          <a:p>
            <a:fld id="{8B9F18B9-9E5D-4B74-AD2E-A338EC337F5C}" type="datetime1">
              <a:rPr lang="fr-CA" smtClean="0"/>
              <a:t>2025-04-12</a:t>
            </a:fld>
            <a:endParaRPr lang="fr-CA"/>
          </a:p>
        </p:txBody>
      </p:sp>
      <p:sp>
        <p:nvSpPr>
          <p:cNvPr id="5" name="Espace réservé du pied de page 4"/>
          <p:cNvSpPr>
            <a:spLocks noGrp="1"/>
          </p:cNvSpPr>
          <p:nvPr>
            <p:ph type="ftr" sz="quarter" idx="3"/>
          </p:nvPr>
        </p:nvSpPr>
        <p:spPr>
          <a:xfrm>
            <a:off x="4165600" y="6461995"/>
            <a:ext cx="3860800" cy="164160"/>
          </a:xfrm>
          <a:prstGeom prst="rect">
            <a:avLst/>
          </a:prstGeom>
        </p:spPr>
        <p:txBody>
          <a:bodyPr vert="horz" lIns="91440" tIns="45720" rIns="91440" bIns="45720" rtlCol="0" anchor="ctr"/>
          <a:lstStyle>
            <a:lvl1pPr algn="ctr">
              <a:defRPr sz="804">
                <a:solidFill>
                  <a:schemeClr val="accent2"/>
                </a:solidFill>
              </a:defRPr>
            </a:lvl1pPr>
          </a:lstStyle>
          <a:p>
            <a:r>
              <a:rPr lang="fr-CA"/>
              <a:t>(C) HEC montréal</a:t>
            </a:r>
          </a:p>
        </p:txBody>
      </p:sp>
      <p:sp>
        <p:nvSpPr>
          <p:cNvPr id="6" name="Espace réservé du numéro de diapositive 5"/>
          <p:cNvSpPr>
            <a:spLocks noGrp="1"/>
          </p:cNvSpPr>
          <p:nvPr>
            <p:ph type="sldNum" sz="quarter" idx="4"/>
          </p:nvPr>
        </p:nvSpPr>
        <p:spPr>
          <a:xfrm>
            <a:off x="10934400" y="6461995"/>
            <a:ext cx="619200" cy="164160"/>
          </a:xfrm>
          <a:prstGeom prst="rect">
            <a:avLst/>
          </a:prstGeom>
        </p:spPr>
        <p:txBody>
          <a:bodyPr vert="horz" lIns="91440" tIns="45720" rIns="91440" bIns="45720" rtlCol="0" anchor="ctr"/>
          <a:lstStyle>
            <a:lvl1pPr algn="r">
              <a:defRPr sz="804">
                <a:solidFill>
                  <a:schemeClr val="accent2"/>
                </a:solidFill>
              </a:defRPr>
            </a:lvl1pPr>
          </a:lstStyle>
          <a:p>
            <a:fld id="{EEB25B09-B9A6-4811-8700-6D36B9CE20D1}" type="slidenum">
              <a:rPr lang="fr-CA" smtClean="0"/>
              <a:t>‹N°›</a:t>
            </a:fld>
            <a:endParaRPr lang="fr-CA"/>
          </a:p>
        </p:txBody>
      </p:sp>
      <p:pic>
        <p:nvPicPr>
          <p:cNvPr id="7" name="Image 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9589805" y="6038593"/>
            <a:ext cx="2053463" cy="255431"/>
          </a:xfrm>
          <a:prstGeom prst="rect">
            <a:avLst/>
          </a:prstGeom>
        </p:spPr>
      </p:pic>
    </p:spTree>
    <p:extLst>
      <p:ext uri="{BB962C8B-B14F-4D97-AF65-F5344CB8AC3E}">
        <p14:creationId xmlns:p14="http://schemas.microsoft.com/office/powerpoint/2010/main" val="3319801264"/>
      </p:ext>
    </p:extLst>
  </p:cSld>
  <p:clrMap bg1="lt1" tx1="dk1" bg2="lt2" tx2="dk2" accent1="accent1" accent2="accent2" accent3="accent3" accent4="accent4" accent5="accent5" accent6="accent6" hlink="hlink" folHlink="folHlink"/>
  <p:sldLayoutIdLst>
    <p:sldLayoutId id="2147484036" r:id="rId1"/>
    <p:sldLayoutId id="2147484037" r:id="rId2"/>
    <p:sldLayoutId id="2147484038" r:id="rId3"/>
    <p:sldLayoutId id="2147484039" r:id="rId4"/>
    <p:sldLayoutId id="2147484040" r:id="rId5"/>
    <p:sldLayoutId id="2147484041" r:id="rId6"/>
    <p:sldLayoutId id="2147484042" r:id="rId7"/>
    <p:sldLayoutId id="2147484043" r:id="rId8"/>
    <p:sldLayoutId id="2147484044" r:id="rId9"/>
    <p:sldLayoutId id="2147484045" r:id="rId10"/>
  </p:sldLayoutIdLst>
  <p:hf hdr="0" dt="0"/>
  <p:txStyles>
    <p:titleStyle>
      <a:lvl1pPr algn="l" defTabSz="1097280" rtl="0" eaLnBrk="1" latinLnBrk="0" hangingPunct="1">
        <a:spcBef>
          <a:spcPct val="0"/>
        </a:spcBef>
        <a:buNone/>
        <a:defRPr sz="3120" b="1" kern="1200">
          <a:solidFill>
            <a:schemeClr val="bg1"/>
          </a:solidFill>
          <a:latin typeface="+mj-lt"/>
          <a:ea typeface="+mj-ea"/>
          <a:cs typeface="+mj-cs"/>
        </a:defRPr>
      </a:lvl1pPr>
    </p:titleStyle>
    <p:bodyStyle>
      <a:lvl1pPr marL="185760" indent="-185760" algn="l" defTabSz="1097280" rtl="0" eaLnBrk="1" latinLnBrk="0" hangingPunct="1">
        <a:spcBef>
          <a:spcPct val="20000"/>
        </a:spcBef>
        <a:buClr>
          <a:schemeClr val="accent2"/>
        </a:buClr>
        <a:buSzPct val="125000"/>
        <a:buFont typeface="Arial" pitchFamily="34" charset="0"/>
        <a:buChar char="•"/>
        <a:defRPr sz="2004" kern="1200">
          <a:solidFill>
            <a:schemeClr val="tx1"/>
          </a:solidFill>
          <a:latin typeface="+mn-lt"/>
          <a:ea typeface="+mn-ea"/>
          <a:cs typeface="+mn-cs"/>
        </a:defRPr>
      </a:lvl1pPr>
      <a:lvl2pPr marL="544320" indent="-185760" algn="l" defTabSz="1097280" rtl="0" eaLnBrk="1" latinLnBrk="0" hangingPunct="1">
        <a:spcBef>
          <a:spcPct val="20000"/>
        </a:spcBef>
        <a:buClr>
          <a:schemeClr val="accent2"/>
        </a:buClr>
        <a:buSzPct val="125000"/>
        <a:buFont typeface="Arial" pitchFamily="34" charset="0"/>
        <a:buChar char="•"/>
        <a:defRPr sz="2004" kern="1200">
          <a:solidFill>
            <a:schemeClr val="tx1"/>
          </a:solidFill>
          <a:latin typeface="+mn-lt"/>
          <a:ea typeface="+mn-ea"/>
          <a:cs typeface="+mn-cs"/>
        </a:defRPr>
      </a:lvl2pPr>
      <a:lvl3pPr marL="902880" indent="-185760" algn="l" defTabSz="1097280" rtl="0" eaLnBrk="1" latinLnBrk="0" hangingPunct="1">
        <a:spcBef>
          <a:spcPct val="20000"/>
        </a:spcBef>
        <a:buClr>
          <a:schemeClr val="accent2"/>
        </a:buClr>
        <a:buSzPct val="125000"/>
        <a:buFont typeface="Arial" pitchFamily="34" charset="0"/>
        <a:buChar char="•"/>
        <a:defRPr sz="2004" kern="1200">
          <a:solidFill>
            <a:schemeClr val="tx1"/>
          </a:solidFill>
          <a:latin typeface="+mn-lt"/>
          <a:ea typeface="+mn-ea"/>
          <a:cs typeface="+mn-cs"/>
        </a:defRPr>
      </a:lvl3pPr>
      <a:lvl4pPr marL="1257120" indent="-185760" algn="l" defTabSz="1097280" rtl="0" eaLnBrk="1" latinLnBrk="0" hangingPunct="1">
        <a:spcBef>
          <a:spcPct val="20000"/>
        </a:spcBef>
        <a:buClr>
          <a:schemeClr val="accent2"/>
        </a:buClr>
        <a:buSzPct val="125000"/>
        <a:buFont typeface="Arial" pitchFamily="34" charset="0"/>
        <a:buChar char="•"/>
        <a:defRPr sz="2004" kern="1200">
          <a:solidFill>
            <a:schemeClr val="tx1"/>
          </a:solidFill>
          <a:latin typeface="+mn-lt"/>
          <a:ea typeface="+mn-ea"/>
          <a:cs typeface="+mn-cs"/>
        </a:defRPr>
      </a:lvl4pPr>
      <a:lvl5pPr marL="1615680" indent="-185760" algn="l" defTabSz="1097280" rtl="0" eaLnBrk="1" latinLnBrk="0" hangingPunct="1">
        <a:spcBef>
          <a:spcPct val="20000"/>
        </a:spcBef>
        <a:buClr>
          <a:schemeClr val="accent2"/>
        </a:buClr>
        <a:buSzPct val="125000"/>
        <a:buFont typeface="Arial" pitchFamily="34" charset="0"/>
        <a:buChar char="•"/>
        <a:defRPr sz="2004" kern="1200">
          <a:solidFill>
            <a:schemeClr val="tx1"/>
          </a:solidFill>
          <a:latin typeface="+mn-lt"/>
          <a:ea typeface="+mn-ea"/>
          <a:cs typeface="+mn-cs"/>
        </a:defRPr>
      </a:lvl5pPr>
      <a:lvl6pPr marL="3017520" indent="-274320" algn="l" defTabSz="1097280"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66160" indent="-274320" algn="l" defTabSz="1097280"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114800" indent="-274320" algn="l" defTabSz="1097280"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63440" indent="-274320" algn="l" defTabSz="1097280"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notesSlide" Target="../notesSlides/notesSlide1.xml"/><Relationship Id="rId5" Type="http://schemas.openxmlformats.org/officeDocument/2006/relationships/slideLayout" Target="../slideLayouts/slideLayout1.xml"/><Relationship Id="rId4" Type="http://schemas.openxmlformats.org/officeDocument/2006/relationships/tags" Target="../tags/tag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xml"/><Relationship Id="rId1" Type="http://schemas.openxmlformats.org/officeDocument/2006/relationships/tags" Target="../tags/tag5.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5" Type="http://schemas.openxmlformats.org/officeDocument/2006/relationships/notesSlide" Target="../notesSlides/notesSlide4.xml"/><Relationship Id="rId4"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5.xml"/><Relationship Id="rId3" Type="http://schemas.openxmlformats.org/officeDocument/2006/relationships/tags" Target="../tags/tag12.xml"/><Relationship Id="rId7" Type="http://schemas.openxmlformats.org/officeDocument/2006/relationships/slideLayout" Target="../slideLayouts/slideLayout2.xml"/><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diagramQuickStyle" Target="../diagrams/quickStyle1.xml"/><Relationship Id="rId3" Type="http://schemas.openxmlformats.org/officeDocument/2006/relationships/tags" Target="../tags/tag18.xml"/><Relationship Id="rId7" Type="http://schemas.openxmlformats.org/officeDocument/2006/relationships/diagramLayout" Target="../diagrams/layout1.xml"/><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diagramData" Target="../diagrams/data1.xml"/><Relationship Id="rId5" Type="http://schemas.openxmlformats.org/officeDocument/2006/relationships/notesSlide" Target="../notesSlides/notesSlide7.xml"/><Relationship Id="rId10" Type="http://schemas.microsoft.com/office/2007/relationships/diagramDrawing" Target="../diagrams/drawing1.xml"/><Relationship Id="rId4" Type="http://schemas.openxmlformats.org/officeDocument/2006/relationships/slideLayout" Target="../slideLayouts/slideLayout2.xml"/><Relationship Id="rId9" Type="http://schemas.openxmlformats.org/officeDocument/2006/relationships/diagramColors" Target="../diagrams/colors1.xml"/></Relationships>
</file>

<file path=ppt/slides/_rels/slide8.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tags" Target="../tags/tag21.xml"/><Relationship Id="rId7" Type="http://schemas.openxmlformats.org/officeDocument/2006/relationships/diagramData" Target="../diagrams/data2.xml"/><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notesSlide" Target="../notesSlides/notesSlide8.xml"/><Relationship Id="rId11" Type="http://schemas.microsoft.com/office/2007/relationships/diagramDrawing" Target="../diagrams/drawing2.xml"/><Relationship Id="rId5" Type="http://schemas.openxmlformats.org/officeDocument/2006/relationships/slideLayout" Target="../slideLayouts/slideLayout2.xml"/><Relationship Id="rId10" Type="http://schemas.openxmlformats.org/officeDocument/2006/relationships/diagramColors" Target="../diagrams/colors2.xml"/><Relationship Id="rId4" Type="http://schemas.openxmlformats.org/officeDocument/2006/relationships/tags" Target="../tags/tag22.xml"/><Relationship Id="rId9"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8" Type="http://schemas.openxmlformats.org/officeDocument/2006/relationships/diagramQuickStyle" Target="../diagrams/quickStyle3.xml"/><Relationship Id="rId13" Type="http://schemas.openxmlformats.org/officeDocument/2006/relationships/diagramQuickStyle" Target="../diagrams/quickStyle4.xml"/><Relationship Id="rId3" Type="http://schemas.openxmlformats.org/officeDocument/2006/relationships/tags" Target="../tags/tag25.xml"/><Relationship Id="rId7" Type="http://schemas.openxmlformats.org/officeDocument/2006/relationships/diagramLayout" Target="../diagrams/layout3.xml"/><Relationship Id="rId12" Type="http://schemas.openxmlformats.org/officeDocument/2006/relationships/diagramLayout" Target="../diagrams/layout4.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diagramData" Target="../diagrams/data3.xml"/><Relationship Id="rId11" Type="http://schemas.openxmlformats.org/officeDocument/2006/relationships/diagramData" Target="../diagrams/data4.xml"/><Relationship Id="rId5" Type="http://schemas.openxmlformats.org/officeDocument/2006/relationships/notesSlide" Target="../notesSlides/notesSlide9.xml"/><Relationship Id="rId15" Type="http://schemas.microsoft.com/office/2007/relationships/diagramDrawing" Target="../diagrams/drawing4.xml"/><Relationship Id="rId10" Type="http://schemas.microsoft.com/office/2007/relationships/diagramDrawing" Target="../diagrams/drawing3.xml"/><Relationship Id="rId4" Type="http://schemas.openxmlformats.org/officeDocument/2006/relationships/slideLayout" Target="../slideLayouts/slideLayout2.xml"/><Relationship Id="rId9" Type="http://schemas.openxmlformats.org/officeDocument/2006/relationships/diagramColors" Target="../diagrams/colors3.xml"/><Relationship Id="rId14" Type="http://schemas.openxmlformats.org/officeDocument/2006/relationships/diagramColors" Target="../diagrams/colors4.xml"/></Relationships>
</file>

<file path=ppt/slides/_rels/slide10.xml.rels><?xml version="1.0" encoding="UTF-8" standalone="yes"?>
<Relationships xmlns="http://schemas.openxmlformats.org/package/2006/relationships"><Relationship Id="rId8" Type="http://schemas.openxmlformats.org/officeDocument/2006/relationships/diagramQuickStyle" Target="../diagrams/quickStyle5.xml"/><Relationship Id="rId13" Type="http://schemas.openxmlformats.org/officeDocument/2006/relationships/diagramQuickStyle" Target="../diagrams/quickStyle6.xml"/><Relationship Id="rId3" Type="http://schemas.openxmlformats.org/officeDocument/2006/relationships/tags" Target="../tags/tag28.xml"/><Relationship Id="rId7" Type="http://schemas.openxmlformats.org/officeDocument/2006/relationships/diagramLayout" Target="../diagrams/layout5.xml"/><Relationship Id="rId12" Type="http://schemas.openxmlformats.org/officeDocument/2006/relationships/diagramLayout" Target="../diagrams/layout6.xml"/><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diagramData" Target="../diagrams/data5.xml"/><Relationship Id="rId11" Type="http://schemas.openxmlformats.org/officeDocument/2006/relationships/diagramData" Target="../diagrams/data6.xml"/><Relationship Id="rId5" Type="http://schemas.openxmlformats.org/officeDocument/2006/relationships/notesSlide" Target="../notesSlides/notesSlide10.xml"/><Relationship Id="rId15" Type="http://schemas.microsoft.com/office/2007/relationships/diagramDrawing" Target="../diagrams/drawing6.xml"/><Relationship Id="rId10" Type="http://schemas.microsoft.com/office/2007/relationships/diagramDrawing" Target="../diagrams/drawing5.xml"/><Relationship Id="rId4" Type="http://schemas.openxmlformats.org/officeDocument/2006/relationships/slideLayout" Target="../slideLayouts/slideLayout2.xml"/><Relationship Id="rId9" Type="http://schemas.openxmlformats.org/officeDocument/2006/relationships/diagramColors" Target="../diagrams/colors5.xml"/><Relationship Id="rId14" Type="http://schemas.openxmlformats.org/officeDocument/2006/relationships/diagramColors" Target="../diagrams/colors6.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0.xml"/><Relationship Id="rId1" Type="http://schemas.openxmlformats.org/officeDocument/2006/relationships/tags" Target="../tags/tag29.xml"/><Relationship Id="rId5" Type="http://schemas.openxmlformats.org/officeDocument/2006/relationships/image" Target="../media/image7.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8" Type="http://schemas.openxmlformats.org/officeDocument/2006/relationships/diagramQuickStyle" Target="../diagrams/quickStyle7.xml"/><Relationship Id="rId13" Type="http://schemas.openxmlformats.org/officeDocument/2006/relationships/diagramQuickStyle" Target="../diagrams/quickStyle8.xml"/><Relationship Id="rId3" Type="http://schemas.openxmlformats.org/officeDocument/2006/relationships/tags" Target="../tags/tag33.xml"/><Relationship Id="rId7" Type="http://schemas.openxmlformats.org/officeDocument/2006/relationships/diagramLayout" Target="../diagrams/layout7.xml"/><Relationship Id="rId12" Type="http://schemas.openxmlformats.org/officeDocument/2006/relationships/diagramLayout" Target="../diagrams/layout8.xml"/><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diagramData" Target="../diagrams/data7.xml"/><Relationship Id="rId11" Type="http://schemas.openxmlformats.org/officeDocument/2006/relationships/diagramData" Target="../diagrams/data8.xml"/><Relationship Id="rId5" Type="http://schemas.openxmlformats.org/officeDocument/2006/relationships/notesSlide" Target="../notesSlides/notesSlide12.xml"/><Relationship Id="rId15" Type="http://schemas.microsoft.com/office/2007/relationships/diagramDrawing" Target="../diagrams/drawing8.xml"/><Relationship Id="rId10" Type="http://schemas.microsoft.com/office/2007/relationships/diagramDrawing" Target="../diagrams/drawing7.xml"/><Relationship Id="rId4" Type="http://schemas.openxmlformats.org/officeDocument/2006/relationships/slideLayout" Target="../slideLayouts/slideLayout2.xml"/><Relationship Id="rId9" Type="http://schemas.openxmlformats.org/officeDocument/2006/relationships/diagramColors" Target="../diagrams/colors7.xml"/><Relationship Id="rId14" Type="http://schemas.openxmlformats.org/officeDocument/2006/relationships/diagramColors" Target="../diagrams/colors8.xml"/></Relationships>
</file>

<file path=ppt/slides/_rels/slide13.xml.rels><?xml version="1.0" encoding="UTF-8" standalone="yes"?>
<Relationships xmlns="http://schemas.openxmlformats.org/package/2006/relationships"><Relationship Id="rId8" Type="http://schemas.openxmlformats.org/officeDocument/2006/relationships/diagramQuickStyle" Target="../diagrams/quickStyle9.xml"/><Relationship Id="rId13" Type="http://schemas.openxmlformats.org/officeDocument/2006/relationships/diagramQuickStyle" Target="../diagrams/quickStyle10.xml"/><Relationship Id="rId3" Type="http://schemas.openxmlformats.org/officeDocument/2006/relationships/tags" Target="../tags/tag36.xml"/><Relationship Id="rId7" Type="http://schemas.openxmlformats.org/officeDocument/2006/relationships/diagramLayout" Target="../diagrams/layout9.xml"/><Relationship Id="rId12" Type="http://schemas.openxmlformats.org/officeDocument/2006/relationships/diagramLayout" Target="../diagrams/layout10.xml"/><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diagramData" Target="../diagrams/data9.xml"/><Relationship Id="rId11" Type="http://schemas.openxmlformats.org/officeDocument/2006/relationships/diagramData" Target="../diagrams/data10.xml"/><Relationship Id="rId5" Type="http://schemas.openxmlformats.org/officeDocument/2006/relationships/notesSlide" Target="../notesSlides/notesSlide13.xml"/><Relationship Id="rId15" Type="http://schemas.microsoft.com/office/2007/relationships/diagramDrawing" Target="../diagrams/drawing10.xml"/><Relationship Id="rId10" Type="http://schemas.microsoft.com/office/2007/relationships/diagramDrawing" Target="../diagrams/drawing9.xml"/><Relationship Id="rId4" Type="http://schemas.openxmlformats.org/officeDocument/2006/relationships/slideLayout" Target="../slideLayouts/slideLayout2.xml"/><Relationship Id="rId9" Type="http://schemas.openxmlformats.org/officeDocument/2006/relationships/diagramColors" Target="../diagrams/colors9.xml"/><Relationship Id="rId14" Type="http://schemas.openxmlformats.org/officeDocument/2006/relationships/diagramColors" Target="../diagrams/colors10.xml"/></Relationships>
</file>

<file path=ppt/slides/_rels/slide14.xml.rels><?xml version="1.0" encoding="UTF-8" standalone="yes"?>
<Relationships xmlns="http://schemas.openxmlformats.org/package/2006/relationships"><Relationship Id="rId8" Type="http://schemas.openxmlformats.org/officeDocument/2006/relationships/diagramQuickStyle" Target="../diagrams/quickStyle11.xml"/><Relationship Id="rId13" Type="http://schemas.openxmlformats.org/officeDocument/2006/relationships/diagramQuickStyle" Target="../diagrams/quickStyle12.xml"/><Relationship Id="rId3" Type="http://schemas.openxmlformats.org/officeDocument/2006/relationships/tags" Target="../tags/tag39.xml"/><Relationship Id="rId7" Type="http://schemas.openxmlformats.org/officeDocument/2006/relationships/diagramLayout" Target="../diagrams/layout11.xml"/><Relationship Id="rId12" Type="http://schemas.openxmlformats.org/officeDocument/2006/relationships/diagramLayout" Target="../diagrams/layout12.xml"/><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diagramData" Target="../diagrams/data11.xml"/><Relationship Id="rId11" Type="http://schemas.openxmlformats.org/officeDocument/2006/relationships/diagramData" Target="../diagrams/data12.xml"/><Relationship Id="rId5" Type="http://schemas.openxmlformats.org/officeDocument/2006/relationships/notesSlide" Target="../notesSlides/notesSlide14.xml"/><Relationship Id="rId15" Type="http://schemas.microsoft.com/office/2007/relationships/diagramDrawing" Target="../diagrams/drawing12.xml"/><Relationship Id="rId10" Type="http://schemas.microsoft.com/office/2007/relationships/diagramDrawing" Target="../diagrams/drawing11.xml"/><Relationship Id="rId4" Type="http://schemas.openxmlformats.org/officeDocument/2006/relationships/slideLayout" Target="../slideLayouts/slideLayout2.xml"/><Relationship Id="rId9" Type="http://schemas.openxmlformats.org/officeDocument/2006/relationships/diagramColors" Target="../diagrams/colors11.xml"/><Relationship Id="rId14" Type="http://schemas.openxmlformats.org/officeDocument/2006/relationships/diagramColors" Target="../diagrams/colors12.xml"/></Relationships>
</file>

<file path=ppt/slides/_rels/slide15.xml.rels><?xml version="1.0" encoding="UTF-8" standalone="yes"?>
<Relationships xmlns="http://schemas.openxmlformats.org/package/2006/relationships"><Relationship Id="rId8" Type="http://schemas.openxmlformats.org/officeDocument/2006/relationships/diagramQuickStyle" Target="../diagrams/quickStyle13.xml"/><Relationship Id="rId13" Type="http://schemas.openxmlformats.org/officeDocument/2006/relationships/diagramQuickStyle" Target="../diagrams/quickStyle14.xml"/><Relationship Id="rId3" Type="http://schemas.openxmlformats.org/officeDocument/2006/relationships/tags" Target="../tags/tag42.xml"/><Relationship Id="rId7" Type="http://schemas.openxmlformats.org/officeDocument/2006/relationships/diagramLayout" Target="../diagrams/layout13.xml"/><Relationship Id="rId12" Type="http://schemas.openxmlformats.org/officeDocument/2006/relationships/diagramLayout" Target="../diagrams/layout14.xml"/><Relationship Id="rId2" Type="http://schemas.openxmlformats.org/officeDocument/2006/relationships/tags" Target="../tags/tag41.xml"/><Relationship Id="rId1" Type="http://schemas.openxmlformats.org/officeDocument/2006/relationships/tags" Target="../tags/tag40.xml"/><Relationship Id="rId6" Type="http://schemas.openxmlformats.org/officeDocument/2006/relationships/diagramData" Target="../diagrams/data13.xml"/><Relationship Id="rId11" Type="http://schemas.openxmlformats.org/officeDocument/2006/relationships/diagramData" Target="../diagrams/data14.xml"/><Relationship Id="rId5" Type="http://schemas.openxmlformats.org/officeDocument/2006/relationships/notesSlide" Target="../notesSlides/notesSlide15.xml"/><Relationship Id="rId15" Type="http://schemas.microsoft.com/office/2007/relationships/diagramDrawing" Target="../diagrams/drawing14.xml"/><Relationship Id="rId10" Type="http://schemas.microsoft.com/office/2007/relationships/diagramDrawing" Target="../diagrams/drawing13.xml"/><Relationship Id="rId4" Type="http://schemas.openxmlformats.org/officeDocument/2006/relationships/slideLayout" Target="../slideLayouts/slideLayout2.xml"/><Relationship Id="rId9" Type="http://schemas.openxmlformats.org/officeDocument/2006/relationships/diagramColors" Target="../diagrams/colors13.xml"/><Relationship Id="rId14" Type="http://schemas.openxmlformats.org/officeDocument/2006/relationships/diagramColors" Target="../diagrams/colors14.xml"/></Relationships>
</file>

<file path=ppt/slides/_rels/slide16.xml.rels><?xml version="1.0" encoding="UTF-8" standalone="yes"?>
<Relationships xmlns="http://schemas.openxmlformats.org/package/2006/relationships"><Relationship Id="rId8" Type="http://schemas.openxmlformats.org/officeDocument/2006/relationships/diagramLayout" Target="../diagrams/layout15.xml"/><Relationship Id="rId3" Type="http://schemas.openxmlformats.org/officeDocument/2006/relationships/tags" Target="../tags/tag45.xml"/><Relationship Id="rId7" Type="http://schemas.openxmlformats.org/officeDocument/2006/relationships/diagramData" Target="../diagrams/data15.xml"/><Relationship Id="rId12" Type="http://schemas.openxmlformats.org/officeDocument/2006/relationships/image" Target="../media/image8.png"/><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notesSlide" Target="../notesSlides/notesSlide16.xml"/><Relationship Id="rId11" Type="http://schemas.microsoft.com/office/2007/relationships/diagramDrawing" Target="../diagrams/drawing15.xml"/><Relationship Id="rId5" Type="http://schemas.openxmlformats.org/officeDocument/2006/relationships/slideLayout" Target="../slideLayouts/slideLayout2.xml"/><Relationship Id="rId10" Type="http://schemas.openxmlformats.org/officeDocument/2006/relationships/diagramColors" Target="../diagrams/colors15.xml"/><Relationship Id="rId4" Type="http://schemas.openxmlformats.org/officeDocument/2006/relationships/tags" Target="../tags/tag46.xml"/><Relationship Id="rId9" Type="http://schemas.openxmlformats.org/officeDocument/2006/relationships/diagramQuickStyle" Target="../diagrams/quickStyle15.xml"/></Relationships>
</file>

<file path=ppt/slides/_rels/slide17.xml.rels><?xml version="1.0" encoding="UTF-8" standalone="yes"?>
<Relationships xmlns="http://schemas.openxmlformats.org/package/2006/relationships"><Relationship Id="rId8" Type="http://schemas.openxmlformats.org/officeDocument/2006/relationships/diagramLayout" Target="../diagrams/layout16.xml"/><Relationship Id="rId3" Type="http://schemas.openxmlformats.org/officeDocument/2006/relationships/tags" Target="../tags/tag49.xml"/><Relationship Id="rId7" Type="http://schemas.openxmlformats.org/officeDocument/2006/relationships/diagramData" Target="../diagrams/data16.xml"/><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notesSlide" Target="../notesSlides/notesSlide17.xml"/><Relationship Id="rId11" Type="http://schemas.microsoft.com/office/2007/relationships/diagramDrawing" Target="../diagrams/drawing16.xml"/><Relationship Id="rId5" Type="http://schemas.openxmlformats.org/officeDocument/2006/relationships/slideLayout" Target="../slideLayouts/slideLayout2.xml"/><Relationship Id="rId10" Type="http://schemas.openxmlformats.org/officeDocument/2006/relationships/diagramColors" Target="../diagrams/colors16.xml"/><Relationship Id="rId4" Type="http://schemas.openxmlformats.org/officeDocument/2006/relationships/tags" Target="../tags/tag50.xml"/><Relationship Id="rId9" Type="http://schemas.openxmlformats.org/officeDocument/2006/relationships/diagramQuickStyle" Target="../diagrams/quickStyle16.xml"/></Relationships>
</file>

<file path=ppt/slides/_rels/slide18.xml.rels><?xml version="1.0" encoding="UTF-8" standalone="yes"?>
<Relationships xmlns="http://schemas.openxmlformats.org/package/2006/relationships"><Relationship Id="rId8" Type="http://schemas.openxmlformats.org/officeDocument/2006/relationships/tags" Target="../tags/tag58.xml"/><Relationship Id="rId13" Type="http://schemas.openxmlformats.org/officeDocument/2006/relationships/diagramLayout" Target="../diagrams/layout17.xml"/><Relationship Id="rId3" Type="http://schemas.openxmlformats.org/officeDocument/2006/relationships/tags" Target="../tags/tag53.xml"/><Relationship Id="rId7" Type="http://schemas.openxmlformats.org/officeDocument/2006/relationships/tags" Target="../tags/tag57.xml"/><Relationship Id="rId12" Type="http://schemas.openxmlformats.org/officeDocument/2006/relationships/diagramData" Target="../diagrams/data17.xml"/><Relationship Id="rId2" Type="http://schemas.openxmlformats.org/officeDocument/2006/relationships/tags" Target="../tags/tag52.xml"/><Relationship Id="rId16" Type="http://schemas.microsoft.com/office/2007/relationships/diagramDrawing" Target="../diagrams/drawing17.xml"/><Relationship Id="rId1" Type="http://schemas.openxmlformats.org/officeDocument/2006/relationships/tags" Target="../tags/tag51.xml"/><Relationship Id="rId6" Type="http://schemas.openxmlformats.org/officeDocument/2006/relationships/tags" Target="../tags/tag56.xml"/><Relationship Id="rId11" Type="http://schemas.openxmlformats.org/officeDocument/2006/relationships/notesSlide" Target="../notesSlides/notesSlide18.xml"/><Relationship Id="rId5" Type="http://schemas.openxmlformats.org/officeDocument/2006/relationships/tags" Target="../tags/tag55.xml"/><Relationship Id="rId15" Type="http://schemas.openxmlformats.org/officeDocument/2006/relationships/diagramColors" Target="../diagrams/colors17.xml"/><Relationship Id="rId10" Type="http://schemas.openxmlformats.org/officeDocument/2006/relationships/slideLayout" Target="../slideLayouts/slideLayout6.xml"/><Relationship Id="rId4" Type="http://schemas.openxmlformats.org/officeDocument/2006/relationships/tags" Target="../tags/tag54.xml"/><Relationship Id="rId9" Type="http://schemas.openxmlformats.org/officeDocument/2006/relationships/tags" Target="../tags/tag59.xml"/><Relationship Id="rId14" Type="http://schemas.openxmlformats.org/officeDocument/2006/relationships/diagramQuickStyle" Target="../diagrams/quickStyle17.xml"/></Relationships>
</file>

<file path=ppt/slides/_rels/slide19.xml.rels><?xml version="1.0" encoding="UTF-8" standalone="yes"?>
<Relationships xmlns="http://schemas.openxmlformats.org/package/2006/relationships"><Relationship Id="rId8" Type="http://schemas.openxmlformats.org/officeDocument/2006/relationships/diagramData" Target="../diagrams/data18.xml"/><Relationship Id="rId3" Type="http://schemas.openxmlformats.org/officeDocument/2006/relationships/tags" Target="../tags/tag62.xml"/><Relationship Id="rId7" Type="http://schemas.openxmlformats.org/officeDocument/2006/relationships/notesSlide" Target="../notesSlides/notesSlide19.xml"/><Relationship Id="rId12" Type="http://schemas.microsoft.com/office/2007/relationships/diagramDrawing" Target="../diagrams/drawing18.xml"/><Relationship Id="rId2" Type="http://schemas.openxmlformats.org/officeDocument/2006/relationships/tags" Target="../tags/tag61.xml"/><Relationship Id="rId1" Type="http://schemas.openxmlformats.org/officeDocument/2006/relationships/tags" Target="../tags/tag60.xml"/><Relationship Id="rId6" Type="http://schemas.openxmlformats.org/officeDocument/2006/relationships/slideLayout" Target="../slideLayouts/slideLayout2.xml"/><Relationship Id="rId11" Type="http://schemas.openxmlformats.org/officeDocument/2006/relationships/diagramColors" Target="../diagrams/colors18.xml"/><Relationship Id="rId5" Type="http://schemas.openxmlformats.org/officeDocument/2006/relationships/tags" Target="../tags/tag64.xml"/><Relationship Id="rId10" Type="http://schemas.openxmlformats.org/officeDocument/2006/relationships/diagramQuickStyle" Target="../diagrams/quickStyle18.xml"/><Relationship Id="rId4" Type="http://schemas.openxmlformats.org/officeDocument/2006/relationships/tags" Target="../tags/tag63.xml"/><Relationship Id="rId9" Type="http://schemas.openxmlformats.org/officeDocument/2006/relationships/diagramLayout" Target="../diagrams/layout18.xml"/></Relationships>
</file>

<file path=ppt/slides/_rels/slide20.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diagramQuickStyle" Target="../diagrams/quickStyle19.xml"/><Relationship Id="rId3" Type="http://schemas.openxmlformats.org/officeDocument/2006/relationships/tags" Target="../tags/tag67.xml"/><Relationship Id="rId7" Type="http://schemas.openxmlformats.org/officeDocument/2006/relationships/tags" Target="../tags/tag71.xml"/><Relationship Id="rId12" Type="http://schemas.openxmlformats.org/officeDocument/2006/relationships/diagramLayout" Target="../diagrams/layout19.xml"/><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tags" Target="../tags/tag70.xml"/><Relationship Id="rId11" Type="http://schemas.openxmlformats.org/officeDocument/2006/relationships/diagramData" Target="../diagrams/data19.xml"/><Relationship Id="rId5" Type="http://schemas.openxmlformats.org/officeDocument/2006/relationships/tags" Target="../tags/tag69.xml"/><Relationship Id="rId15" Type="http://schemas.microsoft.com/office/2007/relationships/diagramDrawing" Target="../diagrams/drawing19.xml"/><Relationship Id="rId10" Type="http://schemas.openxmlformats.org/officeDocument/2006/relationships/image" Target="../media/image9.png"/><Relationship Id="rId4" Type="http://schemas.openxmlformats.org/officeDocument/2006/relationships/tags" Target="../tags/tag68.xml"/><Relationship Id="rId9" Type="http://schemas.openxmlformats.org/officeDocument/2006/relationships/notesSlide" Target="../notesSlides/notesSlide20.xml"/><Relationship Id="rId14" Type="http://schemas.openxmlformats.org/officeDocument/2006/relationships/diagramColors" Target="../diagrams/colors19.xml"/></Relationships>
</file>

<file path=ppt/slides/_rels/slide21.xml.rels><?xml version="1.0" encoding="UTF-8" standalone="yes"?>
<Relationships xmlns="http://schemas.openxmlformats.org/package/2006/relationships"><Relationship Id="rId8" Type="http://schemas.openxmlformats.org/officeDocument/2006/relationships/diagramLayout" Target="../diagrams/layout20.xml"/><Relationship Id="rId3" Type="http://schemas.openxmlformats.org/officeDocument/2006/relationships/tags" Target="../tags/tag74.xml"/><Relationship Id="rId7" Type="http://schemas.openxmlformats.org/officeDocument/2006/relationships/diagramData" Target="../diagrams/data20.xml"/><Relationship Id="rId2" Type="http://schemas.openxmlformats.org/officeDocument/2006/relationships/tags" Target="../tags/tag73.xml"/><Relationship Id="rId1" Type="http://schemas.openxmlformats.org/officeDocument/2006/relationships/tags" Target="../tags/tag72.xml"/><Relationship Id="rId6" Type="http://schemas.openxmlformats.org/officeDocument/2006/relationships/notesSlide" Target="../notesSlides/notesSlide21.xml"/><Relationship Id="rId11" Type="http://schemas.microsoft.com/office/2007/relationships/diagramDrawing" Target="../diagrams/drawing20.xml"/><Relationship Id="rId5" Type="http://schemas.openxmlformats.org/officeDocument/2006/relationships/slideLayout" Target="../slideLayouts/slideLayout2.xml"/><Relationship Id="rId10" Type="http://schemas.openxmlformats.org/officeDocument/2006/relationships/diagramColors" Target="../diagrams/colors20.xml"/><Relationship Id="rId4" Type="http://schemas.openxmlformats.org/officeDocument/2006/relationships/tags" Target="../tags/tag75.xml"/><Relationship Id="rId9" Type="http://schemas.openxmlformats.org/officeDocument/2006/relationships/diagramQuickStyle" Target="../diagrams/quickStyle20.xml"/></Relationships>
</file>

<file path=ppt/slides/_rels/slide22.xml.rels><?xml version="1.0" encoding="UTF-8" standalone="yes"?>
<Relationships xmlns="http://schemas.openxmlformats.org/package/2006/relationships"><Relationship Id="rId8" Type="http://schemas.openxmlformats.org/officeDocument/2006/relationships/diagramQuickStyle" Target="../diagrams/quickStyle21.xml"/><Relationship Id="rId13" Type="http://schemas.openxmlformats.org/officeDocument/2006/relationships/diagramQuickStyle" Target="../diagrams/quickStyle22.xml"/><Relationship Id="rId3" Type="http://schemas.openxmlformats.org/officeDocument/2006/relationships/tags" Target="../tags/tag78.xml"/><Relationship Id="rId7" Type="http://schemas.openxmlformats.org/officeDocument/2006/relationships/diagramLayout" Target="../diagrams/layout21.xml"/><Relationship Id="rId12" Type="http://schemas.openxmlformats.org/officeDocument/2006/relationships/diagramLayout" Target="../diagrams/layout22.xml"/><Relationship Id="rId2" Type="http://schemas.openxmlformats.org/officeDocument/2006/relationships/tags" Target="../tags/tag77.xml"/><Relationship Id="rId1" Type="http://schemas.openxmlformats.org/officeDocument/2006/relationships/tags" Target="../tags/tag76.xml"/><Relationship Id="rId6" Type="http://schemas.openxmlformats.org/officeDocument/2006/relationships/diagramData" Target="../diagrams/data21.xml"/><Relationship Id="rId11" Type="http://schemas.openxmlformats.org/officeDocument/2006/relationships/diagramData" Target="../diagrams/data22.xml"/><Relationship Id="rId5" Type="http://schemas.openxmlformats.org/officeDocument/2006/relationships/notesSlide" Target="../notesSlides/notesSlide22.xml"/><Relationship Id="rId15" Type="http://schemas.microsoft.com/office/2007/relationships/diagramDrawing" Target="../diagrams/drawing22.xml"/><Relationship Id="rId10" Type="http://schemas.microsoft.com/office/2007/relationships/diagramDrawing" Target="../diagrams/drawing21.xml"/><Relationship Id="rId4" Type="http://schemas.openxmlformats.org/officeDocument/2006/relationships/slideLayout" Target="../slideLayouts/slideLayout2.xml"/><Relationship Id="rId9" Type="http://schemas.openxmlformats.org/officeDocument/2006/relationships/diagramColors" Target="../diagrams/colors21.xml"/><Relationship Id="rId14" Type="http://schemas.openxmlformats.org/officeDocument/2006/relationships/diagramColors" Target="../diagrams/colors2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0.xml"/><Relationship Id="rId1" Type="http://schemas.openxmlformats.org/officeDocument/2006/relationships/tags" Target="../tags/tag79.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8" Type="http://schemas.microsoft.com/office/2007/relationships/diagramDrawing" Target="../diagrams/drawing23.xml"/><Relationship Id="rId3" Type="http://schemas.openxmlformats.org/officeDocument/2006/relationships/notesSlide" Target="../notesSlides/notesSlide26.xml"/><Relationship Id="rId7" Type="http://schemas.openxmlformats.org/officeDocument/2006/relationships/diagramColors" Target="../diagrams/colors23.xml"/><Relationship Id="rId2" Type="http://schemas.openxmlformats.org/officeDocument/2006/relationships/slideLayout" Target="../slideLayouts/slideLayout2.xml"/><Relationship Id="rId1" Type="http://schemas.openxmlformats.org/officeDocument/2006/relationships/tags" Target="../tags/tag81.xml"/><Relationship Id="rId6" Type="http://schemas.openxmlformats.org/officeDocument/2006/relationships/diagramQuickStyle" Target="../diagrams/quickStyle23.xml"/><Relationship Id="rId5" Type="http://schemas.openxmlformats.org/officeDocument/2006/relationships/diagramLayout" Target="../diagrams/layout23.xml"/><Relationship Id="rId4" Type="http://schemas.openxmlformats.org/officeDocument/2006/relationships/diagramData" Target="../diagrams/data23.xml"/></Relationships>
</file>

<file path=ppt/slides/_rels/slide27.xml.rels><?xml version="1.0" encoding="UTF-8" standalone="yes"?>
<Relationships xmlns="http://schemas.openxmlformats.org/package/2006/relationships"><Relationship Id="rId3" Type="http://schemas.openxmlformats.org/officeDocument/2006/relationships/tags" Target="../tags/tag84.xml"/><Relationship Id="rId2" Type="http://schemas.openxmlformats.org/officeDocument/2006/relationships/tags" Target="../tags/tag83.xml"/><Relationship Id="rId1" Type="http://schemas.openxmlformats.org/officeDocument/2006/relationships/tags" Target="../tags/tag82.xml"/><Relationship Id="rId5" Type="http://schemas.openxmlformats.org/officeDocument/2006/relationships/notesSlide" Target="../notesSlides/notesSlide27.xml"/><Relationship Id="rId4"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tags" Target="../tags/tag87.xml"/><Relationship Id="rId2" Type="http://schemas.openxmlformats.org/officeDocument/2006/relationships/tags" Target="../tags/tag86.xml"/><Relationship Id="rId1" Type="http://schemas.openxmlformats.org/officeDocument/2006/relationships/tags" Target="../tags/tag85.xml"/><Relationship Id="rId5" Type="http://schemas.openxmlformats.org/officeDocument/2006/relationships/notesSlide" Target="../notesSlides/notesSlide28.xml"/><Relationship Id="rId4"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custDataLst>
              <p:tags r:id="rId1"/>
            </p:custDataLst>
          </p:nvPr>
        </p:nvSpPr>
        <p:spPr/>
        <p:txBody>
          <a:bodyPr>
            <a:normAutofit/>
          </a:bodyPr>
          <a:lstStyle/>
          <a:p>
            <a:r>
              <a:rPr lang="fr-CA" dirty="0"/>
              <a:t>Contrôle de gestion stratégique </a:t>
            </a:r>
          </a:p>
        </p:txBody>
      </p:sp>
      <p:sp>
        <p:nvSpPr>
          <p:cNvPr id="3" name="Sous-titre 2"/>
          <p:cNvSpPr>
            <a:spLocks noGrp="1"/>
          </p:cNvSpPr>
          <p:nvPr>
            <p:ph type="subTitle" idx="1"/>
            <p:custDataLst>
              <p:tags r:id="rId2"/>
            </p:custDataLst>
          </p:nvPr>
        </p:nvSpPr>
        <p:spPr/>
        <p:txBody>
          <a:bodyPr/>
          <a:lstStyle/>
          <a:p>
            <a:r>
              <a:rPr lang="fr-CA" dirty="0"/>
              <a:t>Séance 5 : Évaluer et contrôler les risques </a:t>
            </a:r>
          </a:p>
        </p:txBody>
      </p:sp>
      <p:sp>
        <p:nvSpPr>
          <p:cNvPr id="5" name="Espace réservé du numéro de diapositive 4"/>
          <p:cNvSpPr>
            <a:spLocks noGrp="1"/>
          </p:cNvSpPr>
          <p:nvPr>
            <p:ph type="sldNum" sz="quarter" idx="12"/>
            <p:custDataLst>
              <p:tags r:id="rId3"/>
            </p:custDataLst>
          </p:nvPr>
        </p:nvSpPr>
        <p:spPr/>
        <p:txBody>
          <a:bodyPr/>
          <a:lstStyle/>
          <a:p>
            <a:fld id="{EEB25B09-B9A6-4811-8700-6D36B9CE20D1}" type="slidenum">
              <a:rPr lang="fr-CA" smtClean="0"/>
              <a:t>1</a:t>
            </a:fld>
            <a:endParaRPr lang="fr-CA"/>
          </a:p>
        </p:txBody>
      </p:sp>
      <p:sp>
        <p:nvSpPr>
          <p:cNvPr id="4" name="Espace réservé du pied de page 3"/>
          <p:cNvSpPr>
            <a:spLocks noGrp="1"/>
          </p:cNvSpPr>
          <p:nvPr>
            <p:ph type="ftr" sz="quarter" idx="14"/>
            <p:custDataLst>
              <p:tags r:id="rId4"/>
            </p:custDataLst>
          </p:nvPr>
        </p:nvSpPr>
        <p:spPr/>
        <p:txBody>
          <a:bodyPr/>
          <a:lstStyle/>
          <a:p>
            <a:r>
              <a:rPr lang="fr-CA" dirty="0"/>
              <a:t>(C) HEC Montréal</a:t>
            </a:r>
          </a:p>
        </p:txBody>
      </p:sp>
    </p:spTree>
    <p:extLst>
      <p:ext uri="{BB962C8B-B14F-4D97-AF65-F5344CB8AC3E}">
        <p14:creationId xmlns:p14="http://schemas.microsoft.com/office/powerpoint/2010/main" val="41591504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1890038-581D-4220-A1D6-78FA68E4328D}"/>
              </a:ext>
            </a:extLst>
          </p:cNvPr>
          <p:cNvSpPr>
            <a:spLocks noGrp="1"/>
          </p:cNvSpPr>
          <p:nvPr>
            <p:ph type="title"/>
          </p:nvPr>
        </p:nvSpPr>
        <p:spPr/>
        <p:txBody>
          <a:bodyPr/>
          <a:lstStyle/>
          <a:p>
            <a:r>
              <a:rPr lang="fr-CA" dirty="0"/>
              <a:t>Gestion des risques d’entreprise</a:t>
            </a:r>
          </a:p>
        </p:txBody>
      </p:sp>
      <p:sp>
        <p:nvSpPr>
          <p:cNvPr id="3" name="Espace réservé du contenu 2">
            <a:extLst>
              <a:ext uri="{FF2B5EF4-FFF2-40B4-BE49-F238E27FC236}">
                <a16:creationId xmlns:a16="http://schemas.microsoft.com/office/drawing/2014/main" id="{8EC5B909-BEE2-467A-B5E8-AA2FB3C69352}"/>
              </a:ext>
            </a:extLst>
          </p:cNvPr>
          <p:cNvSpPr>
            <a:spLocks noGrp="1"/>
          </p:cNvSpPr>
          <p:nvPr>
            <p:ph idx="1"/>
          </p:nvPr>
        </p:nvSpPr>
        <p:spPr/>
        <p:txBody>
          <a:bodyPr>
            <a:normAutofit/>
          </a:bodyPr>
          <a:lstStyle/>
          <a:p>
            <a:r>
              <a:rPr lang="fr-CA" sz="2800" dirty="0">
                <a:highlight>
                  <a:srgbClr val="FFFF00"/>
                </a:highlight>
              </a:rPr>
              <a:t>Outil stratégique </a:t>
            </a:r>
            <a:r>
              <a:rPr lang="fr-CA" sz="2800" dirty="0"/>
              <a:t>regroupant les méthodes et processus utilisés par les organisations pour gérer les risques : </a:t>
            </a:r>
          </a:p>
          <a:p>
            <a:pPr lvl="1"/>
            <a:r>
              <a:rPr lang="fr-CA" sz="2800" dirty="0"/>
              <a:t>Planification stratégique</a:t>
            </a:r>
          </a:p>
          <a:p>
            <a:pPr lvl="1"/>
            <a:r>
              <a:rPr lang="fr-CA" sz="2800" dirty="0"/>
              <a:t>Gestion opérationnelle </a:t>
            </a:r>
          </a:p>
          <a:p>
            <a:pPr lvl="1"/>
            <a:r>
              <a:rPr lang="fr-CA" sz="2800" dirty="0"/>
              <a:t>Gestion financière </a:t>
            </a:r>
          </a:p>
          <a:p>
            <a:pPr lvl="1"/>
            <a:r>
              <a:rPr lang="fr-CA" sz="2800" dirty="0"/>
              <a:t>Contrôle interne</a:t>
            </a:r>
          </a:p>
        </p:txBody>
      </p:sp>
      <p:sp>
        <p:nvSpPr>
          <p:cNvPr id="4" name="Espace réservé du pied de page 3">
            <a:extLst>
              <a:ext uri="{FF2B5EF4-FFF2-40B4-BE49-F238E27FC236}">
                <a16:creationId xmlns:a16="http://schemas.microsoft.com/office/drawing/2014/main" id="{0B3F8F6A-D354-4421-A5DD-0F3C019D9721}"/>
              </a:ext>
            </a:extLst>
          </p:cNvPr>
          <p:cNvSpPr>
            <a:spLocks noGrp="1"/>
          </p:cNvSpPr>
          <p:nvPr>
            <p:ph type="ftr" sz="quarter" idx="11"/>
          </p:nvPr>
        </p:nvSpPr>
        <p:spPr/>
        <p:txBody>
          <a:bodyPr/>
          <a:lstStyle/>
          <a:p>
            <a:r>
              <a:rPr lang="fr-CA"/>
              <a:t>(C) HEC montréal</a:t>
            </a:r>
          </a:p>
        </p:txBody>
      </p:sp>
      <p:sp>
        <p:nvSpPr>
          <p:cNvPr id="5" name="Espace réservé du numéro de diapositive 4">
            <a:extLst>
              <a:ext uri="{FF2B5EF4-FFF2-40B4-BE49-F238E27FC236}">
                <a16:creationId xmlns:a16="http://schemas.microsoft.com/office/drawing/2014/main" id="{418ED31C-44D7-4CDC-9F40-D09E5E260C74}"/>
              </a:ext>
            </a:extLst>
          </p:cNvPr>
          <p:cNvSpPr>
            <a:spLocks noGrp="1"/>
          </p:cNvSpPr>
          <p:nvPr>
            <p:ph type="sldNum" sz="quarter" idx="12"/>
          </p:nvPr>
        </p:nvSpPr>
        <p:spPr/>
        <p:txBody>
          <a:bodyPr/>
          <a:lstStyle/>
          <a:p>
            <a:fld id="{EEB25B09-B9A6-4811-8700-6D36B9CE20D1}" type="slidenum">
              <a:rPr lang="fr-CA" smtClean="0"/>
              <a:t>2</a:t>
            </a:fld>
            <a:endParaRPr lang="fr-CA"/>
          </a:p>
        </p:txBody>
      </p:sp>
    </p:spTree>
    <p:extLst>
      <p:ext uri="{BB962C8B-B14F-4D97-AF65-F5344CB8AC3E}">
        <p14:creationId xmlns:p14="http://schemas.microsoft.com/office/powerpoint/2010/main" val="790476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Oval 5"/>
          <p:cNvSpPr>
            <a:spLocks noChangeArrowheads="1"/>
          </p:cNvSpPr>
          <p:nvPr>
            <p:custDataLst>
              <p:tags r:id="rId1"/>
            </p:custDataLst>
          </p:nvPr>
        </p:nvSpPr>
        <p:spPr bwMode="auto">
          <a:xfrm>
            <a:off x="4259264" y="693739"/>
            <a:ext cx="3024187" cy="1368425"/>
          </a:xfrm>
          <a:prstGeom prst="ellipse">
            <a:avLst/>
          </a:prstGeom>
          <a:ln>
            <a:headEnd/>
            <a:tailEnd/>
          </a:ln>
        </p:spPr>
        <p:style>
          <a:lnRef idx="3">
            <a:schemeClr val="lt1"/>
          </a:lnRef>
          <a:fillRef idx="1">
            <a:schemeClr val="accent4"/>
          </a:fillRef>
          <a:effectRef idx="1">
            <a:schemeClr val="accent4"/>
          </a:effectRef>
          <a:fontRef idx="minor">
            <a:schemeClr val="lt1"/>
          </a:fontRef>
        </p:style>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fr-CA" altLang="fr-FR" sz="2400" b="1" dirty="0">
                <a:solidFill>
                  <a:schemeClr val="bg1"/>
                </a:solidFill>
              </a:rPr>
              <a:t>Incertitude</a:t>
            </a:r>
          </a:p>
        </p:txBody>
      </p:sp>
      <p:sp>
        <p:nvSpPr>
          <p:cNvPr id="6151" name="Text Box 10"/>
          <p:cNvSpPr txBox="1">
            <a:spLocks noChangeArrowheads="1"/>
          </p:cNvSpPr>
          <p:nvPr>
            <p:custDataLst>
              <p:tags r:id="rId2"/>
            </p:custDataLst>
          </p:nvPr>
        </p:nvSpPr>
        <p:spPr bwMode="auto">
          <a:xfrm>
            <a:off x="7499349" y="620713"/>
            <a:ext cx="3336973" cy="1938992"/>
          </a:xfrm>
          <a:prstGeom prst="rect">
            <a:avLst/>
          </a:prstGeom>
          <a:ln/>
        </p:spPr>
        <p:style>
          <a:lnRef idx="1">
            <a:schemeClr val="accent1"/>
          </a:lnRef>
          <a:fillRef idx="2">
            <a:schemeClr val="accent1"/>
          </a:fillRef>
          <a:effectRef idx="1">
            <a:schemeClr val="accent1"/>
          </a:effectRef>
          <a:fontRef idx="minor">
            <a:schemeClr val="dk1"/>
          </a:fontRef>
        </p:style>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spcBef>
                <a:spcPct val="50000"/>
              </a:spcBef>
            </a:pPr>
            <a:r>
              <a:rPr lang="fr-CA" altLang="fr-FR" sz="2400" dirty="0"/>
              <a:t>Le risque peut être perçu comme une conséquence de l'incertitude entourant la prise de décision</a:t>
            </a:r>
          </a:p>
        </p:txBody>
      </p:sp>
    </p:spTree>
    <p:extLst>
      <p:ext uri="{BB962C8B-B14F-4D97-AF65-F5344CB8AC3E}">
        <p14:creationId xmlns:p14="http://schemas.microsoft.com/office/powerpoint/2010/main" val="6462255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6146" name="Oval 4"/>
          <p:cNvSpPr>
            <a:spLocks noChangeArrowheads="1"/>
          </p:cNvSpPr>
          <p:nvPr>
            <p:custDataLst>
              <p:tags r:id="rId1"/>
            </p:custDataLst>
          </p:nvPr>
        </p:nvSpPr>
        <p:spPr bwMode="auto">
          <a:xfrm>
            <a:off x="1524000" y="3068639"/>
            <a:ext cx="3024188" cy="1368425"/>
          </a:xfrm>
          <a:prstGeom prst="ellipse">
            <a:avLst/>
          </a:prstGeom>
          <a:ln>
            <a:headEnd/>
            <a:tailEnd/>
          </a:ln>
        </p:spPr>
        <p:style>
          <a:lnRef idx="3">
            <a:schemeClr val="lt1"/>
          </a:lnRef>
          <a:fillRef idx="1">
            <a:schemeClr val="accent4"/>
          </a:fillRef>
          <a:effectRef idx="1">
            <a:schemeClr val="accent4"/>
          </a:effectRef>
          <a:fontRef idx="minor">
            <a:schemeClr val="lt1"/>
          </a:fontRef>
        </p:style>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fr-CA" altLang="fr-FR" sz="2400" b="1">
                <a:solidFill>
                  <a:schemeClr val="bg1"/>
                </a:solidFill>
              </a:rPr>
              <a:t>Danger</a:t>
            </a:r>
          </a:p>
        </p:txBody>
      </p:sp>
      <p:sp>
        <p:nvSpPr>
          <p:cNvPr id="6147" name="Oval 5"/>
          <p:cNvSpPr>
            <a:spLocks noChangeArrowheads="1"/>
          </p:cNvSpPr>
          <p:nvPr>
            <p:custDataLst>
              <p:tags r:id="rId2"/>
            </p:custDataLst>
          </p:nvPr>
        </p:nvSpPr>
        <p:spPr bwMode="auto">
          <a:xfrm>
            <a:off x="4259264" y="693739"/>
            <a:ext cx="3024187" cy="1368425"/>
          </a:xfrm>
          <a:prstGeom prst="ellipse">
            <a:avLst/>
          </a:prstGeom>
          <a:ln>
            <a:headEnd/>
            <a:tailEnd/>
          </a:ln>
        </p:spPr>
        <p:style>
          <a:lnRef idx="3">
            <a:schemeClr val="lt1"/>
          </a:lnRef>
          <a:fillRef idx="1">
            <a:schemeClr val="accent4"/>
          </a:fillRef>
          <a:effectRef idx="1">
            <a:schemeClr val="accent4"/>
          </a:effectRef>
          <a:fontRef idx="minor">
            <a:schemeClr val="lt1"/>
          </a:fontRef>
        </p:style>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fr-CA" altLang="fr-FR" sz="2400" b="1">
                <a:solidFill>
                  <a:schemeClr val="bg1"/>
                </a:solidFill>
              </a:rPr>
              <a:t>Incertitude</a:t>
            </a:r>
          </a:p>
        </p:txBody>
      </p:sp>
      <p:sp>
        <p:nvSpPr>
          <p:cNvPr id="6152" name="Text Box 11"/>
          <p:cNvSpPr txBox="1">
            <a:spLocks noChangeArrowheads="1"/>
          </p:cNvSpPr>
          <p:nvPr>
            <p:custDataLst>
              <p:tags r:id="rId3"/>
            </p:custDataLst>
          </p:nvPr>
        </p:nvSpPr>
        <p:spPr bwMode="auto">
          <a:xfrm>
            <a:off x="1524001" y="4510088"/>
            <a:ext cx="4098877" cy="1938992"/>
          </a:xfrm>
          <a:prstGeom prst="rect">
            <a:avLst/>
          </a:prstGeom>
          <a:ln/>
        </p:spPr>
        <p:style>
          <a:lnRef idx="1">
            <a:schemeClr val="accent1"/>
          </a:lnRef>
          <a:fillRef idx="2">
            <a:schemeClr val="accent1"/>
          </a:fillRef>
          <a:effectRef idx="1">
            <a:schemeClr val="accent1"/>
          </a:effectRef>
          <a:fontRef idx="minor">
            <a:schemeClr val="dk1"/>
          </a:fontRef>
        </p:style>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spcBef>
                <a:spcPct val="50000"/>
              </a:spcBef>
            </a:pPr>
            <a:r>
              <a:rPr lang="fr-CA" altLang="fr-FR" sz="2400" dirty="0"/>
              <a:t>Le risque peut être perçu comme un danger lié à des conséquences à éviter dans le cadre de la gestion de l’entreprise</a:t>
            </a:r>
          </a:p>
        </p:txBody>
      </p:sp>
    </p:spTree>
    <p:extLst>
      <p:ext uri="{BB962C8B-B14F-4D97-AF65-F5344CB8AC3E}">
        <p14:creationId xmlns:p14="http://schemas.microsoft.com/office/powerpoint/2010/main" val="21650130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Oval 4"/>
          <p:cNvSpPr>
            <a:spLocks noChangeArrowheads="1"/>
          </p:cNvSpPr>
          <p:nvPr>
            <p:custDataLst>
              <p:tags r:id="rId1"/>
            </p:custDataLst>
          </p:nvPr>
        </p:nvSpPr>
        <p:spPr bwMode="auto">
          <a:xfrm>
            <a:off x="1524000" y="3068639"/>
            <a:ext cx="3024188" cy="1368425"/>
          </a:xfrm>
          <a:prstGeom prst="ellipse">
            <a:avLst/>
          </a:prstGeom>
          <a:ln>
            <a:headEnd/>
            <a:tailEnd/>
          </a:ln>
        </p:spPr>
        <p:style>
          <a:lnRef idx="3">
            <a:schemeClr val="lt1"/>
          </a:lnRef>
          <a:fillRef idx="1">
            <a:schemeClr val="accent4"/>
          </a:fillRef>
          <a:effectRef idx="1">
            <a:schemeClr val="accent4"/>
          </a:effectRef>
          <a:fontRef idx="minor">
            <a:schemeClr val="lt1"/>
          </a:fontRef>
        </p:style>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fr-CA" altLang="fr-FR" sz="2400" b="1">
                <a:solidFill>
                  <a:schemeClr val="bg1"/>
                </a:solidFill>
              </a:rPr>
              <a:t>Danger</a:t>
            </a:r>
          </a:p>
        </p:txBody>
      </p:sp>
      <p:sp>
        <p:nvSpPr>
          <p:cNvPr id="6147" name="Oval 5"/>
          <p:cNvSpPr>
            <a:spLocks noChangeArrowheads="1"/>
          </p:cNvSpPr>
          <p:nvPr>
            <p:custDataLst>
              <p:tags r:id="rId2"/>
            </p:custDataLst>
          </p:nvPr>
        </p:nvSpPr>
        <p:spPr bwMode="auto">
          <a:xfrm>
            <a:off x="4259264" y="693739"/>
            <a:ext cx="3024187" cy="1368425"/>
          </a:xfrm>
          <a:prstGeom prst="ellipse">
            <a:avLst/>
          </a:prstGeom>
          <a:ln>
            <a:headEnd/>
            <a:tailEnd/>
          </a:ln>
        </p:spPr>
        <p:style>
          <a:lnRef idx="3">
            <a:schemeClr val="lt1"/>
          </a:lnRef>
          <a:fillRef idx="1">
            <a:schemeClr val="accent4"/>
          </a:fillRef>
          <a:effectRef idx="1">
            <a:schemeClr val="accent4"/>
          </a:effectRef>
          <a:fontRef idx="minor">
            <a:schemeClr val="lt1"/>
          </a:fontRef>
        </p:style>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fr-CA" altLang="fr-FR" sz="2400" b="1">
                <a:solidFill>
                  <a:schemeClr val="bg1"/>
                </a:solidFill>
              </a:rPr>
              <a:t>Incertitude</a:t>
            </a:r>
          </a:p>
        </p:txBody>
      </p:sp>
      <p:sp>
        <p:nvSpPr>
          <p:cNvPr id="6148" name="Oval 6"/>
          <p:cNvSpPr>
            <a:spLocks noChangeArrowheads="1"/>
          </p:cNvSpPr>
          <p:nvPr>
            <p:custDataLst>
              <p:tags r:id="rId3"/>
            </p:custDataLst>
          </p:nvPr>
        </p:nvSpPr>
        <p:spPr bwMode="auto">
          <a:xfrm>
            <a:off x="6564314" y="3141664"/>
            <a:ext cx="3024187" cy="1368425"/>
          </a:xfrm>
          <a:prstGeom prst="ellipse">
            <a:avLst/>
          </a:prstGeom>
          <a:ln>
            <a:headEnd/>
            <a:tailEnd/>
          </a:ln>
        </p:spPr>
        <p:style>
          <a:lnRef idx="3">
            <a:schemeClr val="lt1"/>
          </a:lnRef>
          <a:fillRef idx="1">
            <a:schemeClr val="accent5"/>
          </a:fillRef>
          <a:effectRef idx="1">
            <a:schemeClr val="accent5"/>
          </a:effectRef>
          <a:fontRef idx="minor">
            <a:schemeClr val="lt1"/>
          </a:fontRef>
        </p:style>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fr-CA" altLang="fr-FR" sz="2400" b="1" dirty="0">
                <a:solidFill>
                  <a:schemeClr val="bg1"/>
                </a:solidFill>
              </a:rPr>
              <a:t>Occasions d’affaires</a:t>
            </a:r>
          </a:p>
        </p:txBody>
      </p:sp>
      <p:sp>
        <p:nvSpPr>
          <p:cNvPr id="6149" name="Line 7"/>
          <p:cNvSpPr>
            <a:spLocks noChangeShapeType="1"/>
          </p:cNvSpPr>
          <p:nvPr>
            <p:custDataLst>
              <p:tags r:id="rId4"/>
            </p:custDataLst>
          </p:nvPr>
        </p:nvSpPr>
        <p:spPr bwMode="auto">
          <a:xfrm>
            <a:off x="4548188" y="3789363"/>
            <a:ext cx="1943100" cy="0"/>
          </a:xfrm>
          <a:prstGeom prst="line">
            <a:avLst/>
          </a:prstGeom>
          <a:noFill/>
          <a:ln w="38100">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fr-CA"/>
          </a:p>
        </p:txBody>
      </p:sp>
      <p:sp>
        <p:nvSpPr>
          <p:cNvPr id="6150" name="Line 8"/>
          <p:cNvSpPr>
            <a:spLocks noChangeShapeType="1"/>
          </p:cNvSpPr>
          <p:nvPr>
            <p:custDataLst>
              <p:tags r:id="rId5"/>
            </p:custDataLst>
          </p:nvPr>
        </p:nvSpPr>
        <p:spPr bwMode="auto">
          <a:xfrm>
            <a:off x="6491289" y="2060575"/>
            <a:ext cx="504825" cy="1225550"/>
          </a:xfrm>
          <a:prstGeom prst="line">
            <a:avLst/>
          </a:prstGeom>
          <a:noFill/>
          <a:ln w="38100">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fr-CA"/>
          </a:p>
        </p:txBody>
      </p:sp>
      <p:sp>
        <p:nvSpPr>
          <p:cNvPr id="6153" name="Text Box 12"/>
          <p:cNvSpPr txBox="1">
            <a:spLocks noChangeArrowheads="1"/>
          </p:cNvSpPr>
          <p:nvPr>
            <p:custDataLst>
              <p:tags r:id="rId6"/>
            </p:custDataLst>
          </p:nvPr>
        </p:nvSpPr>
        <p:spPr bwMode="auto">
          <a:xfrm>
            <a:off x="4548188" y="4797426"/>
            <a:ext cx="5651500" cy="1569660"/>
          </a:xfrm>
          <a:prstGeom prst="rect">
            <a:avLst/>
          </a:prstGeom>
          <a:ln/>
        </p:spPr>
        <p:style>
          <a:lnRef idx="1">
            <a:schemeClr val="accent1"/>
          </a:lnRef>
          <a:fillRef idx="2">
            <a:schemeClr val="accent1"/>
          </a:fillRef>
          <a:effectRef idx="1">
            <a:schemeClr val="accent1"/>
          </a:effectRef>
          <a:fontRef idx="minor">
            <a:schemeClr val="dk1"/>
          </a:fontRef>
        </p:style>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fr-CA" altLang="fr-FR" sz="2400" dirty="0"/>
              <a:t>Le risque peut être perçu comme une composante qui doit être gérée afin de profiter pleinement des possibilités qui se présentent</a:t>
            </a:r>
          </a:p>
        </p:txBody>
      </p:sp>
    </p:spTree>
    <p:extLst>
      <p:ext uri="{BB962C8B-B14F-4D97-AF65-F5344CB8AC3E}">
        <p14:creationId xmlns:p14="http://schemas.microsoft.com/office/powerpoint/2010/main" val="15268068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26BD587-084A-4B3D-8727-79CDF8793191}"/>
              </a:ext>
            </a:extLst>
          </p:cNvPr>
          <p:cNvSpPr>
            <a:spLocks noGrp="1"/>
          </p:cNvSpPr>
          <p:nvPr>
            <p:ph type="title"/>
          </p:nvPr>
        </p:nvSpPr>
        <p:spPr/>
        <p:txBody>
          <a:bodyPr/>
          <a:lstStyle/>
          <a:p>
            <a:r>
              <a:rPr lang="fr-CA" dirty="0"/>
              <a:t>Objectif de la gestion des risques </a:t>
            </a:r>
          </a:p>
        </p:txBody>
      </p:sp>
      <p:sp>
        <p:nvSpPr>
          <p:cNvPr id="3" name="Espace réservé du contenu 2">
            <a:extLst>
              <a:ext uri="{FF2B5EF4-FFF2-40B4-BE49-F238E27FC236}">
                <a16:creationId xmlns:a16="http://schemas.microsoft.com/office/drawing/2014/main" id="{EB788B8B-ACE0-49E6-B077-4B63B7CC2719}"/>
              </a:ext>
            </a:extLst>
          </p:cNvPr>
          <p:cNvSpPr>
            <a:spLocks noGrp="1"/>
          </p:cNvSpPr>
          <p:nvPr>
            <p:ph idx="1"/>
          </p:nvPr>
        </p:nvSpPr>
        <p:spPr/>
        <p:style>
          <a:lnRef idx="2">
            <a:schemeClr val="accent1">
              <a:shade val="50000"/>
            </a:schemeClr>
          </a:lnRef>
          <a:fillRef idx="1">
            <a:schemeClr val="accent1"/>
          </a:fillRef>
          <a:effectRef idx="0">
            <a:schemeClr val="accent1"/>
          </a:effectRef>
          <a:fontRef idx="minor">
            <a:schemeClr val="lt1"/>
          </a:fontRef>
        </p:style>
        <p:txBody>
          <a:bodyPr>
            <a:normAutofit/>
          </a:bodyPr>
          <a:lstStyle/>
          <a:p>
            <a:pPr marL="0" indent="0" algn="ctr">
              <a:buNone/>
            </a:pPr>
            <a:endParaRPr lang="fr-CA" sz="3200" b="1" dirty="0"/>
          </a:p>
          <a:p>
            <a:pPr marL="0" indent="0" algn="ctr">
              <a:buNone/>
            </a:pPr>
            <a:endParaRPr lang="fr-CA" sz="3200" b="1" dirty="0"/>
          </a:p>
          <a:p>
            <a:pPr marL="0" indent="0" algn="ctr">
              <a:buNone/>
            </a:pPr>
            <a:r>
              <a:rPr lang="fr-CA" sz="3200" b="1" dirty="0"/>
              <a:t>Améliorer la performance et accroître la valeur actionnariale </a:t>
            </a:r>
          </a:p>
        </p:txBody>
      </p:sp>
      <p:sp>
        <p:nvSpPr>
          <p:cNvPr id="4" name="Espace réservé du pied de page 3">
            <a:extLst>
              <a:ext uri="{FF2B5EF4-FFF2-40B4-BE49-F238E27FC236}">
                <a16:creationId xmlns:a16="http://schemas.microsoft.com/office/drawing/2014/main" id="{1C99A75F-3E01-4A49-93B9-31F9887F57D5}"/>
              </a:ext>
            </a:extLst>
          </p:cNvPr>
          <p:cNvSpPr>
            <a:spLocks noGrp="1"/>
          </p:cNvSpPr>
          <p:nvPr>
            <p:ph type="ftr" sz="quarter" idx="11"/>
          </p:nvPr>
        </p:nvSpPr>
        <p:spPr/>
        <p:txBody>
          <a:bodyPr/>
          <a:lstStyle/>
          <a:p>
            <a:r>
              <a:rPr lang="fr-CA"/>
              <a:t>(C) HEC montréal</a:t>
            </a:r>
          </a:p>
        </p:txBody>
      </p:sp>
      <p:sp>
        <p:nvSpPr>
          <p:cNvPr id="5" name="Espace réservé du numéro de diapositive 4">
            <a:extLst>
              <a:ext uri="{FF2B5EF4-FFF2-40B4-BE49-F238E27FC236}">
                <a16:creationId xmlns:a16="http://schemas.microsoft.com/office/drawing/2014/main" id="{03E0A5B9-0389-4B4C-A081-7390BE66B237}"/>
              </a:ext>
            </a:extLst>
          </p:cNvPr>
          <p:cNvSpPr>
            <a:spLocks noGrp="1"/>
          </p:cNvSpPr>
          <p:nvPr>
            <p:ph type="sldNum" sz="quarter" idx="12"/>
          </p:nvPr>
        </p:nvSpPr>
        <p:spPr/>
        <p:txBody>
          <a:bodyPr/>
          <a:lstStyle/>
          <a:p>
            <a:fld id="{EEB25B09-B9A6-4811-8700-6D36B9CE20D1}" type="slidenum">
              <a:rPr lang="fr-CA" smtClean="0"/>
              <a:t>6</a:t>
            </a:fld>
            <a:endParaRPr lang="fr-CA"/>
          </a:p>
        </p:txBody>
      </p:sp>
    </p:spTree>
    <p:extLst>
      <p:ext uri="{BB962C8B-B14F-4D97-AF65-F5344CB8AC3E}">
        <p14:creationId xmlns:p14="http://schemas.microsoft.com/office/powerpoint/2010/main" val="10987459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re 1"/>
          <p:cNvSpPr>
            <a:spLocks noGrp="1"/>
          </p:cNvSpPr>
          <p:nvPr>
            <p:ph type="title"/>
            <p:custDataLst>
              <p:tags r:id="rId1"/>
            </p:custDataLst>
          </p:nvPr>
        </p:nvSpPr>
        <p:spPr/>
        <p:txBody>
          <a:bodyPr/>
          <a:lstStyle/>
          <a:p>
            <a:r>
              <a:rPr lang="fr-CA" altLang="fr-FR" dirty="0"/>
              <a:t>Processus de gestion des risques</a:t>
            </a:r>
          </a:p>
        </p:txBody>
      </p:sp>
      <p:graphicFrame>
        <p:nvGraphicFramePr>
          <p:cNvPr id="8" name="Espace réservé du contenu 7"/>
          <p:cNvGraphicFramePr>
            <a:graphicFrameLocks noGrp="1"/>
          </p:cNvGraphicFramePr>
          <p:nvPr>
            <p:ph idx="1"/>
            <p:extLst>
              <p:ext uri="{D42A27DB-BD31-4B8C-83A1-F6EECF244321}">
                <p14:modId xmlns:p14="http://schemas.microsoft.com/office/powerpoint/2010/main" val="2846382677"/>
              </p:ext>
            </p:extLst>
          </p:nvPr>
        </p:nvGraphicFramePr>
        <p:xfrm>
          <a:off x="638175" y="1893888"/>
          <a:ext cx="10915650" cy="3824287"/>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4" name="Espace réservé du pied de page 3"/>
          <p:cNvSpPr>
            <a:spLocks noGrp="1"/>
          </p:cNvSpPr>
          <p:nvPr>
            <p:ph type="ftr" sz="quarter" idx="11"/>
            <p:custDataLst>
              <p:tags r:id="rId2"/>
            </p:custDataLst>
          </p:nvPr>
        </p:nvSpPr>
        <p:spPr/>
        <p:txBody>
          <a:bodyPr/>
          <a:lstStyle/>
          <a:p>
            <a:r>
              <a:rPr lang="fr-CA" dirty="0"/>
              <a:t>(C) HEC Montréal</a:t>
            </a:r>
          </a:p>
        </p:txBody>
      </p:sp>
      <p:sp>
        <p:nvSpPr>
          <p:cNvPr id="5" name="Espace réservé du numéro de diapositive 4"/>
          <p:cNvSpPr>
            <a:spLocks noGrp="1"/>
          </p:cNvSpPr>
          <p:nvPr>
            <p:ph type="sldNum" sz="quarter" idx="12"/>
            <p:custDataLst>
              <p:tags r:id="rId3"/>
            </p:custDataLst>
          </p:nvPr>
        </p:nvSpPr>
        <p:spPr/>
        <p:txBody>
          <a:bodyPr/>
          <a:lstStyle/>
          <a:p>
            <a:fld id="{EEB25B09-B9A6-4811-8700-6D36B9CE20D1}" type="slidenum">
              <a:rPr lang="fr-CA" smtClean="0"/>
              <a:t>7</a:t>
            </a:fld>
            <a:endParaRPr lang="fr-CA"/>
          </a:p>
        </p:txBody>
      </p:sp>
    </p:spTree>
    <p:extLst>
      <p:ext uri="{BB962C8B-B14F-4D97-AF65-F5344CB8AC3E}">
        <p14:creationId xmlns:p14="http://schemas.microsoft.com/office/powerpoint/2010/main" val="32911971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Espace réservé du contenu 5"/>
          <p:cNvGraphicFramePr>
            <a:graphicFrameLocks noGrp="1"/>
          </p:cNvGraphicFramePr>
          <p:nvPr>
            <p:ph idx="1"/>
            <p:custDataLst>
              <p:tags r:id="rId1"/>
            </p:custDataLst>
            <p:extLst>
              <p:ext uri="{D42A27DB-BD31-4B8C-83A1-F6EECF244321}">
                <p14:modId xmlns:p14="http://schemas.microsoft.com/office/powerpoint/2010/main" val="1654698433"/>
              </p:ext>
            </p:extLst>
          </p:nvPr>
        </p:nvGraphicFramePr>
        <p:xfrm>
          <a:off x="0" y="0"/>
          <a:ext cx="12113940" cy="1884556"/>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4" name="Espace réservé du pied de page 3"/>
          <p:cNvSpPr>
            <a:spLocks noGrp="1"/>
          </p:cNvSpPr>
          <p:nvPr>
            <p:ph type="ftr" sz="quarter" idx="11"/>
            <p:custDataLst>
              <p:tags r:id="rId2"/>
            </p:custDataLst>
          </p:nvPr>
        </p:nvSpPr>
        <p:spPr/>
        <p:txBody>
          <a:bodyPr/>
          <a:lstStyle/>
          <a:p>
            <a:r>
              <a:rPr lang="fr-CA" dirty="0"/>
              <a:t>(C) HEC Montréal</a:t>
            </a:r>
          </a:p>
        </p:txBody>
      </p:sp>
      <p:sp>
        <p:nvSpPr>
          <p:cNvPr id="5" name="Espace réservé du numéro de diapositive 4"/>
          <p:cNvSpPr>
            <a:spLocks noGrp="1"/>
          </p:cNvSpPr>
          <p:nvPr>
            <p:ph type="sldNum" sz="quarter" idx="12"/>
            <p:custDataLst>
              <p:tags r:id="rId3"/>
            </p:custDataLst>
          </p:nvPr>
        </p:nvSpPr>
        <p:spPr/>
        <p:txBody>
          <a:bodyPr/>
          <a:lstStyle/>
          <a:p>
            <a:fld id="{EEB25B09-B9A6-4811-8700-6D36B9CE20D1}" type="slidenum">
              <a:rPr lang="fr-CA" smtClean="0"/>
              <a:t>8</a:t>
            </a:fld>
            <a:endParaRPr lang="fr-CA"/>
          </a:p>
        </p:txBody>
      </p:sp>
      <p:graphicFrame>
        <p:nvGraphicFramePr>
          <p:cNvPr id="11" name="Tableau 10"/>
          <p:cNvGraphicFramePr>
            <a:graphicFrameLocks noGrp="1"/>
          </p:cNvGraphicFramePr>
          <p:nvPr>
            <p:custDataLst>
              <p:tags r:id="rId4"/>
            </p:custDataLst>
            <p:extLst>
              <p:ext uri="{D42A27DB-BD31-4B8C-83A1-F6EECF244321}">
                <p14:modId xmlns:p14="http://schemas.microsoft.com/office/powerpoint/2010/main" val="1965272558"/>
              </p:ext>
            </p:extLst>
          </p:nvPr>
        </p:nvGraphicFramePr>
        <p:xfrm>
          <a:off x="0" y="1519149"/>
          <a:ext cx="12210664" cy="5474358"/>
        </p:xfrm>
        <a:graphic>
          <a:graphicData uri="http://schemas.openxmlformats.org/drawingml/2006/table">
            <a:tbl>
              <a:tblPr firstRow="1" bandRow="1">
                <a:tableStyleId>{5C22544A-7EE6-4342-B048-85BDC9FD1C3A}</a:tableStyleId>
              </a:tblPr>
              <a:tblGrid>
                <a:gridCol w="6105332">
                  <a:extLst>
                    <a:ext uri="{9D8B030D-6E8A-4147-A177-3AD203B41FA5}">
                      <a16:colId xmlns:a16="http://schemas.microsoft.com/office/drawing/2014/main" val="20000"/>
                    </a:ext>
                  </a:extLst>
                </a:gridCol>
                <a:gridCol w="6105332">
                  <a:extLst>
                    <a:ext uri="{9D8B030D-6E8A-4147-A177-3AD203B41FA5}">
                      <a16:colId xmlns:a16="http://schemas.microsoft.com/office/drawing/2014/main" val="20001"/>
                    </a:ext>
                  </a:extLst>
                </a:gridCol>
              </a:tblGrid>
              <a:tr h="445158">
                <a:tc>
                  <a:txBody>
                    <a:bodyPr/>
                    <a:lstStyle/>
                    <a:p>
                      <a:r>
                        <a:rPr lang="fr-CA" dirty="0"/>
                        <a:t>Facteurs externes</a:t>
                      </a:r>
                    </a:p>
                  </a:txBody>
                  <a:tcPr/>
                </a:tc>
                <a:tc>
                  <a:txBody>
                    <a:bodyPr/>
                    <a:lstStyle/>
                    <a:p>
                      <a:r>
                        <a:rPr lang="fr-CA" dirty="0"/>
                        <a:t>Facteurs internes </a:t>
                      </a:r>
                    </a:p>
                  </a:txBody>
                  <a:tcPr/>
                </a:tc>
                <a:extLst>
                  <a:ext uri="{0D108BD9-81ED-4DB2-BD59-A6C34878D82A}">
                    <a16:rowId xmlns:a16="http://schemas.microsoft.com/office/drawing/2014/main" val="10000"/>
                  </a:ext>
                </a:extLst>
              </a:tr>
              <a:tr h="3732005">
                <a:tc>
                  <a:txBody>
                    <a:bodyPr/>
                    <a:lstStyle/>
                    <a:p>
                      <a:pPr marL="285750" indent="-285750">
                        <a:buFont typeface="Arial" panose="020B0604020202020204" pitchFamily="34" charset="0"/>
                        <a:buChar char="•"/>
                      </a:pPr>
                      <a:r>
                        <a:rPr lang="fr-CA" dirty="0"/>
                        <a:t>Économiques</a:t>
                      </a:r>
                      <a:r>
                        <a:rPr lang="fr-CA" baseline="0" dirty="0"/>
                        <a:t>: variation des prix, abaissement des barrières, marchés financiers, chômage, concurrence </a:t>
                      </a:r>
                    </a:p>
                    <a:p>
                      <a:pPr marL="285750" indent="-285750">
                        <a:buFont typeface="Arial" panose="020B0604020202020204" pitchFamily="34" charset="0"/>
                        <a:buChar char="•"/>
                      </a:pPr>
                      <a:endParaRPr lang="fr-CA" baseline="0" dirty="0"/>
                    </a:p>
                    <a:p>
                      <a:pPr marL="285750" indent="-285750">
                        <a:buFont typeface="Arial" panose="020B0604020202020204" pitchFamily="34" charset="0"/>
                        <a:buChar char="•"/>
                      </a:pPr>
                      <a:r>
                        <a:rPr lang="fr-CA" baseline="0" dirty="0"/>
                        <a:t>Environnementaux : inondations, incendies, émission de déchets, énergie</a:t>
                      </a:r>
                    </a:p>
                    <a:p>
                      <a:pPr marL="285750" indent="-285750">
                        <a:buFont typeface="Arial" panose="020B0604020202020204" pitchFamily="34" charset="0"/>
                        <a:buChar char="•"/>
                      </a:pPr>
                      <a:endParaRPr lang="fr-CA" baseline="0" dirty="0"/>
                    </a:p>
                    <a:p>
                      <a:pPr marL="285750" indent="-285750">
                        <a:buFont typeface="Arial" panose="020B0604020202020204" pitchFamily="34" charset="0"/>
                        <a:buChar char="•"/>
                      </a:pPr>
                      <a:r>
                        <a:rPr lang="fr-CA" baseline="0" dirty="0"/>
                        <a:t>Politiques: changement de gouvernement, lois</a:t>
                      </a:r>
                    </a:p>
                    <a:p>
                      <a:pPr marL="0" indent="0">
                        <a:buFont typeface="Arial" panose="020B0604020202020204" pitchFamily="34" charset="0"/>
                        <a:buNone/>
                      </a:pPr>
                      <a:endParaRPr lang="fr-CA" baseline="0" dirty="0"/>
                    </a:p>
                    <a:p>
                      <a:pPr marL="285750" indent="-285750">
                        <a:buFont typeface="Arial" panose="020B0604020202020204" pitchFamily="34" charset="0"/>
                        <a:buChar char="•"/>
                      </a:pPr>
                      <a:r>
                        <a:rPr lang="fr-CA" baseline="0" dirty="0"/>
                        <a:t>Sociaux: démographie, comportement des consommateurs, responsabilité sociale</a:t>
                      </a:r>
                    </a:p>
                    <a:p>
                      <a:pPr marL="285750" indent="-285750">
                        <a:buFont typeface="Arial" panose="020B0604020202020204" pitchFamily="34" charset="0"/>
                        <a:buChar char="•"/>
                      </a:pPr>
                      <a:endParaRPr lang="fr-CA" baseline="0" dirty="0"/>
                    </a:p>
                    <a:p>
                      <a:pPr marL="285750" indent="-285750">
                        <a:buFont typeface="Arial" panose="020B0604020202020204" pitchFamily="34" charset="0"/>
                        <a:buChar char="•"/>
                      </a:pPr>
                      <a:r>
                        <a:rPr lang="fr-CA" baseline="0" dirty="0"/>
                        <a:t>Technologiques: nouveaux modes de communication, évolution des TI, données externes </a:t>
                      </a:r>
                      <a:endParaRPr lang="fr-CA" dirty="0"/>
                    </a:p>
                  </a:txBody>
                  <a:tcPr/>
                </a:tc>
                <a:tc>
                  <a:txBody>
                    <a:bodyPr/>
                    <a:lstStyle/>
                    <a:p>
                      <a:pPr marL="285750" indent="-285750">
                        <a:buFont typeface="Arial" panose="020B0604020202020204" pitchFamily="34" charset="0"/>
                        <a:buChar char="•"/>
                      </a:pPr>
                      <a:r>
                        <a:rPr lang="fr-CA" dirty="0"/>
                        <a:t>Infrastructure: disponibilité</a:t>
                      </a:r>
                      <a:r>
                        <a:rPr lang="fr-CA" baseline="0" dirty="0"/>
                        <a:t> des actifs, capacité, accès aux capitaux, complexité</a:t>
                      </a:r>
                    </a:p>
                    <a:p>
                      <a:pPr marL="285750" indent="-285750">
                        <a:buFont typeface="Arial" panose="020B0604020202020204" pitchFamily="34" charset="0"/>
                        <a:buChar char="•"/>
                      </a:pPr>
                      <a:endParaRPr lang="fr-CA" dirty="0"/>
                    </a:p>
                    <a:p>
                      <a:pPr marL="285750" indent="-285750">
                        <a:buFont typeface="Arial" panose="020B0604020202020204" pitchFamily="34" charset="0"/>
                        <a:buChar char="•"/>
                      </a:pPr>
                      <a:r>
                        <a:rPr lang="fr-CA" dirty="0"/>
                        <a:t>Personnel: Compétences, activités frauduleuses, santé et sécurité</a:t>
                      </a:r>
                    </a:p>
                    <a:p>
                      <a:pPr marL="0" indent="0">
                        <a:buFont typeface="Arial" panose="020B0604020202020204" pitchFamily="34" charset="0"/>
                        <a:buNone/>
                      </a:pPr>
                      <a:endParaRPr lang="fr-CA" dirty="0"/>
                    </a:p>
                    <a:p>
                      <a:pPr marL="285750" indent="-285750">
                        <a:buFont typeface="Arial" panose="020B0604020202020204" pitchFamily="34" charset="0"/>
                        <a:buChar char="•"/>
                      </a:pPr>
                      <a:r>
                        <a:rPr lang="fr-CA" dirty="0"/>
                        <a:t>Processus: Capacité, conception, exécution, dépendance</a:t>
                      </a:r>
                      <a:r>
                        <a:rPr lang="fr-CA" baseline="0" dirty="0"/>
                        <a:t> aux fournisseurs</a:t>
                      </a:r>
                    </a:p>
                    <a:p>
                      <a:pPr marL="285750" indent="-285750">
                        <a:buFont typeface="Arial" panose="020B0604020202020204" pitchFamily="34" charset="0"/>
                        <a:buChar char="•"/>
                      </a:pPr>
                      <a:endParaRPr lang="fr-CA" dirty="0"/>
                    </a:p>
                    <a:p>
                      <a:pPr marL="285750" indent="-285750">
                        <a:buFont typeface="Arial" panose="020B0604020202020204" pitchFamily="34" charset="0"/>
                        <a:buChar char="•"/>
                      </a:pPr>
                      <a:r>
                        <a:rPr lang="fr-CA" dirty="0"/>
                        <a:t>Technologie</a:t>
                      </a:r>
                      <a:r>
                        <a:rPr lang="fr-CA" baseline="0" dirty="0"/>
                        <a:t> : intégrité des données, disponibilité des systèmes et des données, développement, déploiement, maintenance</a:t>
                      </a:r>
                      <a:endParaRPr lang="fr-CA" dirty="0"/>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7698132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Espace réservé du contenu 5"/>
          <p:cNvGraphicFramePr>
            <a:graphicFrameLocks noGrp="1"/>
          </p:cNvGraphicFramePr>
          <p:nvPr>
            <p:ph idx="1"/>
            <p:custDataLst>
              <p:tags r:id="rId1"/>
            </p:custDataLst>
          </p:nvPr>
        </p:nvGraphicFramePr>
        <p:xfrm>
          <a:off x="0" y="0"/>
          <a:ext cx="12113940" cy="1884556"/>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4" name="Espace réservé du pied de page 3"/>
          <p:cNvSpPr>
            <a:spLocks noGrp="1"/>
          </p:cNvSpPr>
          <p:nvPr>
            <p:ph type="ftr" sz="quarter" idx="11"/>
            <p:custDataLst>
              <p:tags r:id="rId2"/>
            </p:custDataLst>
          </p:nvPr>
        </p:nvSpPr>
        <p:spPr/>
        <p:txBody>
          <a:bodyPr/>
          <a:lstStyle/>
          <a:p>
            <a:r>
              <a:rPr lang="fr-CA" dirty="0"/>
              <a:t>(C) HEC Montréal</a:t>
            </a:r>
          </a:p>
        </p:txBody>
      </p:sp>
      <p:sp>
        <p:nvSpPr>
          <p:cNvPr id="5" name="Espace réservé du numéro de diapositive 4"/>
          <p:cNvSpPr>
            <a:spLocks noGrp="1"/>
          </p:cNvSpPr>
          <p:nvPr>
            <p:ph type="sldNum" sz="quarter" idx="12"/>
            <p:custDataLst>
              <p:tags r:id="rId3"/>
            </p:custDataLst>
          </p:nvPr>
        </p:nvSpPr>
        <p:spPr/>
        <p:txBody>
          <a:bodyPr/>
          <a:lstStyle/>
          <a:p>
            <a:fld id="{EEB25B09-B9A6-4811-8700-6D36B9CE20D1}" type="slidenum">
              <a:rPr lang="fr-CA" smtClean="0"/>
              <a:t>9</a:t>
            </a:fld>
            <a:endParaRPr lang="fr-CA"/>
          </a:p>
        </p:txBody>
      </p:sp>
      <p:graphicFrame>
        <p:nvGraphicFramePr>
          <p:cNvPr id="2" name="Diagramme 1">
            <a:extLst>
              <a:ext uri="{FF2B5EF4-FFF2-40B4-BE49-F238E27FC236}">
                <a16:creationId xmlns:a16="http://schemas.microsoft.com/office/drawing/2014/main" id="{E55DB0CF-DC25-4705-98DF-5C3039BEFE09}"/>
              </a:ext>
            </a:extLst>
          </p:cNvPr>
          <p:cNvGraphicFramePr/>
          <p:nvPr>
            <p:extLst>
              <p:ext uri="{D42A27DB-BD31-4B8C-83A1-F6EECF244321}">
                <p14:modId xmlns:p14="http://schemas.microsoft.com/office/powerpoint/2010/main" val="2721386203"/>
              </p:ext>
            </p:extLst>
          </p:nvPr>
        </p:nvGraphicFramePr>
        <p:xfrm>
          <a:off x="2032000" y="1545995"/>
          <a:ext cx="8128000" cy="5114059"/>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p:spTree>
    <p:extLst>
      <p:ext uri="{BB962C8B-B14F-4D97-AF65-F5344CB8AC3E}">
        <p14:creationId xmlns:p14="http://schemas.microsoft.com/office/powerpoint/2010/main" val="38083665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Espace réservé du contenu 5"/>
          <p:cNvGraphicFramePr>
            <a:graphicFrameLocks noGrp="1"/>
          </p:cNvGraphicFramePr>
          <p:nvPr>
            <p:ph idx="1"/>
            <p:custDataLst>
              <p:tags r:id="rId1"/>
            </p:custDataLst>
          </p:nvPr>
        </p:nvGraphicFramePr>
        <p:xfrm>
          <a:off x="0" y="0"/>
          <a:ext cx="12113940" cy="1884556"/>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4" name="Espace réservé du pied de page 3"/>
          <p:cNvSpPr>
            <a:spLocks noGrp="1"/>
          </p:cNvSpPr>
          <p:nvPr>
            <p:ph type="ftr" sz="quarter" idx="11"/>
            <p:custDataLst>
              <p:tags r:id="rId2"/>
            </p:custDataLst>
          </p:nvPr>
        </p:nvSpPr>
        <p:spPr/>
        <p:txBody>
          <a:bodyPr/>
          <a:lstStyle/>
          <a:p>
            <a:r>
              <a:rPr lang="fr-CA" dirty="0"/>
              <a:t>(C) HEC Montréal</a:t>
            </a:r>
          </a:p>
        </p:txBody>
      </p:sp>
      <p:sp>
        <p:nvSpPr>
          <p:cNvPr id="5" name="Espace réservé du numéro de diapositive 4"/>
          <p:cNvSpPr>
            <a:spLocks noGrp="1"/>
          </p:cNvSpPr>
          <p:nvPr>
            <p:ph type="sldNum" sz="quarter" idx="12"/>
            <p:custDataLst>
              <p:tags r:id="rId3"/>
            </p:custDataLst>
          </p:nvPr>
        </p:nvSpPr>
        <p:spPr/>
        <p:txBody>
          <a:bodyPr/>
          <a:lstStyle/>
          <a:p>
            <a:fld id="{EEB25B09-B9A6-4811-8700-6D36B9CE20D1}" type="slidenum">
              <a:rPr lang="fr-CA" smtClean="0"/>
              <a:t>10</a:t>
            </a:fld>
            <a:endParaRPr lang="fr-CA"/>
          </a:p>
        </p:txBody>
      </p:sp>
      <p:graphicFrame>
        <p:nvGraphicFramePr>
          <p:cNvPr id="2" name="Diagramme 1">
            <a:extLst>
              <a:ext uri="{FF2B5EF4-FFF2-40B4-BE49-F238E27FC236}">
                <a16:creationId xmlns:a16="http://schemas.microsoft.com/office/drawing/2014/main" id="{E55DB0CF-DC25-4705-98DF-5C3039BEFE09}"/>
              </a:ext>
            </a:extLst>
          </p:cNvPr>
          <p:cNvGraphicFramePr/>
          <p:nvPr>
            <p:extLst>
              <p:ext uri="{D42A27DB-BD31-4B8C-83A1-F6EECF244321}">
                <p14:modId xmlns:p14="http://schemas.microsoft.com/office/powerpoint/2010/main" val="2668038213"/>
              </p:ext>
            </p:extLst>
          </p:nvPr>
        </p:nvGraphicFramePr>
        <p:xfrm>
          <a:off x="638400" y="1639106"/>
          <a:ext cx="10784776" cy="5114059"/>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p:spTree>
    <p:extLst>
      <p:ext uri="{BB962C8B-B14F-4D97-AF65-F5344CB8AC3E}">
        <p14:creationId xmlns:p14="http://schemas.microsoft.com/office/powerpoint/2010/main" val="4738137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re 1"/>
          <p:cNvSpPr>
            <a:spLocks noGrp="1"/>
          </p:cNvSpPr>
          <p:nvPr>
            <p:ph type="title"/>
            <p:custDataLst>
              <p:tags r:id="rId1"/>
            </p:custDataLst>
          </p:nvPr>
        </p:nvSpPr>
        <p:spPr>
          <a:xfrm>
            <a:off x="638400" y="610640"/>
            <a:ext cx="10915200" cy="987552"/>
          </a:xfrm>
        </p:spPr>
        <p:txBody>
          <a:bodyPr/>
          <a:lstStyle/>
          <a:p>
            <a:r>
              <a:rPr lang="fr-CA" altLang="fr-FR" dirty="0"/>
              <a:t>Risques stratégiques </a:t>
            </a:r>
          </a:p>
        </p:txBody>
      </p:sp>
      <p:sp>
        <p:nvSpPr>
          <p:cNvPr id="7172" name="ZoneTexte 4"/>
          <p:cNvSpPr txBox="1">
            <a:spLocks noChangeArrowheads="1"/>
          </p:cNvSpPr>
          <p:nvPr>
            <p:custDataLst>
              <p:tags r:id="rId2"/>
            </p:custDataLst>
          </p:nvPr>
        </p:nvSpPr>
        <p:spPr bwMode="auto">
          <a:xfrm>
            <a:off x="1992313" y="6515101"/>
            <a:ext cx="82804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fr-CA" altLang="fr-FR" sz="1200"/>
              <a:t>Source: Caldwell J.E., Un cadre de surveillance des risques à l’intention des conseils d’administration, 2012, 88 pages</a:t>
            </a:r>
          </a:p>
        </p:txBody>
      </p:sp>
      <p:pic>
        <p:nvPicPr>
          <p:cNvPr id="2" name="Image 1">
            <a:extLst>
              <a:ext uri="{FF2B5EF4-FFF2-40B4-BE49-F238E27FC236}">
                <a16:creationId xmlns:a16="http://schemas.microsoft.com/office/drawing/2014/main" id="{A73FA1A6-DE4C-4C88-B544-A3A6F984FCD6}"/>
              </a:ext>
            </a:extLst>
          </p:cNvPr>
          <p:cNvPicPr>
            <a:picLocks noChangeAspect="1"/>
          </p:cNvPicPr>
          <p:nvPr/>
        </p:nvPicPr>
        <p:blipFill>
          <a:blip r:embed="rId5"/>
          <a:stretch>
            <a:fillRect/>
          </a:stretch>
        </p:blipFill>
        <p:spPr>
          <a:xfrm>
            <a:off x="3712191" y="1765606"/>
            <a:ext cx="4911852" cy="4665944"/>
          </a:xfrm>
          <a:prstGeom prst="rect">
            <a:avLst/>
          </a:prstGeom>
        </p:spPr>
      </p:pic>
    </p:spTree>
    <p:extLst>
      <p:ext uri="{BB962C8B-B14F-4D97-AF65-F5344CB8AC3E}">
        <p14:creationId xmlns:p14="http://schemas.microsoft.com/office/powerpoint/2010/main" val="12914799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Espace réservé du contenu 5"/>
          <p:cNvGraphicFramePr>
            <a:graphicFrameLocks noGrp="1"/>
          </p:cNvGraphicFramePr>
          <p:nvPr>
            <p:ph idx="1"/>
            <p:custDataLst>
              <p:tags r:id="rId1"/>
            </p:custDataLst>
          </p:nvPr>
        </p:nvGraphicFramePr>
        <p:xfrm>
          <a:off x="0" y="0"/>
          <a:ext cx="12113940" cy="1884556"/>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4" name="Espace réservé du pied de page 3"/>
          <p:cNvSpPr>
            <a:spLocks noGrp="1"/>
          </p:cNvSpPr>
          <p:nvPr>
            <p:ph type="ftr" sz="quarter" idx="11"/>
            <p:custDataLst>
              <p:tags r:id="rId2"/>
            </p:custDataLst>
          </p:nvPr>
        </p:nvSpPr>
        <p:spPr/>
        <p:txBody>
          <a:bodyPr/>
          <a:lstStyle/>
          <a:p>
            <a:r>
              <a:rPr lang="fr-CA" dirty="0"/>
              <a:t>(C) HEC Montréal</a:t>
            </a:r>
          </a:p>
        </p:txBody>
      </p:sp>
      <p:sp>
        <p:nvSpPr>
          <p:cNvPr id="5" name="Espace réservé du numéro de diapositive 4"/>
          <p:cNvSpPr>
            <a:spLocks noGrp="1"/>
          </p:cNvSpPr>
          <p:nvPr>
            <p:ph type="sldNum" sz="quarter" idx="12"/>
            <p:custDataLst>
              <p:tags r:id="rId3"/>
            </p:custDataLst>
          </p:nvPr>
        </p:nvSpPr>
        <p:spPr/>
        <p:txBody>
          <a:bodyPr/>
          <a:lstStyle/>
          <a:p>
            <a:fld id="{EEB25B09-B9A6-4811-8700-6D36B9CE20D1}" type="slidenum">
              <a:rPr lang="fr-CA" smtClean="0"/>
              <a:t>12</a:t>
            </a:fld>
            <a:endParaRPr lang="fr-CA"/>
          </a:p>
        </p:txBody>
      </p:sp>
      <p:graphicFrame>
        <p:nvGraphicFramePr>
          <p:cNvPr id="2" name="Diagramme 1">
            <a:extLst>
              <a:ext uri="{FF2B5EF4-FFF2-40B4-BE49-F238E27FC236}">
                <a16:creationId xmlns:a16="http://schemas.microsoft.com/office/drawing/2014/main" id="{E55DB0CF-DC25-4705-98DF-5C3039BEFE09}"/>
              </a:ext>
            </a:extLst>
          </p:cNvPr>
          <p:cNvGraphicFramePr/>
          <p:nvPr>
            <p:extLst>
              <p:ext uri="{D42A27DB-BD31-4B8C-83A1-F6EECF244321}">
                <p14:modId xmlns:p14="http://schemas.microsoft.com/office/powerpoint/2010/main" val="788159631"/>
              </p:ext>
            </p:extLst>
          </p:nvPr>
        </p:nvGraphicFramePr>
        <p:xfrm>
          <a:off x="638400" y="1616246"/>
          <a:ext cx="10784776" cy="5114059"/>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p:spTree>
    <p:extLst>
      <p:ext uri="{BB962C8B-B14F-4D97-AF65-F5344CB8AC3E}">
        <p14:creationId xmlns:p14="http://schemas.microsoft.com/office/powerpoint/2010/main" val="41117760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Espace réservé du contenu 5"/>
          <p:cNvGraphicFramePr>
            <a:graphicFrameLocks noGrp="1"/>
          </p:cNvGraphicFramePr>
          <p:nvPr>
            <p:ph idx="1"/>
            <p:custDataLst>
              <p:tags r:id="rId1"/>
            </p:custDataLst>
          </p:nvPr>
        </p:nvGraphicFramePr>
        <p:xfrm>
          <a:off x="0" y="0"/>
          <a:ext cx="12113940" cy="1884556"/>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4" name="Espace réservé du pied de page 3"/>
          <p:cNvSpPr>
            <a:spLocks noGrp="1"/>
          </p:cNvSpPr>
          <p:nvPr>
            <p:ph type="ftr" sz="quarter" idx="11"/>
            <p:custDataLst>
              <p:tags r:id="rId2"/>
            </p:custDataLst>
          </p:nvPr>
        </p:nvSpPr>
        <p:spPr/>
        <p:txBody>
          <a:bodyPr/>
          <a:lstStyle/>
          <a:p>
            <a:r>
              <a:rPr lang="fr-CA" dirty="0"/>
              <a:t>(C) HEC Montréal</a:t>
            </a:r>
          </a:p>
        </p:txBody>
      </p:sp>
      <p:sp>
        <p:nvSpPr>
          <p:cNvPr id="5" name="Espace réservé du numéro de diapositive 4"/>
          <p:cNvSpPr>
            <a:spLocks noGrp="1"/>
          </p:cNvSpPr>
          <p:nvPr>
            <p:ph type="sldNum" sz="quarter" idx="12"/>
            <p:custDataLst>
              <p:tags r:id="rId3"/>
            </p:custDataLst>
          </p:nvPr>
        </p:nvSpPr>
        <p:spPr/>
        <p:txBody>
          <a:bodyPr/>
          <a:lstStyle/>
          <a:p>
            <a:fld id="{EEB25B09-B9A6-4811-8700-6D36B9CE20D1}" type="slidenum">
              <a:rPr lang="fr-CA" smtClean="0"/>
              <a:t>13</a:t>
            </a:fld>
            <a:endParaRPr lang="fr-CA"/>
          </a:p>
        </p:txBody>
      </p:sp>
      <p:graphicFrame>
        <p:nvGraphicFramePr>
          <p:cNvPr id="2" name="Diagramme 1">
            <a:extLst>
              <a:ext uri="{FF2B5EF4-FFF2-40B4-BE49-F238E27FC236}">
                <a16:creationId xmlns:a16="http://schemas.microsoft.com/office/drawing/2014/main" id="{E55DB0CF-DC25-4705-98DF-5C3039BEFE09}"/>
              </a:ext>
            </a:extLst>
          </p:cNvPr>
          <p:cNvGraphicFramePr/>
          <p:nvPr>
            <p:extLst>
              <p:ext uri="{D42A27DB-BD31-4B8C-83A1-F6EECF244321}">
                <p14:modId xmlns:p14="http://schemas.microsoft.com/office/powerpoint/2010/main" val="2379991976"/>
              </p:ext>
            </p:extLst>
          </p:nvPr>
        </p:nvGraphicFramePr>
        <p:xfrm>
          <a:off x="638400" y="1616246"/>
          <a:ext cx="10784776" cy="5114059"/>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p:spTree>
    <p:extLst>
      <p:ext uri="{BB962C8B-B14F-4D97-AF65-F5344CB8AC3E}">
        <p14:creationId xmlns:p14="http://schemas.microsoft.com/office/powerpoint/2010/main" val="37325327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Espace réservé du contenu 5"/>
          <p:cNvGraphicFramePr>
            <a:graphicFrameLocks noGrp="1"/>
          </p:cNvGraphicFramePr>
          <p:nvPr>
            <p:ph idx="1"/>
            <p:custDataLst>
              <p:tags r:id="rId1"/>
            </p:custDataLst>
          </p:nvPr>
        </p:nvGraphicFramePr>
        <p:xfrm>
          <a:off x="0" y="0"/>
          <a:ext cx="12113940" cy="1884556"/>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4" name="Espace réservé du pied de page 3"/>
          <p:cNvSpPr>
            <a:spLocks noGrp="1"/>
          </p:cNvSpPr>
          <p:nvPr>
            <p:ph type="ftr" sz="quarter" idx="11"/>
            <p:custDataLst>
              <p:tags r:id="rId2"/>
            </p:custDataLst>
          </p:nvPr>
        </p:nvSpPr>
        <p:spPr/>
        <p:txBody>
          <a:bodyPr/>
          <a:lstStyle/>
          <a:p>
            <a:r>
              <a:rPr lang="fr-CA" dirty="0"/>
              <a:t>(C) HEC Montréal</a:t>
            </a:r>
          </a:p>
        </p:txBody>
      </p:sp>
      <p:sp>
        <p:nvSpPr>
          <p:cNvPr id="5" name="Espace réservé du numéro de diapositive 4"/>
          <p:cNvSpPr>
            <a:spLocks noGrp="1"/>
          </p:cNvSpPr>
          <p:nvPr>
            <p:ph type="sldNum" sz="quarter" idx="12"/>
            <p:custDataLst>
              <p:tags r:id="rId3"/>
            </p:custDataLst>
          </p:nvPr>
        </p:nvSpPr>
        <p:spPr/>
        <p:txBody>
          <a:bodyPr/>
          <a:lstStyle/>
          <a:p>
            <a:fld id="{EEB25B09-B9A6-4811-8700-6D36B9CE20D1}" type="slidenum">
              <a:rPr lang="fr-CA" smtClean="0"/>
              <a:t>14</a:t>
            </a:fld>
            <a:endParaRPr lang="fr-CA"/>
          </a:p>
        </p:txBody>
      </p:sp>
      <p:graphicFrame>
        <p:nvGraphicFramePr>
          <p:cNvPr id="2" name="Diagramme 1">
            <a:extLst>
              <a:ext uri="{FF2B5EF4-FFF2-40B4-BE49-F238E27FC236}">
                <a16:creationId xmlns:a16="http://schemas.microsoft.com/office/drawing/2014/main" id="{E55DB0CF-DC25-4705-98DF-5C3039BEFE09}"/>
              </a:ext>
            </a:extLst>
          </p:cNvPr>
          <p:cNvGraphicFramePr/>
          <p:nvPr>
            <p:extLst>
              <p:ext uri="{D42A27DB-BD31-4B8C-83A1-F6EECF244321}">
                <p14:modId xmlns:p14="http://schemas.microsoft.com/office/powerpoint/2010/main" val="4069216526"/>
              </p:ext>
            </p:extLst>
          </p:nvPr>
        </p:nvGraphicFramePr>
        <p:xfrm>
          <a:off x="638400" y="1616246"/>
          <a:ext cx="10784776" cy="5114059"/>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p:spTree>
    <p:extLst>
      <p:ext uri="{BB962C8B-B14F-4D97-AF65-F5344CB8AC3E}">
        <p14:creationId xmlns:p14="http://schemas.microsoft.com/office/powerpoint/2010/main" val="11213113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Espace réservé du contenu 5"/>
          <p:cNvGraphicFramePr>
            <a:graphicFrameLocks noGrp="1"/>
          </p:cNvGraphicFramePr>
          <p:nvPr>
            <p:ph idx="1"/>
            <p:custDataLst>
              <p:tags r:id="rId1"/>
            </p:custDataLst>
          </p:nvPr>
        </p:nvGraphicFramePr>
        <p:xfrm>
          <a:off x="0" y="0"/>
          <a:ext cx="12113940" cy="1884556"/>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4" name="Espace réservé du pied de page 3"/>
          <p:cNvSpPr>
            <a:spLocks noGrp="1"/>
          </p:cNvSpPr>
          <p:nvPr>
            <p:ph type="ftr" sz="quarter" idx="11"/>
            <p:custDataLst>
              <p:tags r:id="rId2"/>
            </p:custDataLst>
          </p:nvPr>
        </p:nvSpPr>
        <p:spPr/>
        <p:txBody>
          <a:bodyPr/>
          <a:lstStyle/>
          <a:p>
            <a:r>
              <a:rPr lang="fr-CA" dirty="0"/>
              <a:t>(C) HEC Montréal</a:t>
            </a:r>
          </a:p>
        </p:txBody>
      </p:sp>
      <p:sp>
        <p:nvSpPr>
          <p:cNvPr id="5" name="Espace réservé du numéro de diapositive 4"/>
          <p:cNvSpPr>
            <a:spLocks noGrp="1"/>
          </p:cNvSpPr>
          <p:nvPr>
            <p:ph type="sldNum" sz="quarter" idx="12"/>
            <p:custDataLst>
              <p:tags r:id="rId3"/>
            </p:custDataLst>
          </p:nvPr>
        </p:nvSpPr>
        <p:spPr/>
        <p:txBody>
          <a:bodyPr/>
          <a:lstStyle/>
          <a:p>
            <a:fld id="{EEB25B09-B9A6-4811-8700-6D36B9CE20D1}" type="slidenum">
              <a:rPr lang="fr-CA" smtClean="0"/>
              <a:t>15</a:t>
            </a:fld>
            <a:endParaRPr lang="fr-CA"/>
          </a:p>
        </p:txBody>
      </p:sp>
      <p:graphicFrame>
        <p:nvGraphicFramePr>
          <p:cNvPr id="2" name="Diagramme 1">
            <a:extLst>
              <a:ext uri="{FF2B5EF4-FFF2-40B4-BE49-F238E27FC236}">
                <a16:creationId xmlns:a16="http://schemas.microsoft.com/office/drawing/2014/main" id="{E55DB0CF-DC25-4705-98DF-5C3039BEFE09}"/>
              </a:ext>
            </a:extLst>
          </p:cNvPr>
          <p:cNvGraphicFramePr/>
          <p:nvPr>
            <p:extLst>
              <p:ext uri="{D42A27DB-BD31-4B8C-83A1-F6EECF244321}">
                <p14:modId xmlns:p14="http://schemas.microsoft.com/office/powerpoint/2010/main" val="2150576375"/>
              </p:ext>
            </p:extLst>
          </p:nvPr>
        </p:nvGraphicFramePr>
        <p:xfrm>
          <a:off x="-1132764" y="1539285"/>
          <a:ext cx="6488752" cy="5267982"/>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p:sp>
        <p:nvSpPr>
          <p:cNvPr id="3" name="Rectangle : coins arrondis 2">
            <a:extLst>
              <a:ext uri="{FF2B5EF4-FFF2-40B4-BE49-F238E27FC236}">
                <a16:creationId xmlns:a16="http://schemas.microsoft.com/office/drawing/2014/main" id="{0819866C-0608-4A52-AF31-3EAFDA450CF1}"/>
              </a:ext>
            </a:extLst>
          </p:cNvPr>
          <p:cNvSpPr/>
          <p:nvPr/>
        </p:nvSpPr>
        <p:spPr>
          <a:xfrm>
            <a:off x="3987690" y="2554546"/>
            <a:ext cx="6946710" cy="3237459"/>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lgn="ctr">
              <a:buFont typeface="Arial" panose="020B0604020202020204" pitchFamily="34" charset="0"/>
              <a:buChar char="•"/>
            </a:pPr>
            <a:r>
              <a:rPr lang="fr-CA" sz="3200" dirty="0"/>
              <a:t>Décrire le risque</a:t>
            </a:r>
          </a:p>
          <a:p>
            <a:pPr marL="457200" indent="-457200" algn="ctr">
              <a:buFont typeface="Arial" panose="020B0604020202020204" pitchFamily="34" charset="0"/>
              <a:buChar char="•"/>
            </a:pPr>
            <a:r>
              <a:rPr lang="fr-CA" sz="3200" dirty="0"/>
              <a:t>Expliquer l’impact </a:t>
            </a:r>
            <a:r>
              <a:rPr lang="fr-CA" sz="3200" u="sng" dirty="0"/>
              <a:t>actuel</a:t>
            </a:r>
            <a:r>
              <a:rPr lang="fr-CA" sz="3200" dirty="0"/>
              <a:t> ou </a:t>
            </a:r>
            <a:r>
              <a:rPr lang="fr-CA" sz="3200" u="sng" dirty="0"/>
              <a:t>potentiel</a:t>
            </a:r>
            <a:r>
              <a:rPr lang="fr-CA" sz="3200" dirty="0"/>
              <a:t> du risque pour l’entreprise</a:t>
            </a:r>
          </a:p>
        </p:txBody>
      </p:sp>
    </p:spTree>
    <p:extLst>
      <p:ext uri="{BB962C8B-B14F-4D97-AF65-F5344CB8AC3E}">
        <p14:creationId xmlns:p14="http://schemas.microsoft.com/office/powerpoint/2010/main" val="28029140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Espace réservé du contenu 5"/>
          <p:cNvGraphicFramePr>
            <a:graphicFrameLocks noGrp="1"/>
          </p:cNvGraphicFramePr>
          <p:nvPr>
            <p:ph idx="1"/>
            <p:custDataLst>
              <p:tags r:id="rId1"/>
            </p:custDataLst>
            <p:extLst>
              <p:ext uri="{D42A27DB-BD31-4B8C-83A1-F6EECF244321}">
                <p14:modId xmlns:p14="http://schemas.microsoft.com/office/powerpoint/2010/main" val="1148807994"/>
              </p:ext>
            </p:extLst>
          </p:nvPr>
        </p:nvGraphicFramePr>
        <p:xfrm>
          <a:off x="78060" y="0"/>
          <a:ext cx="12113940" cy="1884556"/>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4" name="Espace réservé du pied de page 3"/>
          <p:cNvSpPr>
            <a:spLocks noGrp="1"/>
          </p:cNvSpPr>
          <p:nvPr>
            <p:ph type="ftr" sz="quarter" idx="11"/>
            <p:custDataLst>
              <p:tags r:id="rId2"/>
            </p:custDataLst>
          </p:nvPr>
        </p:nvSpPr>
        <p:spPr/>
        <p:txBody>
          <a:bodyPr/>
          <a:lstStyle/>
          <a:p>
            <a:r>
              <a:rPr lang="fr-CA" dirty="0"/>
              <a:t>(C) HEC Montréal</a:t>
            </a:r>
          </a:p>
        </p:txBody>
      </p:sp>
      <p:sp>
        <p:nvSpPr>
          <p:cNvPr id="5" name="Espace réservé du numéro de diapositive 4"/>
          <p:cNvSpPr>
            <a:spLocks noGrp="1"/>
          </p:cNvSpPr>
          <p:nvPr>
            <p:ph type="sldNum" sz="quarter" idx="12"/>
            <p:custDataLst>
              <p:tags r:id="rId3"/>
            </p:custDataLst>
          </p:nvPr>
        </p:nvSpPr>
        <p:spPr/>
        <p:txBody>
          <a:bodyPr/>
          <a:lstStyle/>
          <a:p>
            <a:fld id="{EEB25B09-B9A6-4811-8700-6D36B9CE20D1}" type="slidenum">
              <a:rPr lang="fr-CA" smtClean="0"/>
              <a:t>16</a:t>
            </a:fld>
            <a:endParaRPr lang="fr-CA"/>
          </a:p>
        </p:txBody>
      </p:sp>
      <p:pic>
        <p:nvPicPr>
          <p:cNvPr id="2" name="Image 1"/>
          <p:cNvPicPr>
            <a:picLocks noChangeAspect="1"/>
          </p:cNvPicPr>
          <p:nvPr>
            <p:custDataLst>
              <p:tags r:id="rId4"/>
            </p:custDataLst>
          </p:nvPr>
        </p:nvPicPr>
        <p:blipFill>
          <a:blip r:embed="rId12"/>
          <a:stretch>
            <a:fillRect/>
          </a:stretch>
        </p:blipFill>
        <p:spPr>
          <a:xfrm>
            <a:off x="3282138" y="2062631"/>
            <a:ext cx="4980952" cy="3780952"/>
          </a:xfrm>
          <a:prstGeom prst="rect">
            <a:avLst/>
          </a:prstGeom>
        </p:spPr>
      </p:pic>
    </p:spTree>
    <p:extLst>
      <p:ext uri="{BB962C8B-B14F-4D97-AF65-F5344CB8AC3E}">
        <p14:creationId xmlns:p14="http://schemas.microsoft.com/office/powerpoint/2010/main" val="12090619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pied de page 3"/>
          <p:cNvSpPr>
            <a:spLocks noGrp="1"/>
          </p:cNvSpPr>
          <p:nvPr>
            <p:ph type="ftr" sz="quarter" idx="11"/>
            <p:custDataLst>
              <p:tags r:id="rId1"/>
            </p:custDataLst>
          </p:nvPr>
        </p:nvSpPr>
        <p:spPr/>
        <p:txBody>
          <a:bodyPr/>
          <a:lstStyle/>
          <a:p>
            <a:r>
              <a:rPr lang="fr-CA" dirty="0"/>
              <a:t>(C) HEC Montréal</a:t>
            </a:r>
          </a:p>
        </p:txBody>
      </p:sp>
      <p:sp>
        <p:nvSpPr>
          <p:cNvPr id="5" name="Espace réservé du numéro de diapositive 4"/>
          <p:cNvSpPr>
            <a:spLocks noGrp="1"/>
          </p:cNvSpPr>
          <p:nvPr>
            <p:ph type="sldNum" sz="quarter" idx="12"/>
            <p:custDataLst>
              <p:tags r:id="rId2"/>
            </p:custDataLst>
          </p:nvPr>
        </p:nvSpPr>
        <p:spPr/>
        <p:txBody>
          <a:bodyPr/>
          <a:lstStyle/>
          <a:p>
            <a:fld id="{EEB25B09-B9A6-4811-8700-6D36B9CE20D1}" type="slidenum">
              <a:rPr lang="fr-CA" smtClean="0"/>
              <a:t>17</a:t>
            </a:fld>
            <a:endParaRPr lang="fr-CA"/>
          </a:p>
        </p:txBody>
      </p:sp>
      <p:sp>
        <p:nvSpPr>
          <p:cNvPr id="7" name="ZoneTexte 6"/>
          <p:cNvSpPr txBox="1"/>
          <p:nvPr>
            <p:custDataLst>
              <p:tags r:id="rId3"/>
            </p:custDataLst>
          </p:nvPr>
        </p:nvSpPr>
        <p:spPr>
          <a:xfrm>
            <a:off x="1126273" y="1962615"/>
            <a:ext cx="10169912" cy="4401205"/>
          </a:xfrm>
          <a:prstGeom prst="rect">
            <a:avLst/>
          </a:prstGeom>
          <a:noFill/>
        </p:spPr>
        <p:txBody>
          <a:bodyPr wrap="square" rtlCol="0">
            <a:spAutoFit/>
          </a:bodyPr>
          <a:lstStyle/>
          <a:p>
            <a:r>
              <a:rPr lang="fr-CA" sz="2000" b="1" dirty="0">
                <a:solidFill>
                  <a:srgbClr val="FF0000"/>
                </a:solidFill>
                <a:highlight>
                  <a:srgbClr val="FFFF00"/>
                </a:highlight>
              </a:rPr>
              <a:t>Évitement</a:t>
            </a:r>
            <a:r>
              <a:rPr lang="fr-CA" sz="2000" b="1" dirty="0"/>
              <a:t> – </a:t>
            </a:r>
            <a:r>
              <a:rPr lang="fr-CA" sz="2000" dirty="0"/>
              <a:t>Cesser les activités à l’origine du risque. </a:t>
            </a:r>
          </a:p>
          <a:p>
            <a:r>
              <a:rPr lang="fr-CA" sz="2000" dirty="0"/>
              <a:t>Exemples: interrompre une gamme de produits, ralentir une expansion prévue sur un nouveau marché</a:t>
            </a:r>
          </a:p>
          <a:p>
            <a:endParaRPr lang="fr-CA" sz="2000" dirty="0"/>
          </a:p>
          <a:p>
            <a:r>
              <a:rPr lang="fr-CA" sz="2000" b="1" dirty="0"/>
              <a:t>Réduction</a:t>
            </a:r>
            <a:r>
              <a:rPr lang="fr-CA" sz="2000" dirty="0"/>
              <a:t> – Prendre des mesures pour réduire la probabilité d’occurrence et/ou l’impact du risque </a:t>
            </a:r>
          </a:p>
          <a:p>
            <a:r>
              <a:rPr lang="fr-CA" sz="2000" dirty="0"/>
              <a:t>Exemple: contrôles </a:t>
            </a:r>
          </a:p>
          <a:p>
            <a:endParaRPr lang="fr-CA" sz="2000" dirty="0"/>
          </a:p>
          <a:p>
            <a:r>
              <a:rPr lang="fr-CA" sz="2000" b="1" dirty="0"/>
              <a:t>Partage – </a:t>
            </a:r>
            <a:r>
              <a:rPr lang="fr-CA" sz="2000" dirty="0"/>
              <a:t>Diminuer la probabilité ou l’impact d’un risque en transférant ou en partageant le risque </a:t>
            </a:r>
          </a:p>
          <a:p>
            <a:r>
              <a:rPr lang="fr-CA" sz="2000" dirty="0"/>
              <a:t>Exemples: assurances, opérations de couverture ou externalisation </a:t>
            </a:r>
          </a:p>
          <a:p>
            <a:endParaRPr lang="fr-CA" sz="2000" dirty="0"/>
          </a:p>
          <a:p>
            <a:r>
              <a:rPr lang="fr-CA" sz="2000" b="1" dirty="0"/>
              <a:t>Acceptation</a:t>
            </a:r>
            <a:r>
              <a:rPr lang="fr-CA" sz="2000" dirty="0"/>
              <a:t> – ne prendre aucune mesure pour modifier la probabilité d’occurrence du risque et son impact</a:t>
            </a:r>
          </a:p>
        </p:txBody>
      </p:sp>
      <p:graphicFrame>
        <p:nvGraphicFramePr>
          <p:cNvPr id="8" name="Espace réservé du contenu 5">
            <a:extLst>
              <a:ext uri="{FF2B5EF4-FFF2-40B4-BE49-F238E27FC236}">
                <a16:creationId xmlns:a16="http://schemas.microsoft.com/office/drawing/2014/main" id="{4F0EB98D-3421-410C-B755-913D283D20B5}"/>
              </a:ext>
            </a:extLst>
          </p:cNvPr>
          <p:cNvGraphicFramePr>
            <a:graphicFrameLocks/>
          </p:cNvGraphicFramePr>
          <p:nvPr>
            <p:custDataLst>
              <p:tags r:id="rId4"/>
            </p:custDataLst>
            <p:extLst>
              <p:ext uri="{D42A27DB-BD31-4B8C-83A1-F6EECF244321}">
                <p14:modId xmlns:p14="http://schemas.microsoft.com/office/powerpoint/2010/main" val="1342803175"/>
              </p:ext>
            </p:extLst>
          </p:nvPr>
        </p:nvGraphicFramePr>
        <p:xfrm>
          <a:off x="78060" y="0"/>
          <a:ext cx="12113940" cy="1884556"/>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0072472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4"/>
          <p:cNvSpPr>
            <a:spLocks noChangeArrowheads="1"/>
          </p:cNvSpPr>
          <p:nvPr>
            <p:custDataLst>
              <p:tags r:id="rId1"/>
            </p:custDataLst>
          </p:nvPr>
        </p:nvSpPr>
        <p:spPr bwMode="auto">
          <a:xfrm>
            <a:off x="3071813" y="4005263"/>
            <a:ext cx="6119812" cy="576262"/>
          </a:xfrm>
          <a:prstGeom prst="rect">
            <a:avLst/>
          </a:prstGeom>
          <a:solidFill>
            <a:schemeClr val="accent6"/>
          </a:solidFill>
          <a:ln w="9525">
            <a:solidFill>
              <a:schemeClr val="tx1"/>
            </a:solidFill>
            <a:miter lim="800000"/>
            <a:headEnd/>
            <a:tailEnd/>
          </a:ln>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fr-CA" altLang="fr-FR" sz="2400" dirty="0">
                <a:latin typeface="Tahoma" pitchFamily="34" charset="0"/>
              </a:rPr>
              <a:t>Les contrôles internes</a:t>
            </a:r>
          </a:p>
        </p:txBody>
      </p:sp>
      <p:sp>
        <p:nvSpPr>
          <p:cNvPr id="44035" name="Rectangle 5"/>
          <p:cNvSpPr>
            <a:spLocks noChangeArrowheads="1"/>
          </p:cNvSpPr>
          <p:nvPr>
            <p:custDataLst>
              <p:tags r:id="rId2"/>
            </p:custDataLst>
          </p:nvPr>
        </p:nvSpPr>
        <p:spPr bwMode="auto">
          <a:xfrm>
            <a:off x="3000376" y="1341438"/>
            <a:ext cx="6264275" cy="533400"/>
          </a:xfrm>
          <a:prstGeom prst="rect">
            <a:avLst/>
          </a:prstGeom>
          <a:solidFill>
            <a:schemeClr val="accent3"/>
          </a:solidFill>
          <a:ln w="9525">
            <a:solidFill>
              <a:schemeClr val="tx1"/>
            </a:solidFill>
            <a:miter lim="800000"/>
            <a:headEnd/>
            <a:tailEnd/>
          </a:ln>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fr-CA" altLang="fr-FR" sz="2400" dirty="0">
                <a:latin typeface="Tahoma" pitchFamily="34" charset="0"/>
              </a:rPr>
              <a:t>Stratégie</a:t>
            </a:r>
          </a:p>
        </p:txBody>
      </p:sp>
      <p:sp>
        <p:nvSpPr>
          <p:cNvPr id="44036" name="Oval 3"/>
          <p:cNvSpPr>
            <a:spLocks noChangeArrowheads="1"/>
          </p:cNvSpPr>
          <p:nvPr>
            <p:custDataLst>
              <p:tags r:id="rId3"/>
            </p:custDataLst>
          </p:nvPr>
        </p:nvSpPr>
        <p:spPr bwMode="auto">
          <a:xfrm>
            <a:off x="3071813" y="2349500"/>
            <a:ext cx="6119812" cy="1074738"/>
          </a:xfrm>
          <a:prstGeom prst="ellipse">
            <a:avLst/>
          </a:prstGeom>
          <a:solidFill>
            <a:schemeClr val="accent5"/>
          </a:solidFill>
          <a:ln w="9525">
            <a:solidFill>
              <a:schemeClr val="tx1"/>
            </a:solidFill>
            <a:miter lim="800000"/>
            <a:headEnd/>
            <a:tailEnd/>
          </a:ln>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fr-CA" altLang="fr-FR" sz="2400" dirty="0">
                <a:latin typeface="Tahoma" pitchFamily="34" charset="0"/>
              </a:rPr>
              <a:t>Efficience et sécurité des transactions</a:t>
            </a:r>
            <a:endParaRPr lang="fr-CA" altLang="fr-FR" sz="1400" dirty="0">
              <a:latin typeface="Tahoma" pitchFamily="34" charset="0"/>
            </a:endParaRPr>
          </a:p>
        </p:txBody>
      </p:sp>
      <p:cxnSp>
        <p:nvCxnSpPr>
          <p:cNvPr id="18" name="Connecteur droit 17"/>
          <p:cNvCxnSpPr>
            <a:stCxn id="44035" idx="2"/>
            <a:endCxn id="44036" idx="0"/>
          </p:cNvCxnSpPr>
          <p:nvPr>
            <p:custDataLst>
              <p:tags r:id="rId4"/>
            </p:custDataLst>
          </p:nvPr>
        </p:nvCxnSpPr>
        <p:spPr>
          <a:xfrm rot="5400000">
            <a:off x="5895182" y="2112169"/>
            <a:ext cx="47466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Connecteur droit 22"/>
          <p:cNvCxnSpPr>
            <a:stCxn id="44036" idx="4"/>
            <a:endCxn id="44034" idx="0"/>
          </p:cNvCxnSpPr>
          <p:nvPr>
            <p:custDataLst>
              <p:tags r:id="rId5"/>
            </p:custDataLst>
          </p:nvPr>
        </p:nvCxnSpPr>
        <p:spPr>
          <a:xfrm rot="5400000">
            <a:off x="5842001" y="3714751"/>
            <a:ext cx="5810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4039" name="Rectangle 4"/>
          <p:cNvSpPr>
            <a:spLocks noChangeArrowheads="1"/>
          </p:cNvSpPr>
          <p:nvPr>
            <p:custDataLst>
              <p:tags r:id="rId6"/>
            </p:custDataLst>
          </p:nvPr>
        </p:nvSpPr>
        <p:spPr bwMode="auto">
          <a:xfrm>
            <a:off x="3071812" y="4581525"/>
            <a:ext cx="2016125" cy="1150938"/>
          </a:xfrm>
          <a:prstGeom prst="rect">
            <a:avLst/>
          </a:prstGeom>
          <a:solidFill>
            <a:schemeClr val="accent6">
              <a:lumMod val="60000"/>
              <a:lumOff val="40000"/>
            </a:schemeClr>
          </a:solidFill>
          <a:ln w="9525">
            <a:solidFill>
              <a:schemeClr val="tx1"/>
            </a:solidFill>
            <a:miter lim="800000"/>
            <a:headEnd/>
            <a:tailEnd/>
          </a:ln>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fr-CA" altLang="fr-FR" u="sng" dirty="0">
                <a:latin typeface="Tahoma" pitchFamily="34" charset="0"/>
              </a:rPr>
              <a:t>Structure</a:t>
            </a:r>
          </a:p>
          <a:p>
            <a:pPr algn="ctr" eaLnBrk="1" hangingPunct="1"/>
            <a:r>
              <a:rPr lang="fr-CA" altLang="fr-FR" sz="1200" dirty="0">
                <a:latin typeface="Tahoma" pitchFamily="34" charset="0"/>
              </a:rPr>
              <a:t>Séparation des tâches</a:t>
            </a:r>
          </a:p>
          <a:p>
            <a:pPr algn="ctr" eaLnBrk="1" hangingPunct="1"/>
            <a:r>
              <a:rPr lang="fr-CA" altLang="fr-FR" sz="1200" dirty="0">
                <a:latin typeface="Tahoma" pitchFamily="34" charset="0"/>
              </a:rPr>
              <a:t>Niveaux d’autorisation</a:t>
            </a:r>
          </a:p>
          <a:p>
            <a:pPr algn="ctr" eaLnBrk="1" hangingPunct="1"/>
            <a:r>
              <a:rPr lang="fr-CA" altLang="fr-FR" sz="1200" dirty="0">
                <a:latin typeface="Tahoma" pitchFamily="34" charset="0"/>
              </a:rPr>
              <a:t>Audit interne et externe</a:t>
            </a:r>
          </a:p>
        </p:txBody>
      </p:sp>
      <p:sp>
        <p:nvSpPr>
          <p:cNvPr id="44040" name="Rectangle 4"/>
          <p:cNvSpPr>
            <a:spLocks noChangeArrowheads="1"/>
          </p:cNvSpPr>
          <p:nvPr>
            <p:custDataLst>
              <p:tags r:id="rId7"/>
            </p:custDataLst>
          </p:nvPr>
        </p:nvSpPr>
        <p:spPr bwMode="auto">
          <a:xfrm>
            <a:off x="4943872" y="4581525"/>
            <a:ext cx="2231628" cy="1150938"/>
          </a:xfrm>
          <a:prstGeom prst="rect">
            <a:avLst/>
          </a:prstGeom>
          <a:solidFill>
            <a:schemeClr val="accent6">
              <a:lumMod val="40000"/>
              <a:lumOff val="60000"/>
            </a:schemeClr>
          </a:solidFill>
          <a:ln w="9525">
            <a:solidFill>
              <a:schemeClr val="tx1"/>
            </a:solidFill>
            <a:miter lim="800000"/>
            <a:headEnd/>
            <a:tailEnd/>
          </a:ln>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fr-CA" altLang="fr-FR" u="sng" dirty="0">
                <a:latin typeface="Tahoma" pitchFamily="34" charset="0"/>
              </a:rPr>
              <a:t>Systèmes</a:t>
            </a:r>
          </a:p>
          <a:p>
            <a:pPr algn="ctr" eaLnBrk="1" hangingPunct="1"/>
            <a:r>
              <a:rPr lang="fr-CA" altLang="fr-FR" sz="1200" dirty="0">
                <a:latin typeface="Tahoma" pitchFamily="34" charset="0"/>
              </a:rPr>
              <a:t>Registre complet et précis, </a:t>
            </a:r>
          </a:p>
          <a:p>
            <a:pPr algn="ctr" eaLnBrk="1" hangingPunct="1"/>
            <a:r>
              <a:rPr lang="fr-CA" altLang="fr-FR" sz="1200" dirty="0">
                <a:latin typeface="Tahoma" pitchFamily="34" charset="0"/>
              </a:rPr>
              <a:t>Banques de données sécurisées,</a:t>
            </a:r>
          </a:p>
          <a:p>
            <a:pPr algn="ctr" eaLnBrk="1" hangingPunct="1"/>
            <a:r>
              <a:rPr lang="fr-CA" altLang="fr-FR" sz="1200" dirty="0">
                <a:latin typeface="Tahoma" pitchFamily="34" charset="0"/>
              </a:rPr>
              <a:t> Rapports faits à temps</a:t>
            </a:r>
          </a:p>
        </p:txBody>
      </p:sp>
      <p:sp>
        <p:nvSpPr>
          <p:cNvPr id="44041" name="Rectangle 4"/>
          <p:cNvSpPr>
            <a:spLocks noChangeArrowheads="1"/>
          </p:cNvSpPr>
          <p:nvPr>
            <p:custDataLst>
              <p:tags r:id="rId8"/>
            </p:custDataLst>
          </p:nvPr>
        </p:nvSpPr>
        <p:spPr bwMode="auto">
          <a:xfrm>
            <a:off x="7175501" y="4581525"/>
            <a:ext cx="2016125" cy="1150938"/>
          </a:xfrm>
          <a:prstGeom prst="rect">
            <a:avLst/>
          </a:prstGeom>
          <a:solidFill>
            <a:schemeClr val="accent6">
              <a:lumMod val="20000"/>
              <a:lumOff val="80000"/>
            </a:schemeClr>
          </a:solidFill>
          <a:ln w="9525">
            <a:solidFill>
              <a:schemeClr val="tx1"/>
            </a:solidFill>
            <a:miter lim="800000"/>
            <a:headEnd/>
            <a:tailEnd/>
          </a:ln>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fr-CA" altLang="fr-FR" u="sng" dirty="0">
                <a:latin typeface="Tahoma" pitchFamily="34" charset="0"/>
              </a:rPr>
              <a:t>Personnel</a:t>
            </a:r>
          </a:p>
          <a:p>
            <a:pPr algn="ctr" eaLnBrk="1" hangingPunct="1"/>
            <a:r>
              <a:rPr lang="fr-CA" altLang="fr-FR" sz="1200" dirty="0">
                <a:latin typeface="Tahoma" pitchFamily="34" charset="0"/>
              </a:rPr>
              <a:t>Formation adéquate</a:t>
            </a:r>
          </a:p>
          <a:p>
            <a:pPr algn="ctr" eaLnBrk="1" hangingPunct="1"/>
            <a:r>
              <a:rPr lang="fr-CA" altLang="fr-FR" sz="1200" dirty="0">
                <a:latin typeface="Tahoma" pitchFamily="34" charset="0"/>
              </a:rPr>
              <a:t>Rotation des tâches</a:t>
            </a:r>
          </a:p>
          <a:p>
            <a:pPr algn="ctr" eaLnBrk="1" hangingPunct="1"/>
            <a:r>
              <a:rPr lang="fr-CA" altLang="fr-FR" sz="1200" dirty="0">
                <a:latin typeface="Tahoma" pitchFamily="34" charset="0"/>
              </a:rPr>
              <a:t>Ressources adéquates</a:t>
            </a:r>
          </a:p>
        </p:txBody>
      </p:sp>
      <p:graphicFrame>
        <p:nvGraphicFramePr>
          <p:cNvPr id="11" name="Espace réservé du contenu 5">
            <a:extLst>
              <a:ext uri="{FF2B5EF4-FFF2-40B4-BE49-F238E27FC236}">
                <a16:creationId xmlns:a16="http://schemas.microsoft.com/office/drawing/2014/main" id="{814A9CCF-0A93-434A-8A18-EAEDFB707E19}"/>
              </a:ext>
            </a:extLst>
          </p:cNvPr>
          <p:cNvGraphicFramePr>
            <a:graphicFrameLocks/>
          </p:cNvGraphicFramePr>
          <p:nvPr>
            <p:custDataLst>
              <p:tags r:id="rId9"/>
            </p:custDataLst>
            <p:extLst>
              <p:ext uri="{D42A27DB-BD31-4B8C-83A1-F6EECF244321}">
                <p14:modId xmlns:p14="http://schemas.microsoft.com/office/powerpoint/2010/main" val="923336832"/>
              </p:ext>
            </p:extLst>
          </p:nvPr>
        </p:nvGraphicFramePr>
        <p:xfrm>
          <a:off x="78060" y="-407660"/>
          <a:ext cx="12113940" cy="1884556"/>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Tree>
    <p:extLst>
      <p:ext uri="{BB962C8B-B14F-4D97-AF65-F5344CB8AC3E}">
        <p14:creationId xmlns:p14="http://schemas.microsoft.com/office/powerpoint/2010/main" val="35023534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pied de page 3"/>
          <p:cNvSpPr>
            <a:spLocks noGrp="1"/>
          </p:cNvSpPr>
          <p:nvPr>
            <p:ph type="ftr" sz="quarter" idx="11"/>
            <p:custDataLst>
              <p:tags r:id="rId1"/>
            </p:custDataLst>
          </p:nvPr>
        </p:nvSpPr>
        <p:spPr/>
        <p:txBody>
          <a:bodyPr/>
          <a:lstStyle/>
          <a:p>
            <a:r>
              <a:rPr lang="fr-CA" dirty="0"/>
              <a:t>(C) HEC Montréal</a:t>
            </a:r>
          </a:p>
        </p:txBody>
      </p:sp>
      <p:sp>
        <p:nvSpPr>
          <p:cNvPr id="5" name="Espace réservé du numéro de diapositive 4"/>
          <p:cNvSpPr>
            <a:spLocks noGrp="1"/>
          </p:cNvSpPr>
          <p:nvPr>
            <p:ph type="sldNum" sz="quarter" idx="12"/>
            <p:custDataLst>
              <p:tags r:id="rId2"/>
            </p:custDataLst>
          </p:nvPr>
        </p:nvSpPr>
        <p:spPr/>
        <p:txBody>
          <a:bodyPr/>
          <a:lstStyle/>
          <a:p>
            <a:fld id="{EEB25B09-B9A6-4811-8700-6D36B9CE20D1}" type="slidenum">
              <a:rPr lang="fr-CA" smtClean="0"/>
              <a:t>19</a:t>
            </a:fld>
            <a:endParaRPr lang="fr-CA"/>
          </a:p>
        </p:txBody>
      </p:sp>
      <p:grpSp>
        <p:nvGrpSpPr>
          <p:cNvPr id="19" name="Group 22"/>
          <p:cNvGrpSpPr>
            <a:grpSpLocks/>
          </p:cNvGrpSpPr>
          <p:nvPr>
            <p:custDataLst>
              <p:tags r:id="rId3"/>
            </p:custDataLst>
          </p:nvPr>
        </p:nvGrpSpPr>
        <p:grpSpPr bwMode="auto">
          <a:xfrm>
            <a:off x="2208213" y="1750741"/>
            <a:ext cx="8280400" cy="4449337"/>
            <a:chOff x="295" y="482"/>
            <a:chExt cx="5216" cy="3628"/>
          </a:xfrm>
        </p:grpSpPr>
        <p:sp>
          <p:nvSpPr>
            <p:cNvPr id="20" name="AutoShape 4"/>
            <p:cNvSpPr>
              <a:spLocks noChangeArrowheads="1"/>
            </p:cNvSpPr>
            <p:nvPr/>
          </p:nvSpPr>
          <p:spPr bwMode="auto">
            <a:xfrm>
              <a:off x="295" y="482"/>
              <a:ext cx="5216" cy="3628"/>
            </a:xfrm>
            <a:prstGeom prst="triangle">
              <a:avLst>
                <a:gd name="adj" fmla="val 50000"/>
              </a:avLst>
            </a:prstGeom>
            <a:gradFill rotWithShape="1">
              <a:gsLst>
                <a:gs pos="0">
                  <a:schemeClr val="accent1">
                    <a:alpha val="50000"/>
                  </a:schemeClr>
                </a:gs>
                <a:gs pos="100000">
                  <a:srgbClr val="2D9391"/>
                </a:gs>
              </a:gsLst>
              <a:lin ang="5400000" scaled="1"/>
            </a:gradFill>
            <a:ln w="9525">
              <a:solidFill>
                <a:schemeClr val="tx1"/>
              </a:solidFill>
              <a:miter lim="800000"/>
              <a:headEnd/>
              <a:tailEnd/>
            </a:ln>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fr-CA" altLang="fr-FR" dirty="0"/>
            </a:p>
          </p:txBody>
        </p:sp>
        <p:sp>
          <p:nvSpPr>
            <p:cNvPr id="21" name="Text Box 5"/>
            <p:cNvSpPr txBox="1">
              <a:spLocks noChangeArrowheads="1"/>
            </p:cNvSpPr>
            <p:nvPr/>
          </p:nvSpPr>
          <p:spPr bwMode="auto">
            <a:xfrm>
              <a:off x="793" y="3657"/>
              <a:ext cx="1225"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fr-CA" altLang="fr-FR" b="1" dirty="0"/>
                <a:t>Contrôles d’infrastructure</a:t>
              </a:r>
            </a:p>
          </p:txBody>
        </p:sp>
        <p:sp>
          <p:nvSpPr>
            <p:cNvPr id="22" name="Text Box 6"/>
            <p:cNvSpPr txBox="1">
              <a:spLocks noChangeArrowheads="1"/>
            </p:cNvSpPr>
            <p:nvPr/>
          </p:nvSpPr>
          <p:spPr bwMode="auto">
            <a:xfrm>
              <a:off x="3787" y="3663"/>
              <a:ext cx="1270"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fr-CA" altLang="fr-FR" b="1" dirty="0"/>
                <a:t>Sécurité des données</a:t>
              </a:r>
            </a:p>
          </p:txBody>
        </p:sp>
        <p:sp>
          <p:nvSpPr>
            <p:cNvPr id="23" name="Text Box 8"/>
            <p:cNvSpPr txBox="1">
              <a:spLocks noChangeArrowheads="1"/>
            </p:cNvSpPr>
            <p:nvPr/>
          </p:nvSpPr>
          <p:spPr bwMode="auto">
            <a:xfrm>
              <a:off x="2290" y="3635"/>
              <a:ext cx="1225"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fr-CA" altLang="fr-FR" b="1" dirty="0"/>
                <a:t>Contrôles d’applications</a:t>
              </a:r>
            </a:p>
          </p:txBody>
        </p:sp>
        <p:sp>
          <p:nvSpPr>
            <p:cNvPr id="24" name="Text Box 9"/>
            <p:cNvSpPr txBox="1">
              <a:spLocks noChangeArrowheads="1"/>
            </p:cNvSpPr>
            <p:nvPr/>
          </p:nvSpPr>
          <p:spPr bwMode="auto">
            <a:xfrm>
              <a:off x="3696" y="3113"/>
              <a:ext cx="1134" cy="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fr-CA" altLang="fr-FR" b="1" dirty="0"/>
                <a:t>Ressources humaines</a:t>
              </a:r>
            </a:p>
          </p:txBody>
        </p:sp>
        <p:sp>
          <p:nvSpPr>
            <p:cNvPr id="25" name="Text Box 11"/>
            <p:cNvSpPr txBox="1">
              <a:spLocks noChangeArrowheads="1"/>
            </p:cNvSpPr>
            <p:nvPr/>
          </p:nvSpPr>
          <p:spPr bwMode="auto">
            <a:xfrm>
              <a:off x="1927" y="1797"/>
              <a:ext cx="2042"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fr-CA" altLang="fr-FR" b="1" dirty="0"/>
                <a:t>Environnement de contrôle</a:t>
              </a:r>
            </a:p>
          </p:txBody>
        </p:sp>
        <p:sp>
          <p:nvSpPr>
            <p:cNvPr id="26" name="Text Box 12"/>
            <p:cNvSpPr txBox="1">
              <a:spLocks noChangeArrowheads="1"/>
            </p:cNvSpPr>
            <p:nvPr/>
          </p:nvSpPr>
          <p:spPr bwMode="auto">
            <a:xfrm>
              <a:off x="2608" y="799"/>
              <a:ext cx="680"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fr-CA" altLang="fr-FR" b="1" dirty="0"/>
                <a:t>Vision</a:t>
              </a:r>
            </a:p>
          </p:txBody>
        </p:sp>
        <p:sp>
          <p:nvSpPr>
            <p:cNvPr id="27" name="Text Box 13"/>
            <p:cNvSpPr txBox="1">
              <a:spLocks noChangeArrowheads="1"/>
            </p:cNvSpPr>
            <p:nvPr/>
          </p:nvSpPr>
          <p:spPr bwMode="auto">
            <a:xfrm>
              <a:off x="2245" y="1162"/>
              <a:ext cx="1361" cy="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spcBef>
                  <a:spcPct val="50000"/>
                </a:spcBef>
              </a:pPr>
              <a:r>
                <a:rPr lang="fr-CA" altLang="fr-FR" b="1" dirty="0"/>
                <a:t>Systèmes de croyance et de limites</a:t>
              </a:r>
            </a:p>
          </p:txBody>
        </p:sp>
        <p:sp>
          <p:nvSpPr>
            <p:cNvPr id="28" name="Text Box 14"/>
            <p:cNvSpPr txBox="1">
              <a:spLocks noChangeArrowheads="1"/>
            </p:cNvSpPr>
            <p:nvPr/>
          </p:nvSpPr>
          <p:spPr bwMode="auto">
            <a:xfrm>
              <a:off x="975" y="3113"/>
              <a:ext cx="1454" cy="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fr-CA" altLang="fr-FR" b="1" dirty="0"/>
                <a:t>Culture organisationnelle</a:t>
              </a:r>
            </a:p>
          </p:txBody>
        </p:sp>
        <p:sp>
          <p:nvSpPr>
            <p:cNvPr id="29" name="Text Box 15"/>
            <p:cNvSpPr txBox="1">
              <a:spLocks noChangeArrowheads="1"/>
            </p:cNvSpPr>
            <p:nvPr/>
          </p:nvSpPr>
          <p:spPr bwMode="auto">
            <a:xfrm>
              <a:off x="1655" y="2205"/>
              <a:ext cx="1134" cy="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fr-CA" altLang="fr-FR" b="1" dirty="0"/>
                <a:t>Philosophie de contrôle</a:t>
              </a:r>
            </a:p>
          </p:txBody>
        </p:sp>
        <p:sp>
          <p:nvSpPr>
            <p:cNvPr id="30" name="Text Box 17"/>
            <p:cNvSpPr txBox="1">
              <a:spLocks noChangeArrowheads="1"/>
            </p:cNvSpPr>
            <p:nvPr/>
          </p:nvSpPr>
          <p:spPr bwMode="auto">
            <a:xfrm>
              <a:off x="1202" y="2795"/>
              <a:ext cx="1996"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fr-CA" altLang="fr-FR" b="1" dirty="0"/>
                <a:t>Structure organisationnelle</a:t>
              </a:r>
            </a:p>
          </p:txBody>
        </p:sp>
        <p:sp>
          <p:nvSpPr>
            <p:cNvPr id="31" name="Text Box 18"/>
            <p:cNvSpPr txBox="1">
              <a:spLocks noChangeArrowheads="1"/>
            </p:cNvSpPr>
            <p:nvPr/>
          </p:nvSpPr>
          <p:spPr bwMode="auto">
            <a:xfrm>
              <a:off x="2517" y="3113"/>
              <a:ext cx="862" cy="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fr-CA" altLang="fr-FR" b="1" dirty="0"/>
                <a:t>Styles de gestion</a:t>
              </a:r>
            </a:p>
          </p:txBody>
        </p:sp>
        <p:sp>
          <p:nvSpPr>
            <p:cNvPr id="32" name="Text Box 19"/>
            <p:cNvSpPr txBox="1">
              <a:spLocks noChangeArrowheads="1"/>
            </p:cNvSpPr>
            <p:nvPr/>
          </p:nvSpPr>
          <p:spPr bwMode="auto">
            <a:xfrm>
              <a:off x="3334" y="2795"/>
              <a:ext cx="1360"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fr-CA" altLang="fr-FR" b="1" dirty="0"/>
                <a:t>Réseau d’affaires</a:t>
              </a:r>
            </a:p>
          </p:txBody>
        </p:sp>
        <p:sp>
          <p:nvSpPr>
            <p:cNvPr id="33" name="Text Box 20"/>
            <p:cNvSpPr txBox="1">
              <a:spLocks noChangeArrowheads="1"/>
            </p:cNvSpPr>
            <p:nvPr/>
          </p:nvSpPr>
          <p:spPr bwMode="auto">
            <a:xfrm>
              <a:off x="2971" y="2205"/>
              <a:ext cx="1270" cy="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fr-CA" altLang="fr-FR" b="1" dirty="0"/>
                <a:t>Mécanismes de gouvernance</a:t>
              </a:r>
            </a:p>
          </p:txBody>
        </p:sp>
      </p:grpSp>
      <p:sp>
        <p:nvSpPr>
          <p:cNvPr id="2" name="ZoneTexte 1"/>
          <p:cNvSpPr txBox="1"/>
          <p:nvPr>
            <p:custDataLst>
              <p:tags r:id="rId4"/>
            </p:custDataLst>
          </p:nvPr>
        </p:nvSpPr>
        <p:spPr>
          <a:xfrm>
            <a:off x="981307" y="2107580"/>
            <a:ext cx="2704878" cy="646331"/>
          </a:xfrm>
          <a:prstGeom prst="rect">
            <a:avLst/>
          </a:prstGeom>
          <a:noFill/>
          <a:ln>
            <a:solidFill>
              <a:srgbClr val="00B050"/>
            </a:solidFill>
          </a:ln>
        </p:spPr>
        <p:txBody>
          <a:bodyPr wrap="square" rtlCol="0">
            <a:spAutoFit/>
          </a:bodyPr>
          <a:lstStyle/>
          <a:p>
            <a:r>
              <a:rPr lang="fr-CA" b="1" dirty="0"/>
              <a:t>Leviers de gestion des risques de </a:t>
            </a:r>
            <a:r>
              <a:rPr lang="fr-CA" b="1" dirty="0" err="1"/>
              <a:t>Simons</a:t>
            </a:r>
            <a:endParaRPr lang="fr-CA" b="1" dirty="0"/>
          </a:p>
        </p:txBody>
      </p:sp>
      <p:graphicFrame>
        <p:nvGraphicFramePr>
          <p:cNvPr id="35" name="Espace réservé du contenu 5">
            <a:extLst>
              <a:ext uri="{FF2B5EF4-FFF2-40B4-BE49-F238E27FC236}">
                <a16:creationId xmlns:a16="http://schemas.microsoft.com/office/drawing/2014/main" id="{1C7F2FE2-92C4-4C5B-81C2-D6DA017EB9F8}"/>
              </a:ext>
            </a:extLst>
          </p:cNvPr>
          <p:cNvGraphicFramePr>
            <a:graphicFrameLocks/>
          </p:cNvGraphicFramePr>
          <p:nvPr>
            <p:custDataLst>
              <p:tags r:id="rId5"/>
            </p:custDataLst>
            <p:extLst>
              <p:ext uri="{D42A27DB-BD31-4B8C-83A1-F6EECF244321}">
                <p14:modId xmlns:p14="http://schemas.microsoft.com/office/powerpoint/2010/main" val="1329944488"/>
              </p:ext>
            </p:extLst>
          </p:nvPr>
        </p:nvGraphicFramePr>
        <p:xfrm>
          <a:off x="78060" y="-407660"/>
          <a:ext cx="12113940" cy="1884556"/>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20315540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3" name="table"/>
          <p:cNvPicPr>
            <a:picLocks noChangeAspect="1"/>
          </p:cNvPicPr>
          <p:nvPr>
            <p:custDataLst>
              <p:tags r:id="rId1"/>
            </p:custDataLst>
          </p:nvPr>
        </p:nvPicPr>
        <p:blipFill>
          <a:blip r:embed="rId10">
            <a:extLst>
              <a:ext uri="{28A0092B-C50C-407E-A947-70E740481C1C}">
                <a14:useLocalDpi xmlns:a14="http://schemas.microsoft.com/office/drawing/2010/main" val="0"/>
              </a:ext>
            </a:extLst>
          </a:blip>
          <a:srcRect/>
          <a:stretch>
            <a:fillRect/>
          </a:stretch>
        </p:blipFill>
        <p:spPr bwMode="auto">
          <a:xfrm>
            <a:off x="3038736" y="1757459"/>
            <a:ext cx="6784975" cy="4030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4" name="Text Box 1055"/>
          <p:cNvSpPr txBox="1">
            <a:spLocks noChangeArrowheads="1"/>
          </p:cNvSpPr>
          <p:nvPr>
            <p:custDataLst>
              <p:tags r:id="rId2"/>
            </p:custDataLst>
          </p:nvPr>
        </p:nvSpPr>
        <p:spPr bwMode="auto">
          <a:xfrm>
            <a:off x="4151313" y="5661025"/>
            <a:ext cx="5029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fr-CA" altLang="fr-FR" sz="2400" cap="all" dirty="0">
                <a:latin typeface="Times New Roman" pitchFamily="18" charset="0"/>
              </a:rPr>
              <a:t>Probabilité</a:t>
            </a:r>
          </a:p>
        </p:txBody>
      </p:sp>
      <p:sp>
        <p:nvSpPr>
          <p:cNvPr id="40965" name="Text Box 1061"/>
          <p:cNvSpPr txBox="1">
            <a:spLocks noChangeArrowheads="1"/>
          </p:cNvSpPr>
          <p:nvPr>
            <p:custDataLst>
              <p:tags r:id="rId3"/>
            </p:custDataLst>
          </p:nvPr>
        </p:nvSpPr>
        <p:spPr bwMode="auto">
          <a:xfrm rot="16200000">
            <a:off x="1385082" y="3535245"/>
            <a:ext cx="26483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fr-CA" altLang="fr-FR" sz="2400" cap="all" dirty="0">
                <a:latin typeface="Times New Roman" pitchFamily="18" charset="0"/>
              </a:rPr>
              <a:t>Incidence</a:t>
            </a:r>
            <a:r>
              <a:rPr lang="fr-CA" altLang="fr-FR" dirty="0">
                <a:latin typeface="Times New Roman" pitchFamily="18" charset="0"/>
              </a:rPr>
              <a:t> </a:t>
            </a:r>
          </a:p>
        </p:txBody>
      </p:sp>
      <p:sp>
        <p:nvSpPr>
          <p:cNvPr id="7" name="Forme libre 6"/>
          <p:cNvSpPr/>
          <p:nvPr>
            <p:custDataLst>
              <p:tags r:id="rId4"/>
            </p:custDataLst>
          </p:nvPr>
        </p:nvSpPr>
        <p:spPr>
          <a:xfrm>
            <a:off x="8482013" y="2832100"/>
            <a:ext cx="977900" cy="1182688"/>
          </a:xfrm>
          <a:custGeom>
            <a:avLst/>
            <a:gdLst>
              <a:gd name="connsiteX0" fmla="*/ 0 w 977392"/>
              <a:gd name="connsiteY0" fmla="*/ 0 h 1182624"/>
              <a:gd name="connsiteX1" fmla="*/ 902208 w 977392"/>
              <a:gd name="connsiteY1" fmla="*/ 707136 h 1182624"/>
              <a:gd name="connsiteX2" fmla="*/ 451104 w 977392"/>
              <a:gd name="connsiteY2" fmla="*/ 1182624 h 1182624"/>
            </a:gdLst>
            <a:ahLst/>
            <a:cxnLst>
              <a:cxn ang="0">
                <a:pos x="connsiteX0" y="connsiteY0"/>
              </a:cxn>
              <a:cxn ang="0">
                <a:pos x="connsiteX1" y="connsiteY1"/>
              </a:cxn>
              <a:cxn ang="0">
                <a:pos x="connsiteX2" y="connsiteY2"/>
              </a:cxn>
            </a:cxnLst>
            <a:rect l="l" t="t" r="r" b="b"/>
            <a:pathLst>
              <a:path w="977392" h="1182624">
                <a:moveTo>
                  <a:pt x="0" y="0"/>
                </a:moveTo>
                <a:cubicBezTo>
                  <a:pt x="413512" y="255016"/>
                  <a:pt x="827024" y="510032"/>
                  <a:pt x="902208" y="707136"/>
                </a:cubicBezTo>
                <a:cubicBezTo>
                  <a:pt x="977392" y="904240"/>
                  <a:pt x="530352" y="1111504"/>
                  <a:pt x="451104" y="1182624"/>
                </a:cubicBezTo>
              </a:path>
            </a:pathLst>
          </a:custGeom>
          <a:ln>
            <a:tailEnd type="triangle" w="lg" len="med"/>
          </a:ln>
        </p:spPr>
        <p:style>
          <a:lnRef idx="2">
            <a:schemeClr val="dk1"/>
          </a:lnRef>
          <a:fillRef idx="0">
            <a:schemeClr val="dk1"/>
          </a:fillRef>
          <a:effectRef idx="1">
            <a:schemeClr val="dk1"/>
          </a:effectRef>
          <a:fontRef idx="minor">
            <a:schemeClr val="tx1"/>
          </a:fontRef>
        </p:style>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fr-CA" dirty="0"/>
          </a:p>
        </p:txBody>
      </p:sp>
      <p:sp>
        <p:nvSpPr>
          <p:cNvPr id="8" name="Forme libre 7"/>
          <p:cNvSpPr/>
          <p:nvPr>
            <p:custDataLst>
              <p:tags r:id="rId5"/>
            </p:custDataLst>
          </p:nvPr>
        </p:nvSpPr>
        <p:spPr>
          <a:xfrm>
            <a:off x="6215063" y="1989138"/>
            <a:ext cx="1104900" cy="1636712"/>
          </a:xfrm>
          <a:custGeom>
            <a:avLst/>
            <a:gdLst>
              <a:gd name="connsiteX0" fmla="*/ 524256 w 989584"/>
              <a:gd name="connsiteY0" fmla="*/ 0 h 1731264"/>
              <a:gd name="connsiteX1" fmla="*/ 902208 w 989584"/>
              <a:gd name="connsiteY1" fmla="*/ 1133856 h 1731264"/>
              <a:gd name="connsiteX2" fmla="*/ 0 w 989584"/>
              <a:gd name="connsiteY2" fmla="*/ 1731264 h 1731264"/>
            </a:gdLst>
            <a:ahLst/>
            <a:cxnLst>
              <a:cxn ang="0">
                <a:pos x="connsiteX0" y="connsiteY0"/>
              </a:cxn>
              <a:cxn ang="0">
                <a:pos x="connsiteX1" y="connsiteY1"/>
              </a:cxn>
              <a:cxn ang="0">
                <a:pos x="connsiteX2" y="connsiteY2"/>
              </a:cxn>
            </a:cxnLst>
            <a:rect l="l" t="t" r="r" b="b"/>
            <a:pathLst>
              <a:path w="989584" h="1731264">
                <a:moveTo>
                  <a:pt x="524256" y="0"/>
                </a:moveTo>
                <a:cubicBezTo>
                  <a:pt x="756920" y="422656"/>
                  <a:pt x="989584" y="845312"/>
                  <a:pt x="902208" y="1133856"/>
                </a:cubicBezTo>
                <a:cubicBezTo>
                  <a:pt x="814832" y="1422400"/>
                  <a:pt x="148336" y="1637792"/>
                  <a:pt x="0" y="1731264"/>
                </a:cubicBezTo>
              </a:path>
            </a:pathLst>
          </a:custGeom>
          <a:ln>
            <a:tailEnd type="triangle"/>
          </a:ln>
        </p:spPr>
        <p:style>
          <a:lnRef idx="2">
            <a:schemeClr val="dk1"/>
          </a:lnRef>
          <a:fillRef idx="0">
            <a:schemeClr val="dk1"/>
          </a:fillRef>
          <a:effectRef idx="1">
            <a:schemeClr val="dk1"/>
          </a:effectRef>
          <a:fontRef idx="minor">
            <a:schemeClr val="tx1"/>
          </a:fontRef>
        </p:style>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fr-CA" dirty="0"/>
          </a:p>
        </p:txBody>
      </p:sp>
      <p:sp>
        <p:nvSpPr>
          <p:cNvPr id="9" name="Forme libre 8"/>
          <p:cNvSpPr/>
          <p:nvPr>
            <p:custDataLst>
              <p:tags r:id="rId6"/>
            </p:custDataLst>
          </p:nvPr>
        </p:nvSpPr>
        <p:spPr>
          <a:xfrm>
            <a:off x="6251576" y="2808288"/>
            <a:ext cx="549275" cy="419100"/>
          </a:xfrm>
          <a:custGeom>
            <a:avLst/>
            <a:gdLst>
              <a:gd name="connsiteX0" fmla="*/ 548640 w 548640"/>
              <a:gd name="connsiteY0" fmla="*/ 0 h 418592"/>
              <a:gd name="connsiteX1" fmla="*/ 341376 w 548640"/>
              <a:gd name="connsiteY1" fmla="*/ 353568 h 418592"/>
              <a:gd name="connsiteX2" fmla="*/ 0 w 548640"/>
              <a:gd name="connsiteY2" fmla="*/ 390144 h 418592"/>
            </a:gdLst>
            <a:ahLst/>
            <a:cxnLst>
              <a:cxn ang="0">
                <a:pos x="connsiteX0" y="connsiteY0"/>
              </a:cxn>
              <a:cxn ang="0">
                <a:pos x="connsiteX1" y="connsiteY1"/>
              </a:cxn>
              <a:cxn ang="0">
                <a:pos x="connsiteX2" y="connsiteY2"/>
              </a:cxn>
            </a:cxnLst>
            <a:rect l="l" t="t" r="r" b="b"/>
            <a:pathLst>
              <a:path w="548640" h="418592">
                <a:moveTo>
                  <a:pt x="548640" y="0"/>
                </a:moveTo>
                <a:cubicBezTo>
                  <a:pt x="490728" y="144272"/>
                  <a:pt x="432816" y="288544"/>
                  <a:pt x="341376" y="353568"/>
                </a:cubicBezTo>
                <a:cubicBezTo>
                  <a:pt x="249936" y="418592"/>
                  <a:pt x="124968" y="404368"/>
                  <a:pt x="0" y="390144"/>
                </a:cubicBezTo>
              </a:path>
            </a:pathLst>
          </a:custGeom>
          <a:ln>
            <a:tailEnd type="triangle"/>
          </a:ln>
        </p:spPr>
        <p:style>
          <a:lnRef idx="2">
            <a:schemeClr val="dk1"/>
          </a:lnRef>
          <a:fillRef idx="0">
            <a:schemeClr val="dk1"/>
          </a:fillRef>
          <a:effectRef idx="1">
            <a:schemeClr val="dk1"/>
          </a:effectRef>
          <a:fontRef idx="minor">
            <a:schemeClr val="tx1"/>
          </a:fontRef>
        </p:style>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fr-CA" dirty="0"/>
          </a:p>
        </p:txBody>
      </p:sp>
      <p:graphicFrame>
        <p:nvGraphicFramePr>
          <p:cNvPr id="10" name="Espace réservé du contenu 5"/>
          <p:cNvGraphicFramePr>
            <a:graphicFrameLocks/>
          </p:cNvGraphicFramePr>
          <p:nvPr>
            <p:custDataLst>
              <p:tags r:id="rId7"/>
            </p:custDataLst>
            <p:extLst>
              <p:ext uri="{D42A27DB-BD31-4B8C-83A1-F6EECF244321}">
                <p14:modId xmlns:p14="http://schemas.microsoft.com/office/powerpoint/2010/main" val="1203671642"/>
              </p:ext>
            </p:extLst>
          </p:nvPr>
        </p:nvGraphicFramePr>
        <p:xfrm>
          <a:off x="78060" y="0"/>
          <a:ext cx="12113940" cy="1884556"/>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p:spTree>
    <p:extLst>
      <p:ext uri="{BB962C8B-B14F-4D97-AF65-F5344CB8AC3E}">
        <p14:creationId xmlns:p14="http://schemas.microsoft.com/office/powerpoint/2010/main" val="21004493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custDataLst>
              <p:tags r:id="rId1"/>
            </p:custDataLst>
          </p:nvPr>
        </p:nvSpPr>
        <p:spPr/>
        <p:txBody>
          <a:bodyPr/>
          <a:lstStyle/>
          <a:p>
            <a:pPr marL="0" indent="0">
              <a:buNone/>
            </a:pPr>
            <a:r>
              <a:rPr lang="fr-CA" altLang="fr-FR" b="1" dirty="0"/>
              <a:t>Pour qu’ils puissent s’acquitter de leurs responsabilités en matière de gestion du risque, communiquer l’information sur les risques aux personnes concernées </a:t>
            </a:r>
          </a:p>
          <a:p>
            <a:pPr>
              <a:buFont typeface="Wingdings" panose="05000000000000000000" pitchFamily="2" charset="2"/>
              <a:buChar char="§"/>
            </a:pPr>
            <a:r>
              <a:rPr lang="fr-CA" altLang="fr-FR" dirty="0"/>
              <a:t>Employés </a:t>
            </a:r>
          </a:p>
          <a:p>
            <a:pPr>
              <a:buFont typeface="Wingdings" panose="05000000000000000000" pitchFamily="2" charset="2"/>
              <a:buChar char="§"/>
            </a:pPr>
            <a:r>
              <a:rPr lang="fr-CA" altLang="fr-FR" dirty="0"/>
              <a:t>Membres de la direction </a:t>
            </a:r>
          </a:p>
          <a:p>
            <a:pPr>
              <a:buFont typeface="Wingdings" panose="05000000000000000000" pitchFamily="2" charset="2"/>
              <a:buChar char="§"/>
            </a:pPr>
            <a:r>
              <a:rPr lang="fr-CA" altLang="fr-FR" dirty="0"/>
              <a:t>Membres du conseil d’administration </a:t>
            </a:r>
          </a:p>
          <a:p>
            <a:pPr marL="0" indent="0">
              <a:buNone/>
            </a:pPr>
            <a:endParaRPr lang="fr-CA" altLang="fr-FR" dirty="0"/>
          </a:p>
          <a:p>
            <a:pPr marL="0" indent="0">
              <a:buNone/>
            </a:pPr>
            <a:endParaRPr lang="fr-CA" altLang="fr-FR" dirty="0"/>
          </a:p>
          <a:p>
            <a:endParaRPr lang="fr-CA" dirty="0"/>
          </a:p>
        </p:txBody>
      </p:sp>
      <p:sp>
        <p:nvSpPr>
          <p:cNvPr id="4" name="Espace réservé du pied de page 3"/>
          <p:cNvSpPr>
            <a:spLocks noGrp="1"/>
          </p:cNvSpPr>
          <p:nvPr>
            <p:ph type="ftr" sz="quarter" idx="11"/>
            <p:custDataLst>
              <p:tags r:id="rId2"/>
            </p:custDataLst>
          </p:nvPr>
        </p:nvSpPr>
        <p:spPr/>
        <p:txBody>
          <a:bodyPr/>
          <a:lstStyle/>
          <a:p>
            <a:r>
              <a:rPr lang="fr-CA" dirty="0"/>
              <a:t>(C) HEC Montréal</a:t>
            </a:r>
          </a:p>
        </p:txBody>
      </p:sp>
      <p:sp>
        <p:nvSpPr>
          <p:cNvPr id="5" name="Espace réservé du numéro de diapositive 4"/>
          <p:cNvSpPr>
            <a:spLocks noGrp="1"/>
          </p:cNvSpPr>
          <p:nvPr>
            <p:ph type="sldNum" sz="quarter" idx="12"/>
            <p:custDataLst>
              <p:tags r:id="rId3"/>
            </p:custDataLst>
          </p:nvPr>
        </p:nvSpPr>
        <p:spPr/>
        <p:txBody>
          <a:bodyPr/>
          <a:lstStyle/>
          <a:p>
            <a:fld id="{EEB25B09-B9A6-4811-8700-6D36B9CE20D1}" type="slidenum">
              <a:rPr lang="fr-CA" smtClean="0"/>
              <a:t>21</a:t>
            </a:fld>
            <a:endParaRPr lang="fr-CA"/>
          </a:p>
        </p:txBody>
      </p:sp>
      <p:graphicFrame>
        <p:nvGraphicFramePr>
          <p:cNvPr id="8" name="Espace réservé du contenu 5">
            <a:extLst>
              <a:ext uri="{FF2B5EF4-FFF2-40B4-BE49-F238E27FC236}">
                <a16:creationId xmlns:a16="http://schemas.microsoft.com/office/drawing/2014/main" id="{907519A9-D81D-43F8-BE00-BC9011574AA3}"/>
              </a:ext>
            </a:extLst>
          </p:cNvPr>
          <p:cNvGraphicFramePr>
            <a:graphicFrameLocks/>
          </p:cNvGraphicFramePr>
          <p:nvPr>
            <p:custDataLst>
              <p:tags r:id="rId4"/>
            </p:custDataLst>
            <p:extLst>
              <p:ext uri="{D42A27DB-BD31-4B8C-83A1-F6EECF244321}">
                <p14:modId xmlns:p14="http://schemas.microsoft.com/office/powerpoint/2010/main" val="3753383066"/>
              </p:ext>
            </p:extLst>
          </p:nvPr>
        </p:nvGraphicFramePr>
        <p:xfrm>
          <a:off x="78060" y="0"/>
          <a:ext cx="12113940" cy="1884556"/>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8281568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pied de page 3"/>
          <p:cNvSpPr>
            <a:spLocks noGrp="1"/>
          </p:cNvSpPr>
          <p:nvPr>
            <p:ph type="ftr" sz="quarter" idx="11"/>
            <p:custDataLst>
              <p:tags r:id="rId1"/>
            </p:custDataLst>
          </p:nvPr>
        </p:nvSpPr>
        <p:spPr/>
        <p:txBody>
          <a:bodyPr/>
          <a:lstStyle/>
          <a:p>
            <a:r>
              <a:rPr lang="fr-CA" dirty="0"/>
              <a:t>(C) HEC Montréal</a:t>
            </a:r>
          </a:p>
        </p:txBody>
      </p:sp>
      <p:sp>
        <p:nvSpPr>
          <p:cNvPr id="5" name="Espace réservé du numéro de diapositive 4"/>
          <p:cNvSpPr>
            <a:spLocks noGrp="1"/>
          </p:cNvSpPr>
          <p:nvPr>
            <p:ph type="sldNum" sz="quarter" idx="12"/>
            <p:custDataLst>
              <p:tags r:id="rId2"/>
            </p:custDataLst>
          </p:nvPr>
        </p:nvSpPr>
        <p:spPr/>
        <p:txBody>
          <a:bodyPr/>
          <a:lstStyle/>
          <a:p>
            <a:fld id="{EEB25B09-B9A6-4811-8700-6D36B9CE20D1}" type="slidenum">
              <a:rPr lang="fr-CA" smtClean="0"/>
              <a:t>22</a:t>
            </a:fld>
            <a:endParaRPr lang="fr-CA"/>
          </a:p>
        </p:txBody>
      </p:sp>
      <p:graphicFrame>
        <p:nvGraphicFramePr>
          <p:cNvPr id="7" name="Espace réservé du contenu 7">
            <a:extLst>
              <a:ext uri="{FF2B5EF4-FFF2-40B4-BE49-F238E27FC236}">
                <a16:creationId xmlns:a16="http://schemas.microsoft.com/office/drawing/2014/main" id="{16CFD5C9-5F5E-4135-8960-619F049EB348}"/>
              </a:ext>
            </a:extLst>
          </p:cNvPr>
          <p:cNvGraphicFramePr>
            <a:graphicFrameLocks noGrp="1"/>
          </p:cNvGraphicFramePr>
          <p:nvPr>
            <p:ph idx="1"/>
            <p:extLst>
              <p:ext uri="{D42A27DB-BD31-4B8C-83A1-F6EECF244321}">
                <p14:modId xmlns:p14="http://schemas.microsoft.com/office/powerpoint/2010/main" val="3055664629"/>
              </p:ext>
            </p:extLst>
          </p:nvPr>
        </p:nvGraphicFramePr>
        <p:xfrm>
          <a:off x="638175" y="1979613"/>
          <a:ext cx="10552989" cy="4646542"/>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graphicFrame>
        <p:nvGraphicFramePr>
          <p:cNvPr id="9" name="Espace réservé du contenu 5">
            <a:extLst>
              <a:ext uri="{FF2B5EF4-FFF2-40B4-BE49-F238E27FC236}">
                <a16:creationId xmlns:a16="http://schemas.microsoft.com/office/drawing/2014/main" id="{0566FDF4-6AF4-47AC-8FC1-EC837CD9F3EE}"/>
              </a:ext>
            </a:extLst>
          </p:cNvPr>
          <p:cNvGraphicFramePr>
            <a:graphicFrameLocks/>
          </p:cNvGraphicFramePr>
          <p:nvPr>
            <p:custDataLst>
              <p:tags r:id="rId3"/>
            </p:custDataLst>
            <p:extLst>
              <p:ext uri="{D42A27DB-BD31-4B8C-83A1-F6EECF244321}">
                <p14:modId xmlns:p14="http://schemas.microsoft.com/office/powerpoint/2010/main" val="3992682813"/>
              </p:ext>
            </p:extLst>
          </p:nvPr>
        </p:nvGraphicFramePr>
        <p:xfrm>
          <a:off x="78060" y="0"/>
          <a:ext cx="12113940" cy="1884556"/>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p:spTree>
    <p:extLst>
      <p:ext uri="{BB962C8B-B14F-4D97-AF65-F5344CB8AC3E}">
        <p14:creationId xmlns:p14="http://schemas.microsoft.com/office/powerpoint/2010/main" val="15617615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FB1F476-A63B-46D7-A987-20511B318B41}"/>
              </a:ext>
            </a:extLst>
          </p:cNvPr>
          <p:cNvSpPr>
            <a:spLocks noGrp="1"/>
          </p:cNvSpPr>
          <p:nvPr>
            <p:ph type="title"/>
          </p:nvPr>
        </p:nvSpPr>
        <p:spPr/>
        <p:txBody>
          <a:bodyPr/>
          <a:lstStyle/>
          <a:p>
            <a:r>
              <a:rPr lang="fr-CA" dirty="0"/>
              <a:t>Rôle de la direction VS le conseil d’administration 	</a:t>
            </a:r>
          </a:p>
        </p:txBody>
      </p:sp>
      <p:graphicFrame>
        <p:nvGraphicFramePr>
          <p:cNvPr id="6" name="Tableau 6">
            <a:extLst>
              <a:ext uri="{FF2B5EF4-FFF2-40B4-BE49-F238E27FC236}">
                <a16:creationId xmlns:a16="http://schemas.microsoft.com/office/drawing/2014/main" id="{9C7A7806-C326-4D44-86A8-3F67ACABDEFF}"/>
              </a:ext>
            </a:extLst>
          </p:cNvPr>
          <p:cNvGraphicFramePr>
            <a:graphicFrameLocks noGrp="1"/>
          </p:cNvGraphicFramePr>
          <p:nvPr>
            <p:ph idx="1"/>
            <p:extLst>
              <p:ext uri="{D42A27DB-BD31-4B8C-83A1-F6EECF244321}">
                <p14:modId xmlns:p14="http://schemas.microsoft.com/office/powerpoint/2010/main" val="264450888"/>
              </p:ext>
            </p:extLst>
          </p:nvPr>
        </p:nvGraphicFramePr>
        <p:xfrm>
          <a:off x="638175" y="1893888"/>
          <a:ext cx="10915650" cy="2999232"/>
        </p:xfrm>
        <a:graphic>
          <a:graphicData uri="http://schemas.openxmlformats.org/drawingml/2006/table">
            <a:tbl>
              <a:tblPr firstRow="1" bandRow="1">
                <a:tableStyleId>{5C22544A-7EE6-4342-B048-85BDC9FD1C3A}</a:tableStyleId>
              </a:tblPr>
              <a:tblGrid>
                <a:gridCol w="5457825">
                  <a:extLst>
                    <a:ext uri="{9D8B030D-6E8A-4147-A177-3AD203B41FA5}">
                      <a16:colId xmlns:a16="http://schemas.microsoft.com/office/drawing/2014/main" val="3038871419"/>
                    </a:ext>
                  </a:extLst>
                </a:gridCol>
                <a:gridCol w="5457825">
                  <a:extLst>
                    <a:ext uri="{9D8B030D-6E8A-4147-A177-3AD203B41FA5}">
                      <a16:colId xmlns:a16="http://schemas.microsoft.com/office/drawing/2014/main" val="2363874216"/>
                    </a:ext>
                  </a:extLst>
                </a:gridCol>
              </a:tblGrid>
              <a:tr h="370840">
                <a:tc>
                  <a:txBody>
                    <a:bodyPr/>
                    <a:lstStyle/>
                    <a:p>
                      <a:r>
                        <a:rPr lang="fr-CA" dirty="0"/>
                        <a:t>Direction</a:t>
                      </a:r>
                    </a:p>
                  </a:txBody>
                  <a:tcPr/>
                </a:tc>
                <a:tc>
                  <a:txBody>
                    <a:bodyPr/>
                    <a:lstStyle/>
                    <a:p>
                      <a:r>
                        <a:rPr lang="fr-CA" dirty="0"/>
                        <a:t>Conseil d’administration</a:t>
                      </a:r>
                    </a:p>
                  </a:txBody>
                  <a:tcPr/>
                </a:tc>
                <a:extLst>
                  <a:ext uri="{0D108BD9-81ED-4DB2-BD59-A6C34878D82A}">
                    <a16:rowId xmlns:a16="http://schemas.microsoft.com/office/drawing/2014/main" val="674335130"/>
                  </a:ext>
                </a:extLst>
              </a:tr>
              <a:tr h="370840">
                <a:tc>
                  <a:txBody>
                    <a:bodyPr/>
                    <a:lstStyle/>
                    <a:p>
                      <a:r>
                        <a:rPr lang="fr-CA" dirty="0"/>
                        <a:t>Mise en place de processus efficaces de gestion des risques </a:t>
                      </a:r>
                    </a:p>
                  </a:txBody>
                  <a:tcPr/>
                </a:tc>
                <a:tc>
                  <a:txBody>
                    <a:bodyPr/>
                    <a:lstStyle/>
                    <a:p>
                      <a:r>
                        <a:rPr lang="fr-CA" dirty="0"/>
                        <a:t>Dans le </a:t>
                      </a:r>
                      <a:r>
                        <a:rPr lang="fr-CA"/>
                        <a:t>cadre de </a:t>
                      </a:r>
                      <a:r>
                        <a:rPr lang="fr-CA" dirty="0"/>
                        <a:t>leur rôle de surveillance, s’assurer que des processus des gestion des risques existent et fonctionnent bien </a:t>
                      </a:r>
                    </a:p>
                  </a:txBody>
                  <a:tcPr/>
                </a:tc>
                <a:extLst>
                  <a:ext uri="{0D108BD9-81ED-4DB2-BD59-A6C34878D82A}">
                    <a16:rowId xmlns:a16="http://schemas.microsoft.com/office/drawing/2014/main" val="973036310"/>
                  </a:ext>
                </a:extLst>
              </a:tr>
              <a:tr h="370840">
                <a:tc>
                  <a:txBody>
                    <a:bodyPr/>
                    <a:lstStyle/>
                    <a:p>
                      <a:r>
                        <a:rPr lang="fr-CA" dirty="0"/>
                        <a:t>Porter à l’attention du conseil les risques significatifs</a:t>
                      </a:r>
                    </a:p>
                  </a:txBody>
                  <a:tcPr/>
                </a:tc>
                <a:tc>
                  <a:txBody>
                    <a:bodyPr/>
                    <a:lstStyle/>
                    <a:p>
                      <a:r>
                        <a:rPr lang="fr-CA" dirty="0"/>
                        <a:t>Évaluer les risques reliés à la stratégie, à sa mise en œuvre </a:t>
                      </a:r>
                    </a:p>
                  </a:txBody>
                  <a:tcPr/>
                </a:tc>
                <a:extLst>
                  <a:ext uri="{0D108BD9-81ED-4DB2-BD59-A6C34878D82A}">
                    <a16:rowId xmlns:a16="http://schemas.microsoft.com/office/drawing/2014/main" val="195807501"/>
                  </a:ext>
                </a:extLst>
              </a:tr>
              <a:tr h="370840">
                <a:tc>
                  <a:txBody>
                    <a:bodyPr/>
                    <a:lstStyle/>
                    <a:p>
                      <a:endParaRPr lang="fr-CA"/>
                    </a:p>
                  </a:txBody>
                  <a:tcPr/>
                </a:tc>
                <a:tc>
                  <a:txBody>
                    <a:bodyPr/>
                    <a:lstStyle/>
                    <a:p>
                      <a:r>
                        <a:rPr lang="fr-CA" dirty="0"/>
                        <a:t>Identifier les risques liés à la qualité et à l’efficacité de la direction</a:t>
                      </a:r>
                    </a:p>
                  </a:txBody>
                  <a:tcPr/>
                </a:tc>
                <a:extLst>
                  <a:ext uri="{0D108BD9-81ED-4DB2-BD59-A6C34878D82A}">
                    <a16:rowId xmlns:a16="http://schemas.microsoft.com/office/drawing/2014/main" val="2847894698"/>
                  </a:ext>
                </a:extLst>
              </a:tr>
            </a:tbl>
          </a:graphicData>
        </a:graphic>
      </p:graphicFrame>
      <p:sp>
        <p:nvSpPr>
          <p:cNvPr id="4" name="Espace réservé du pied de page 3">
            <a:extLst>
              <a:ext uri="{FF2B5EF4-FFF2-40B4-BE49-F238E27FC236}">
                <a16:creationId xmlns:a16="http://schemas.microsoft.com/office/drawing/2014/main" id="{FBE9B6FB-B86C-45C7-89EA-B577BF133BFB}"/>
              </a:ext>
            </a:extLst>
          </p:cNvPr>
          <p:cNvSpPr>
            <a:spLocks noGrp="1"/>
          </p:cNvSpPr>
          <p:nvPr>
            <p:ph type="ftr" sz="quarter" idx="11"/>
          </p:nvPr>
        </p:nvSpPr>
        <p:spPr/>
        <p:txBody>
          <a:bodyPr/>
          <a:lstStyle/>
          <a:p>
            <a:r>
              <a:rPr lang="fr-CA"/>
              <a:t>(C) HEC montréal</a:t>
            </a:r>
          </a:p>
        </p:txBody>
      </p:sp>
      <p:sp>
        <p:nvSpPr>
          <p:cNvPr id="5" name="Espace réservé du numéro de diapositive 4">
            <a:extLst>
              <a:ext uri="{FF2B5EF4-FFF2-40B4-BE49-F238E27FC236}">
                <a16:creationId xmlns:a16="http://schemas.microsoft.com/office/drawing/2014/main" id="{F33AB4BF-CDA7-4344-A7C6-9C6C43779DF2}"/>
              </a:ext>
            </a:extLst>
          </p:cNvPr>
          <p:cNvSpPr>
            <a:spLocks noGrp="1"/>
          </p:cNvSpPr>
          <p:nvPr>
            <p:ph type="sldNum" sz="quarter" idx="12"/>
          </p:nvPr>
        </p:nvSpPr>
        <p:spPr/>
        <p:txBody>
          <a:bodyPr/>
          <a:lstStyle/>
          <a:p>
            <a:fld id="{EEB25B09-B9A6-4811-8700-6D36B9CE20D1}" type="slidenum">
              <a:rPr lang="fr-CA" smtClean="0"/>
              <a:t>23</a:t>
            </a:fld>
            <a:endParaRPr lang="fr-CA"/>
          </a:p>
        </p:txBody>
      </p:sp>
    </p:spTree>
    <p:extLst>
      <p:ext uri="{BB962C8B-B14F-4D97-AF65-F5344CB8AC3E}">
        <p14:creationId xmlns:p14="http://schemas.microsoft.com/office/powerpoint/2010/main" val="34983729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3B2B2FC-9A77-4794-8492-5666C6C112EC}"/>
              </a:ext>
            </a:extLst>
          </p:cNvPr>
          <p:cNvSpPr>
            <a:spLocks noGrp="1"/>
          </p:cNvSpPr>
          <p:nvPr>
            <p:ph type="title"/>
          </p:nvPr>
        </p:nvSpPr>
        <p:spPr/>
        <p:txBody>
          <a:bodyPr/>
          <a:lstStyle/>
          <a:p>
            <a:r>
              <a:rPr lang="fr-CA" dirty="0"/>
              <a:t>La gestion des risques et l’examen intra</a:t>
            </a:r>
          </a:p>
        </p:txBody>
      </p:sp>
      <p:sp>
        <p:nvSpPr>
          <p:cNvPr id="3" name="Espace réservé du contenu 2">
            <a:extLst>
              <a:ext uri="{FF2B5EF4-FFF2-40B4-BE49-F238E27FC236}">
                <a16:creationId xmlns:a16="http://schemas.microsoft.com/office/drawing/2014/main" id="{033C5FB4-2879-49F0-88E7-AF985B9B1385}"/>
              </a:ext>
            </a:extLst>
          </p:cNvPr>
          <p:cNvSpPr>
            <a:spLocks noGrp="1"/>
          </p:cNvSpPr>
          <p:nvPr>
            <p:ph idx="1"/>
          </p:nvPr>
        </p:nvSpPr>
        <p:spPr/>
        <p:txBody>
          <a:bodyPr>
            <a:normAutofit/>
          </a:bodyPr>
          <a:lstStyle/>
          <a:p>
            <a:pPr marL="457200" indent="-457200">
              <a:buFont typeface="+mj-lt"/>
              <a:buAutoNum type="arabicPeriod"/>
            </a:pPr>
            <a:r>
              <a:rPr lang="fr-CA" sz="2800" dirty="0"/>
              <a:t>Mitigation des risques reliés à vos recommandations stratégiques </a:t>
            </a:r>
          </a:p>
          <a:p>
            <a:pPr marL="457200" indent="-457200">
              <a:buFont typeface="+mj-lt"/>
              <a:buAutoNum type="arabicPeriod"/>
            </a:pPr>
            <a:r>
              <a:rPr lang="fr-CA" sz="2800" dirty="0"/>
              <a:t>Risques d’affaires identifiés lors de l’analyse de l’environnement qui n’ont pas été résolus par vos recommandations sur les options stratégiques </a:t>
            </a:r>
          </a:p>
        </p:txBody>
      </p:sp>
      <p:sp>
        <p:nvSpPr>
          <p:cNvPr id="4" name="Espace réservé du pied de page 3">
            <a:extLst>
              <a:ext uri="{FF2B5EF4-FFF2-40B4-BE49-F238E27FC236}">
                <a16:creationId xmlns:a16="http://schemas.microsoft.com/office/drawing/2014/main" id="{5A2B6CDA-CAE9-4A6C-AEA0-FAA98133E9B9}"/>
              </a:ext>
            </a:extLst>
          </p:cNvPr>
          <p:cNvSpPr>
            <a:spLocks noGrp="1"/>
          </p:cNvSpPr>
          <p:nvPr>
            <p:ph type="ftr" sz="quarter" idx="11"/>
          </p:nvPr>
        </p:nvSpPr>
        <p:spPr/>
        <p:txBody>
          <a:bodyPr/>
          <a:lstStyle/>
          <a:p>
            <a:r>
              <a:rPr lang="fr-CA"/>
              <a:t>(C) HEC montréal</a:t>
            </a:r>
          </a:p>
        </p:txBody>
      </p:sp>
      <p:sp>
        <p:nvSpPr>
          <p:cNvPr id="5" name="Espace réservé du numéro de diapositive 4">
            <a:extLst>
              <a:ext uri="{FF2B5EF4-FFF2-40B4-BE49-F238E27FC236}">
                <a16:creationId xmlns:a16="http://schemas.microsoft.com/office/drawing/2014/main" id="{9B77C14D-8A3E-490D-812D-8BBAC0B64668}"/>
              </a:ext>
            </a:extLst>
          </p:cNvPr>
          <p:cNvSpPr>
            <a:spLocks noGrp="1"/>
          </p:cNvSpPr>
          <p:nvPr>
            <p:ph type="sldNum" sz="quarter" idx="12"/>
          </p:nvPr>
        </p:nvSpPr>
        <p:spPr/>
        <p:txBody>
          <a:bodyPr/>
          <a:lstStyle/>
          <a:p>
            <a:fld id="{EEB25B09-B9A6-4811-8700-6D36B9CE20D1}" type="slidenum">
              <a:rPr lang="fr-CA" smtClean="0"/>
              <a:t>24</a:t>
            </a:fld>
            <a:endParaRPr lang="fr-CA"/>
          </a:p>
        </p:txBody>
      </p:sp>
    </p:spTree>
    <p:extLst>
      <p:ext uri="{BB962C8B-B14F-4D97-AF65-F5344CB8AC3E}">
        <p14:creationId xmlns:p14="http://schemas.microsoft.com/office/powerpoint/2010/main" val="327001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re 1"/>
          <p:cNvSpPr>
            <a:spLocks noGrp="1"/>
          </p:cNvSpPr>
          <p:nvPr>
            <p:ph type="title"/>
            <p:custDataLst>
              <p:tags r:id="rId1"/>
            </p:custDataLst>
          </p:nvPr>
        </p:nvSpPr>
        <p:spPr/>
        <p:txBody>
          <a:bodyPr/>
          <a:lstStyle/>
          <a:p>
            <a:r>
              <a:rPr lang="fr-CA" altLang="fr-FR" b="1" dirty="0"/>
              <a:t>Message important</a:t>
            </a:r>
          </a:p>
        </p:txBody>
      </p:sp>
      <p:sp>
        <p:nvSpPr>
          <p:cNvPr id="51203" name="Espace réservé du contenu 2"/>
          <p:cNvSpPr>
            <a:spLocks noGrp="1"/>
          </p:cNvSpPr>
          <p:nvPr>
            <p:ph idx="1"/>
            <p:custDataLst>
              <p:tags r:id="rId2"/>
            </p:custDataLst>
          </p:nvPr>
        </p:nvSpPr>
        <p:spPr>
          <a:xfrm>
            <a:off x="1078174" y="1714500"/>
            <a:ext cx="9132628" cy="4381500"/>
          </a:xfrm>
        </p:spPr>
        <p:txBody>
          <a:bodyPr>
            <a:normAutofit/>
          </a:bodyPr>
          <a:lstStyle/>
          <a:p>
            <a:r>
              <a:rPr lang="fr-CA" altLang="fr-FR" sz="2400" dirty="0"/>
              <a:t>Nous n’obligeons pas une classification particulière, mais par contre nous voulons un effort pour regrouper les risques sous des grandes catégories.</a:t>
            </a:r>
          </a:p>
          <a:p>
            <a:endParaRPr lang="fr-CA" altLang="fr-FR" sz="2400" dirty="0"/>
          </a:p>
          <a:p>
            <a:endParaRPr lang="fr-CA" altLang="fr-FR" sz="2400" dirty="0"/>
          </a:p>
          <a:p>
            <a:r>
              <a:rPr lang="fr-CA" altLang="fr-FR" sz="2400" dirty="0"/>
              <a:t>Vous pouvez vous inspirer du modèle présenté précédemment, du modèle développé par l’ICCA présenté à la fin de ces diapositives ou du modèle présenté dans le document « </a:t>
            </a:r>
            <a:r>
              <a:rPr lang="fr-CA" altLang="fr-FR" sz="2400" i="1" dirty="0"/>
              <a:t>Cadre de surveillance des risques d’entreprise à l’intention des CA</a:t>
            </a:r>
            <a:r>
              <a:rPr lang="fr-CA" altLang="fr-FR" sz="2400" dirty="0"/>
              <a:t> » disponible sur </a:t>
            </a:r>
            <a:r>
              <a:rPr lang="fr-CA" altLang="fr-FR" sz="2400" dirty="0" err="1"/>
              <a:t>ZoneCours</a:t>
            </a:r>
            <a:endParaRPr lang="fr-CA" altLang="fr-FR" sz="2400" dirty="0"/>
          </a:p>
        </p:txBody>
      </p:sp>
    </p:spTree>
    <p:extLst>
      <p:ext uri="{BB962C8B-B14F-4D97-AF65-F5344CB8AC3E}">
        <p14:creationId xmlns:p14="http://schemas.microsoft.com/office/powerpoint/2010/main" val="3166595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0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120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e 1"/>
          <p:cNvGrpSpPr/>
          <p:nvPr>
            <p:custDataLst>
              <p:tags r:id="rId1"/>
            </p:custDataLst>
          </p:nvPr>
        </p:nvGrpSpPr>
        <p:grpSpPr>
          <a:xfrm>
            <a:off x="1119673" y="223935"/>
            <a:ext cx="10699290" cy="5941916"/>
            <a:chOff x="2495551" y="1412876"/>
            <a:chExt cx="7889376" cy="4752975"/>
          </a:xfrm>
        </p:grpSpPr>
        <p:graphicFrame>
          <p:nvGraphicFramePr>
            <p:cNvPr id="14" name="Diagramme 13"/>
            <p:cNvGraphicFramePr/>
            <p:nvPr>
              <p:extLst>
                <p:ext uri="{D42A27DB-BD31-4B8C-83A1-F6EECF244321}">
                  <p14:modId xmlns:p14="http://schemas.microsoft.com/office/powerpoint/2010/main" val="1664838442"/>
                </p:ext>
              </p:extLst>
            </p:nvPr>
          </p:nvGraphicFramePr>
          <p:xfrm>
            <a:off x="4079776" y="1628800"/>
            <a:ext cx="5183774" cy="439248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5" name="Rectangle 4"/>
            <p:cNvSpPr/>
            <p:nvPr/>
          </p:nvSpPr>
          <p:spPr>
            <a:xfrm rot="16200000">
              <a:off x="7807871" y="3372894"/>
              <a:ext cx="4321175" cy="832937"/>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CA" sz="2800" b="1" dirty="0"/>
                <a:t>Risque d’atteinte à la réputation</a:t>
              </a:r>
            </a:p>
          </p:txBody>
        </p:sp>
        <p:sp>
          <p:nvSpPr>
            <p:cNvPr id="6" name="Rectangle 5"/>
            <p:cNvSpPr/>
            <p:nvPr/>
          </p:nvSpPr>
          <p:spPr>
            <a:xfrm>
              <a:off x="2495551" y="1412876"/>
              <a:ext cx="1223963" cy="4537075"/>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fr-CA" sz="1050" b="1" dirty="0">
                  <a:solidFill>
                    <a:schemeClr val="tx1"/>
                  </a:solidFill>
                </a:rPr>
                <a:t>Modèles</a:t>
              </a:r>
            </a:p>
            <a:p>
              <a:pPr>
                <a:defRPr/>
              </a:pPr>
              <a:endParaRPr lang="fr-CA" sz="1050" dirty="0">
                <a:solidFill>
                  <a:schemeClr val="tx1"/>
                </a:solidFill>
              </a:endParaRPr>
            </a:p>
          </p:txBody>
        </p:sp>
        <p:sp>
          <p:nvSpPr>
            <p:cNvPr id="17" name="Rectangle 16"/>
            <p:cNvSpPr/>
            <p:nvPr/>
          </p:nvSpPr>
          <p:spPr>
            <a:xfrm>
              <a:off x="2566989" y="2276476"/>
              <a:ext cx="979487" cy="360363"/>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CA" dirty="0"/>
                <a:t>PESTEL</a:t>
              </a:r>
            </a:p>
          </p:txBody>
        </p:sp>
        <p:sp>
          <p:nvSpPr>
            <p:cNvPr id="26" name="Rectangle 25"/>
            <p:cNvSpPr/>
            <p:nvPr/>
          </p:nvSpPr>
          <p:spPr>
            <a:xfrm>
              <a:off x="2566989" y="3213101"/>
              <a:ext cx="1150936" cy="792163"/>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CA" sz="1600" dirty="0"/>
                <a:t>(Porter) Forces concurrentielles</a:t>
              </a:r>
            </a:p>
            <a:p>
              <a:pPr algn="ctr">
                <a:defRPr/>
              </a:pPr>
              <a:endParaRPr lang="fr-CA" sz="1600" dirty="0"/>
            </a:p>
          </p:txBody>
        </p:sp>
        <p:sp>
          <p:nvSpPr>
            <p:cNvPr id="27" name="Rectangle 26"/>
            <p:cNvSpPr/>
            <p:nvPr/>
          </p:nvSpPr>
          <p:spPr>
            <a:xfrm>
              <a:off x="2566988" y="4508500"/>
              <a:ext cx="1060450" cy="865188"/>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CA" sz="2000" dirty="0"/>
                <a:t>Forces et faiblesses</a:t>
              </a:r>
            </a:p>
          </p:txBody>
        </p:sp>
        <p:sp>
          <p:nvSpPr>
            <p:cNvPr id="28" name="Accolade fermante 27"/>
            <p:cNvSpPr/>
            <p:nvPr/>
          </p:nvSpPr>
          <p:spPr>
            <a:xfrm>
              <a:off x="9120189" y="1412876"/>
              <a:ext cx="358775" cy="4752975"/>
            </a:xfrm>
            <a:prstGeom prst="rightBrace">
              <a:avLst>
                <a:gd name="adj1" fmla="val 8333"/>
                <a:gd name="adj2" fmla="val 50000"/>
              </a:avLst>
            </a:prstGeom>
            <a:ln w="38100"/>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fr-CA"/>
            </a:p>
          </p:txBody>
        </p:sp>
        <p:sp>
          <p:nvSpPr>
            <p:cNvPr id="29" name="Accolade ouvrante 28"/>
            <p:cNvSpPr/>
            <p:nvPr/>
          </p:nvSpPr>
          <p:spPr>
            <a:xfrm>
              <a:off x="3790951" y="4149726"/>
              <a:ext cx="360363" cy="1871663"/>
            </a:xfrm>
            <a:prstGeom prst="leftBrace">
              <a:avLst/>
            </a:prstGeom>
            <a:ln w="38100"/>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fr-CA"/>
            </a:p>
          </p:txBody>
        </p:sp>
        <p:sp>
          <p:nvSpPr>
            <p:cNvPr id="30" name="Accolade ouvrante 29"/>
            <p:cNvSpPr/>
            <p:nvPr/>
          </p:nvSpPr>
          <p:spPr>
            <a:xfrm>
              <a:off x="3790951" y="1773238"/>
              <a:ext cx="360363" cy="1295400"/>
            </a:xfrm>
            <a:prstGeom prst="leftBrace">
              <a:avLst/>
            </a:prstGeom>
            <a:ln w="38100"/>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fr-CA"/>
            </a:p>
          </p:txBody>
        </p:sp>
        <p:sp>
          <p:nvSpPr>
            <p:cNvPr id="31" name="Accolade ouvrante 30"/>
            <p:cNvSpPr/>
            <p:nvPr/>
          </p:nvSpPr>
          <p:spPr>
            <a:xfrm>
              <a:off x="3790951" y="3141664"/>
              <a:ext cx="360363" cy="935037"/>
            </a:xfrm>
            <a:prstGeom prst="leftBrace">
              <a:avLst>
                <a:gd name="adj1" fmla="val 0"/>
                <a:gd name="adj2" fmla="val 50000"/>
              </a:avLst>
            </a:prstGeom>
            <a:ln w="38100"/>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fr-CA"/>
            </a:p>
          </p:txBody>
        </p:sp>
      </p:grpSp>
    </p:spTree>
    <p:extLst>
      <p:ext uri="{BB962C8B-B14F-4D97-AF65-F5344CB8AC3E}">
        <p14:creationId xmlns:p14="http://schemas.microsoft.com/office/powerpoint/2010/main" val="31675310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au 3"/>
          <p:cNvGraphicFramePr>
            <a:graphicFrameLocks noGrp="1"/>
          </p:cNvGraphicFramePr>
          <p:nvPr>
            <p:custDataLst>
              <p:tags r:id="rId1"/>
            </p:custDataLst>
          </p:nvPr>
        </p:nvGraphicFramePr>
        <p:xfrm>
          <a:off x="1703389" y="188914"/>
          <a:ext cx="8569325" cy="6330951"/>
        </p:xfrm>
        <a:graphic>
          <a:graphicData uri="http://schemas.openxmlformats.org/drawingml/2006/table">
            <a:tbl>
              <a:tblPr/>
              <a:tblGrid>
                <a:gridCol w="1368212">
                  <a:extLst>
                    <a:ext uri="{9D8B030D-6E8A-4147-A177-3AD203B41FA5}">
                      <a16:colId xmlns:a16="http://schemas.microsoft.com/office/drawing/2014/main" val="20000"/>
                    </a:ext>
                  </a:extLst>
                </a:gridCol>
                <a:gridCol w="7201113">
                  <a:extLst>
                    <a:ext uri="{9D8B030D-6E8A-4147-A177-3AD203B41FA5}">
                      <a16:colId xmlns:a16="http://schemas.microsoft.com/office/drawing/2014/main" val="20001"/>
                    </a:ext>
                  </a:extLst>
                </a:gridCol>
              </a:tblGrid>
              <a:tr h="224805">
                <a:tc>
                  <a:txBody>
                    <a:bodyPr/>
                    <a:lstStyle/>
                    <a:p>
                      <a:pPr>
                        <a:lnSpc>
                          <a:spcPct val="115000"/>
                        </a:lnSpc>
                        <a:spcAft>
                          <a:spcPts val="0"/>
                        </a:spcAft>
                      </a:pPr>
                      <a:r>
                        <a:rPr lang="fr-CA" sz="1200" b="1" dirty="0">
                          <a:latin typeface="Calibri"/>
                          <a:ea typeface="Calibri"/>
                          <a:cs typeface="Times New Roman"/>
                        </a:rPr>
                        <a:t>Risques</a:t>
                      </a:r>
                      <a:endParaRPr lang="fr-CA" sz="1400" dirty="0">
                        <a:latin typeface="Calibri"/>
                        <a:ea typeface="Calibri"/>
                        <a:cs typeface="Times New Roman"/>
                      </a:endParaRPr>
                    </a:p>
                  </a:txBody>
                  <a:tcPr marL="53546" marR="535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nSpc>
                          <a:spcPct val="115000"/>
                        </a:lnSpc>
                        <a:spcAft>
                          <a:spcPts val="0"/>
                        </a:spcAft>
                      </a:pPr>
                      <a:r>
                        <a:rPr lang="fr-CA" sz="1200" b="1" dirty="0">
                          <a:latin typeface="Calibri"/>
                          <a:ea typeface="Calibri"/>
                          <a:cs typeface="Times New Roman"/>
                        </a:rPr>
                        <a:t>Définition</a:t>
                      </a:r>
                      <a:endParaRPr lang="fr-CA" sz="1400" dirty="0">
                        <a:latin typeface="Calibri"/>
                        <a:ea typeface="Calibri"/>
                        <a:cs typeface="Times New Roman"/>
                      </a:endParaRPr>
                    </a:p>
                  </a:txBody>
                  <a:tcPr marL="53546" marR="535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1121742">
                <a:tc>
                  <a:txBody>
                    <a:bodyPr/>
                    <a:lstStyle/>
                    <a:p>
                      <a:pPr>
                        <a:lnSpc>
                          <a:spcPct val="115000"/>
                        </a:lnSpc>
                        <a:spcAft>
                          <a:spcPts val="0"/>
                        </a:spcAft>
                      </a:pPr>
                      <a:r>
                        <a:rPr lang="fr-CA" sz="1200" b="1" dirty="0">
                          <a:latin typeface="Calibri"/>
                          <a:ea typeface="Calibri"/>
                          <a:cs typeface="Times New Roman"/>
                        </a:rPr>
                        <a:t>de réputation</a:t>
                      </a:r>
                      <a:endParaRPr lang="fr-CA" sz="1400" dirty="0">
                        <a:latin typeface="Calibri"/>
                        <a:ea typeface="Calibri"/>
                        <a:cs typeface="Times New Roman"/>
                      </a:endParaRPr>
                    </a:p>
                  </a:txBody>
                  <a:tcPr marL="53546" marR="535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nSpc>
                          <a:spcPct val="115000"/>
                        </a:lnSpc>
                        <a:spcAft>
                          <a:spcPts val="0"/>
                        </a:spcAft>
                      </a:pPr>
                      <a:r>
                        <a:rPr lang="fr-CA" sz="1600" dirty="0">
                          <a:latin typeface="Calibri"/>
                          <a:ea typeface="Calibri"/>
                          <a:cs typeface="Times New Roman"/>
                        </a:rPr>
                        <a:t>Risque qu’une action accomplie par une organisation ou ses représentants ternisse son image aux yeux de la collectivité ou de sa clientèle, entraînant une diminution potentielle du chiffre d’affaires, des actions en justice ou une surveillance réglementaire accrue.</a:t>
                      </a:r>
                    </a:p>
                  </a:txBody>
                  <a:tcPr marL="53546" marR="535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921467">
                <a:tc>
                  <a:txBody>
                    <a:bodyPr/>
                    <a:lstStyle/>
                    <a:p>
                      <a:pPr>
                        <a:lnSpc>
                          <a:spcPct val="115000"/>
                        </a:lnSpc>
                        <a:spcAft>
                          <a:spcPts val="0"/>
                        </a:spcAft>
                      </a:pPr>
                      <a:r>
                        <a:rPr lang="fr-CA" sz="1200" b="1" dirty="0">
                          <a:latin typeface="Calibri"/>
                          <a:ea typeface="Calibri"/>
                          <a:cs typeface="Times New Roman"/>
                        </a:rPr>
                        <a:t>environnementaux</a:t>
                      </a:r>
                      <a:endParaRPr lang="fr-CA" sz="1400" dirty="0">
                        <a:latin typeface="Calibri"/>
                        <a:ea typeface="Calibri"/>
                        <a:cs typeface="Times New Roman"/>
                      </a:endParaRPr>
                    </a:p>
                  </a:txBody>
                  <a:tcPr marL="53546" marR="535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nSpc>
                          <a:spcPct val="115000"/>
                        </a:lnSpc>
                        <a:spcAft>
                          <a:spcPts val="0"/>
                        </a:spcAft>
                      </a:pPr>
                      <a:r>
                        <a:rPr lang="fr-CA" sz="1600" dirty="0">
                          <a:latin typeface="Calibri"/>
                          <a:ea typeface="Calibri"/>
                          <a:cs typeface="Times New Roman"/>
                        </a:rPr>
                        <a:t>Risques externes pouvant être d’ordre naturel, économique, politique ou social. On trouve également dans cette catégorie certains risques financiers exogènes tels que les fluctuations des taux d’intérêt, des monnaies ou des marchés de marchandises.</a:t>
                      </a:r>
                    </a:p>
                  </a:txBody>
                  <a:tcPr marL="53546" marR="535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614311">
                <a:tc>
                  <a:txBody>
                    <a:bodyPr/>
                    <a:lstStyle/>
                    <a:p>
                      <a:pPr>
                        <a:lnSpc>
                          <a:spcPct val="115000"/>
                        </a:lnSpc>
                        <a:spcAft>
                          <a:spcPts val="0"/>
                        </a:spcAft>
                      </a:pPr>
                      <a:r>
                        <a:rPr lang="fr-CA" sz="1200" b="1" dirty="0">
                          <a:latin typeface="Calibri"/>
                          <a:ea typeface="Calibri"/>
                          <a:cs typeface="Times New Roman"/>
                        </a:rPr>
                        <a:t>concurrentiels</a:t>
                      </a:r>
                      <a:endParaRPr lang="fr-CA" sz="1400" dirty="0">
                        <a:latin typeface="Calibri"/>
                        <a:ea typeface="Calibri"/>
                        <a:cs typeface="Times New Roman"/>
                      </a:endParaRPr>
                    </a:p>
                  </a:txBody>
                  <a:tcPr marL="53546" marR="535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nSpc>
                          <a:spcPct val="115000"/>
                        </a:lnSpc>
                        <a:spcAft>
                          <a:spcPts val="0"/>
                        </a:spcAft>
                      </a:pPr>
                      <a:r>
                        <a:rPr lang="fr-CA" sz="1600" dirty="0">
                          <a:latin typeface="Calibri"/>
                          <a:ea typeface="Calibri"/>
                          <a:cs typeface="Times New Roman"/>
                        </a:rPr>
                        <a:t>Risques liés à l’ incapacité de l’organisation d’établir ou de maintenir un avantage concurrentiel durable dans un ou plusieurs marchés donnés</a:t>
                      </a:r>
                    </a:p>
                  </a:txBody>
                  <a:tcPr marL="53546" marR="535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841307">
                <a:tc>
                  <a:txBody>
                    <a:bodyPr/>
                    <a:lstStyle/>
                    <a:p>
                      <a:pPr>
                        <a:lnSpc>
                          <a:spcPct val="115000"/>
                        </a:lnSpc>
                        <a:spcAft>
                          <a:spcPts val="0"/>
                        </a:spcAft>
                      </a:pPr>
                      <a:r>
                        <a:rPr lang="fr-CA" sz="1200" b="1" dirty="0">
                          <a:latin typeface="Calibri"/>
                          <a:ea typeface="Calibri"/>
                          <a:cs typeface="Times New Roman"/>
                        </a:rPr>
                        <a:t>stratégiques</a:t>
                      </a:r>
                      <a:endParaRPr lang="fr-CA" sz="1400" dirty="0">
                        <a:latin typeface="Calibri"/>
                        <a:ea typeface="Calibri"/>
                        <a:cs typeface="Times New Roman"/>
                      </a:endParaRPr>
                    </a:p>
                  </a:txBody>
                  <a:tcPr marL="53546" marR="535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nSpc>
                          <a:spcPct val="115000"/>
                        </a:lnSpc>
                        <a:spcAft>
                          <a:spcPts val="0"/>
                        </a:spcAft>
                      </a:pPr>
                      <a:r>
                        <a:rPr lang="fr-CA" sz="1600" dirty="0">
                          <a:latin typeface="Calibri"/>
                          <a:ea typeface="Calibri"/>
                          <a:cs typeface="Times New Roman"/>
                        </a:rPr>
                        <a:t>Risque qu’une organisation effectue des choix stratégiques mal avisés ou soit incapable d’assurer une mise en œuvre fructueuse de la stratégie ou des plans et décisions connexes</a:t>
                      </a:r>
                    </a:p>
                  </a:txBody>
                  <a:tcPr marL="53546" marR="535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841307">
                <a:tc>
                  <a:txBody>
                    <a:bodyPr/>
                    <a:lstStyle/>
                    <a:p>
                      <a:pPr>
                        <a:lnSpc>
                          <a:spcPct val="115000"/>
                        </a:lnSpc>
                        <a:spcAft>
                          <a:spcPts val="0"/>
                        </a:spcAft>
                      </a:pPr>
                      <a:r>
                        <a:rPr lang="fr-CA" sz="1200" b="1" dirty="0">
                          <a:latin typeface="Calibri"/>
                          <a:ea typeface="Calibri"/>
                          <a:cs typeface="Times New Roman"/>
                        </a:rPr>
                        <a:t>financiers</a:t>
                      </a:r>
                      <a:endParaRPr lang="fr-CA" sz="1400" dirty="0">
                        <a:latin typeface="Calibri"/>
                        <a:ea typeface="Calibri"/>
                        <a:cs typeface="Times New Roman"/>
                      </a:endParaRPr>
                    </a:p>
                  </a:txBody>
                  <a:tcPr marL="53546" marR="535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nSpc>
                          <a:spcPct val="115000"/>
                        </a:lnSpc>
                        <a:spcAft>
                          <a:spcPts val="0"/>
                        </a:spcAft>
                      </a:pPr>
                      <a:r>
                        <a:rPr lang="fr-CA" sz="1600" dirty="0">
                          <a:latin typeface="Calibri"/>
                          <a:ea typeface="Calibri"/>
                          <a:cs typeface="Times New Roman"/>
                        </a:rPr>
                        <a:t>Risques endogènes liés à l’incapacité d’une organisation de faire face à ses obligations financières ou de mettre sa stratégie en œuvre en raison d’un manque de ressources financières.</a:t>
                      </a:r>
                    </a:p>
                  </a:txBody>
                  <a:tcPr marL="53546" marR="535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864156">
                <a:tc>
                  <a:txBody>
                    <a:bodyPr/>
                    <a:lstStyle/>
                    <a:p>
                      <a:pPr>
                        <a:lnSpc>
                          <a:spcPct val="115000"/>
                        </a:lnSpc>
                        <a:spcAft>
                          <a:spcPts val="0"/>
                        </a:spcAft>
                      </a:pPr>
                      <a:r>
                        <a:rPr lang="fr-CA" sz="1200" b="1" dirty="0">
                          <a:latin typeface="Calibri"/>
                          <a:ea typeface="Calibri"/>
                          <a:cs typeface="Times New Roman"/>
                        </a:rPr>
                        <a:t>informationnels</a:t>
                      </a:r>
                      <a:endParaRPr lang="fr-CA" sz="1400" dirty="0">
                        <a:latin typeface="Calibri"/>
                        <a:ea typeface="Calibri"/>
                        <a:cs typeface="Times New Roman"/>
                      </a:endParaRPr>
                    </a:p>
                  </a:txBody>
                  <a:tcPr marL="53546" marR="535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nSpc>
                          <a:spcPct val="115000"/>
                        </a:lnSpc>
                        <a:spcAft>
                          <a:spcPts val="0"/>
                        </a:spcAft>
                      </a:pPr>
                      <a:r>
                        <a:rPr lang="fr-CA" sz="1600" dirty="0">
                          <a:latin typeface="Calibri"/>
                          <a:ea typeface="Calibri"/>
                          <a:cs typeface="Times New Roman"/>
                        </a:rPr>
                        <a:t>Risques découlant de l’utilisation de renseignements de mauvaise qualité pour la prise de décisions financières ou stratégiques ou encore de la diffusion d’information trompeuse à des tiers extérieurs.</a:t>
                      </a:r>
                    </a:p>
                  </a:txBody>
                  <a:tcPr marL="53546" marR="535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901856">
                <a:tc>
                  <a:txBody>
                    <a:bodyPr/>
                    <a:lstStyle/>
                    <a:p>
                      <a:pPr>
                        <a:lnSpc>
                          <a:spcPct val="115000"/>
                        </a:lnSpc>
                        <a:spcAft>
                          <a:spcPts val="0"/>
                        </a:spcAft>
                      </a:pPr>
                      <a:r>
                        <a:rPr lang="fr-CA" sz="1200" b="1" dirty="0">
                          <a:latin typeface="Calibri"/>
                          <a:ea typeface="Calibri"/>
                          <a:cs typeface="Times New Roman"/>
                        </a:rPr>
                        <a:t>opérationnels</a:t>
                      </a:r>
                      <a:endParaRPr lang="fr-CA" sz="1400" dirty="0">
                        <a:latin typeface="Calibri"/>
                        <a:ea typeface="Calibri"/>
                        <a:cs typeface="Times New Roman"/>
                      </a:endParaRPr>
                    </a:p>
                  </a:txBody>
                  <a:tcPr marL="53546" marR="535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nSpc>
                          <a:spcPct val="115000"/>
                        </a:lnSpc>
                        <a:spcAft>
                          <a:spcPts val="0"/>
                        </a:spcAft>
                      </a:pPr>
                      <a:r>
                        <a:rPr lang="fr-CA" sz="1600" dirty="0">
                          <a:latin typeface="Calibri"/>
                          <a:ea typeface="Calibri"/>
                          <a:cs typeface="Times New Roman"/>
                        </a:rPr>
                        <a:t>Risques pouvant être évités, décelés, corrigés et gérés au moyen de systèmes de contrôle efficaces: situations de non-conformité, activités inefficaces, fraudes, erreurs, interruptions des affaires et information inexacte.</a:t>
                      </a:r>
                    </a:p>
                  </a:txBody>
                  <a:tcPr marL="53546" marR="535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bl>
          </a:graphicData>
        </a:graphic>
      </p:graphicFrame>
      <p:sp>
        <p:nvSpPr>
          <p:cNvPr id="33823" name="Rectangle 1"/>
          <p:cNvSpPr>
            <a:spLocks noChangeArrowheads="1"/>
          </p:cNvSpPr>
          <p:nvPr>
            <p:custDataLst>
              <p:tags r:id="rId2"/>
            </p:custDataLst>
          </p:nvPr>
        </p:nvSpPr>
        <p:spPr bwMode="auto">
          <a:xfrm>
            <a:off x="1524001" y="-323165"/>
            <a:ext cx="18473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br>
              <a:rPr lang="fr-CA" altLang="fr-FR" dirty="0"/>
            </a:br>
            <a:endParaRPr lang="fr-CA" altLang="fr-FR" dirty="0"/>
          </a:p>
        </p:txBody>
      </p:sp>
      <p:sp>
        <p:nvSpPr>
          <p:cNvPr id="33824" name="Rectangle 2"/>
          <p:cNvSpPr>
            <a:spLocks noChangeArrowheads="1"/>
          </p:cNvSpPr>
          <p:nvPr>
            <p:custDataLst>
              <p:tags r:id="rId3"/>
            </p:custDataLst>
          </p:nvPr>
        </p:nvSpPr>
        <p:spPr bwMode="auto">
          <a:xfrm>
            <a:off x="1524001" y="-180697"/>
            <a:ext cx="184731" cy="369332"/>
          </a:xfrm>
          <a:prstGeom prst="rect">
            <a:avLst/>
          </a:prstGeom>
          <a:solidFill>
            <a:srgbClr val="000000"/>
          </a:solidFill>
          <a:ln w="9525">
            <a:solidFill>
              <a:schemeClr val="tx1"/>
            </a:solidFill>
            <a:miter lim="800000"/>
            <a:headEnd/>
            <a:tailEnd/>
          </a:ln>
        </p:spPr>
        <p:txBody>
          <a:bodyPr wrap="none" anchor="ct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fr-CA" altLang="fr-FR" dirty="0"/>
          </a:p>
        </p:txBody>
      </p:sp>
    </p:spTree>
    <p:extLst>
      <p:ext uri="{BB962C8B-B14F-4D97-AF65-F5344CB8AC3E}">
        <p14:creationId xmlns:p14="http://schemas.microsoft.com/office/powerpoint/2010/main" val="15921378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au 3"/>
          <p:cNvGraphicFramePr>
            <a:graphicFrameLocks noGrp="1"/>
          </p:cNvGraphicFramePr>
          <p:nvPr>
            <p:custDataLst>
              <p:tags r:id="rId1"/>
            </p:custDataLst>
          </p:nvPr>
        </p:nvGraphicFramePr>
        <p:xfrm>
          <a:off x="1524000" y="34926"/>
          <a:ext cx="9144000" cy="6575427"/>
        </p:xfrm>
        <a:graphic>
          <a:graphicData uri="http://schemas.openxmlformats.org/drawingml/2006/table">
            <a:tbl>
              <a:tblPr/>
              <a:tblGrid>
                <a:gridCol w="1424066">
                  <a:extLst>
                    <a:ext uri="{9D8B030D-6E8A-4147-A177-3AD203B41FA5}">
                      <a16:colId xmlns:a16="http://schemas.microsoft.com/office/drawing/2014/main" val="20000"/>
                    </a:ext>
                  </a:extLst>
                </a:gridCol>
                <a:gridCol w="7719934">
                  <a:extLst>
                    <a:ext uri="{9D8B030D-6E8A-4147-A177-3AD203B41FA5}">
                      <a16:colId xmlns:a16="http://schemas.microsoft.com/office/drawing/2014/main" val="20001"/>
                    </a:ext>
                  </a:extLst>
                </a:gridCol>
              </a:tblGrid>
              <a:tr h="231812">
                <a:tc>
                  <a:txBody>
                    <a:bodyPr/>
                    <a:lstStyle/>
                    <a:p>
                      <a:pPr>
                        <a:lnSpc>
                          <a:spcPct val="115000"/>
                        </a:lnSpc>
                        <a:spcAft>
                          <a:spcPts val="0"/>
                        </a:spcAft>
                      </a:pPr>
                      <a:r>
                        <a:rPr lang="fr-CA" sz="1200" b="1" dirty="0">
                          <a:latin typeface="Calibri"/>
                          <a:ea typeface="Calibri"/>
                          <a:cs typeface="Times New Roman"/>
                        </a:rPr>
                        <a:t>Risques</a:t>
                      </a:r>
                      <a:endParaRPr lang="fr-CA" sz="1400" dirty="0">
                        <a:latin typeface="Calibri"/>
                        <a:ea typeface="Calibri"/>
                        <a:cs typeface="Times New Roman"/>
                      </a:endParaRPr>
                    </a:p>
                  </a:txBody>
                  <a:tcPr marL="53544" marR="5354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nSpc>
                          <a:spcPct val="115000"/>
                        </a:lnSpc>
                        <a:spcAft>
                          <a:spcPts val="0"/>
                        </a:spcAft>
                      </a:pPr>
                      <a:r>
                        <a:rPr lang="fr-CA" sz="1200" b="1" dirty="0">
                          <a:latin typeface="Calibri"/>
                          <a:ea typeface="Calibri"/>
                          <a:cs typeface="Times New Roman"/>
                        </a:rPr>
                        <a:t>Exemples de contrôles possibles</a:t>
                      </a:r>
                      <a:endParaRPr lang="fr-CA" sz="1400" dirty="0">
                        <a:latin typeface="Calibri"/>
                        <a:ea typeface="Calibri"/>
                        <a:cs typeface="Times New Roman"/>
                      </a:endParaRPr>
                    </a:p>
                  </a:txBody>
                  <a:tcPr marL="53544" marR="5354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956311">
                <a:tc>
                  <a:txBody>
                    <a:bodyPr/>
                    <a:lstStyle/>
                    <a:p>
                      <a:pPr>
                        <a:lnSpc>
                          <a:spcPct val="115000"/>
                        </a:lnSpc>
                        <a:spcAft>
                          <a:spcPts val="0"/>
                        </a:spcAft>
                      </a:pPr>
                      <a:r>
                        <a:rPr lang="fr-CA" sz="1200" b="1">
                          <a:latin typeface="Calibri"/>
                          <a:ea typeface="Calibri"/>
                          <a:cs typeface="Times New Roman"/>
                        </a:rPr>
                        <a:t>de réputation</a:t>
                      </a:r>
                      <a:endParaRPr lang="fr-CA" sz="1400">
                        <a:latin typeface="Calibri"/>
                        <a:ea typeface="Calibri"/>
                        <a:cs typeface="Times New Roman"/>
                      </a:endParaRPr>
                    </a:p>
                  </a:txBody>
                  <a:tcPr marL="53544" marR="5354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nSpc>
                          <a:spcPct val="115000"/>
                        </a:lnSpc>
                        <a:spcAft>
                          <a:spcPts val="0"/>
                        </a:spcAft>
                      </a:pPr>
                      <a:r>
                        <a:rPr lang="fr-CA" sz="1300" dirty="0">
                          <a:latin typeface="Calibri"/>
                          <a:ea typeface="Calibri"/>
                          <a:cs typeface="Times New Roman"/>
                        </a:rPr>
                        <a:t>Approbation de toutes les communications externes par le conseil d’administration, politiques rigoureuse de développement durable, traitement rapide des plaintes, mise en place d’une politique de gestion de crises, embauche de spécialistes en gestion de l’image, règlement  rapide des litiges, système de limites et de valeurs clairement défini, mise en place d’un code d’éthique, embauche d’un ombudsman, …</a:t>
                      </a:r>
                    </a:p>
                  </a:txBody>
                  <a:tcPr marL="53544" marR="5354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950190">
                <a:tc>
                  <a:txBody>
                    <a:bodyPr/>
                    <a:lstStyle/>
                    <a:p>
                      <a:pPr>
                        <a:lnSpc>
                          <a:spcPct val="115000"/>
                        </a:lnSpc>
                        <a:spcAft>
                          <a:spcPts val="0"/>
                        </a:spcAft>
                      </a:pPr>
                      <a:r>
                        <a:rPr lang="fr-CA" sz="1200" b="1" dirty="0">
                          <a:latin typeface="Calibri"/>
                          <a:ea typeface="Calibri"/>
                          <a:cs typeface="Times New Roman"/>
                        </a:rPr>
                        <a:t>environnementaux</a:t>
                      </a:r>
                      <a:endParaRPr lang="fr-CA" sz="1400" dirty="0">
                        <a:latin typeface="Calibri"/>
                        <a:ea typeface="Calibri"/>
                        <a:cs typeface="Times New Roman"/>
                      </a:endParaRPr>
                    </a:p>
                  </a:txBody>
                  <a:tcPr marL="53544" marR="5354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nSpc>
                          <a:spcPct val="115000"/>
                        </a:lnSpc>
                        <a:spcAft>
                          <a:spcPts val="0"/>
                        </a:spcAft>
                      </a:pPr>
                      <a:r>
                        <a:rPr lang="fr-CA" sz="1300" dirty="0">
                          <a:latin typeface="Calibri"/>
                          <a:ea typeface="Calibri"/>
                          <a:cs typeface="Times New Roman"/>
                        </a:rPr>
                        <a:t>Suivi des tendances économiques, évaluation des conséquences de l’évolution démographique, lobbying auprès des gouvernements,  suivi des projets de loi nationaux, surveillance de l’évolution du climat politique dans les pays partenaires, </a:t>
                      </a:r>
                      <a:r>
                        <a:rPr lang="fr-CA" sz="1300" kern="1200" dirty="0">
                          <a:solidFill>
                            <a:srgbClr val="1C1C34"/>
                          </a:solidFill>
                          <a:latin typeface="Calibri"/>
                          <a:ea typeface="Calibri"/>
                          <a:cs typeface="Arial"/>
                        </a:rPr>
                        <a:t>contrats et ententes à long terme </a:t>
                      </a:r>
                      <a:r>
                        <a:rPr lang="fr-CA" sz="1300" kern="1200" dirty="0">
                          <a:latin typeface="Calibri"/>
                          <a:ea typeface="Calibri"/>
                          <a:cs typeface="Arial"/>
                        </a:rPr>
                        <a:t>avec les gouvernements,</a:t>
                      </a:r>
                      <a:r>
                        <a:rPr lang="fr-CA" sz="1300" kern="1200" dirty="0">
                          <a:solidFill>
                            <a:srgbClr val="1C1C34"/>
                          </a:solidFill>
                          <a:latin typeface="Calibri"/>
                          <a:ea typeface="Calibri"/>
                          <a:cs typeface="Arial"/>
                        </a:rPr>
                        <a:t> partenariats, contrats de change, suivi de l’évolution des devises, … </a:t>
                      </a:r>
                      <a:endParaRPr lang="fr-CA" sz="1300" dirty="0">
                        <a:latin typeface="Calibri"/>
                        <a:ea typeface="Calibri"/>
                        <a:cs typeface="Times New Roman"/>
                      </a:endParaRPr>
                    </a:p>
                  </a:txBody>
                  <a:tcPr marL="53544" marR="5354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60169">
                <a:tc>
                  <a:txBody>
                    <a:bodyPr/>
                    <a:lstStyle/>
                    <a:p>
                      <a:pPr>
                        <a:lnSpc>
                          <a:spcPct val="115000"/>
                        </a:lnSpc>
                        <a:spcAft>
                          <a:spcPts val="0"/>
                        </a:spcAft>
                      </a:pPr>
                      <a:r>
                        <a:rPr lang="fr-CA" sz="1200" b="1">
                          <a:latin typeface="Calibri"/>
                          <a:ea typeface="Calibri"/>
                          <a:cs typeface="Times New Roman"/>
                        </a:rPr>
                        <a:t>concurrentiels</a:t>
                      </a:r>
                      <a:endParaRPr lang="fr-CA" sz="1400">
                        <a:latin typeface="Calibri"/>
                        <a:ea typeface="Calibri"/>
                        <a:cs typeface="Times New Roman"/>
                      </a:endParaRPr>
                    </a:p>
                  </a:txBody>
                  <a:tcPr marL="53544" marR="5354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nSpc>
                          <a:spcPct val="115000"/>
                        </a:lnSpc>
                        <a:spcAft>
                          <a:spcPts val="0"/>
                        </a:spcAft>
                      </a:pPr>
                      <a:r>
                        <a:rPr lang="fr-CA" sz="1300" dirty="0">
                          <a:latin typeface="Calibri"/>
                          <a:ea typeface="Calibri"/>
                          <a:cs typeface="Times New Roman"/>
                        </a:rPr>
                        <a:t>Veille stratégique (vigie), stratégie de commercialisation dynamique, préservation de l’avantage concurrentiel, contrôle rigoureux des coûts, investissements en RD, suivi des tendances du marché, veille technologique, …</a:t>
                      </a:r>
                    </a:p>
                  </a:txBody>
                  <a:tcPr marL="53544" marR="5354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791827">
                <a:tc>
                  <a:txBody>
                    <a:bodyPr/>
                    <a:lstStyle/>
                    <a:p>
                      <a:pPr>
                        <a:lnSpc>
                          <a:spcPct val="115000"/>
                        </a:lnSpc>
                        <a:spcAft>
                          <a:spcPts val="0"/>
                        </a:spcAft>
                      </a:pPr>
                      <a:r>
                        <a:rPr lang="fr-CA" sz="1200" b="1">
                          <a:latin typeface="Calibri"/>
                          <a:ea typeface="Calibri"/>
                          <a:cs typeface="Times New Roman"/>
                        </a:rPr>
                        <a:t>stratégiques</a:t>
                      </a:r>
                      <a:endParaRPr lang="fr-CA" sz="1400">
                        <a:latin typeface="Calibri"/>
                        <a:ea typeface="Calibri"/>
                        <a:cs typeface="Times New Roman"/>
                      </a:endParaRPr>
                    </a:p>
                  </a:txBody>
                  <a:tcPr marL="53544" marR="5354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nSpc>
                          <a:spcPct val="115000"/>
                        </a:lnSpc>
                        <a:spcAft>
                          <a:spcPts val="0"/>
                        </a:spcAft>
                      </a:pPr>
                      <a:r>
                        <a:rPr lang="fr-CA" sz="1300" dirty="0">
                          <a:latin typeface="Calibri"/>
                          <a:ea typeface="Calibri"/>
                          <a:cs typeface="Times New Roman"/>
                        </a:rPr>
                        <a:t>Mission, vision et stratégie clairement définies, processus de planification stratégique rigoureux, suivi attentif de la santé financière de l’organisation, gestion adéquate des risque, processus efficace d’allocation des ressources, études de marchés rigoureuses, système de limites et de valeurs clairement défini, …</a:t>
                      </a:r>
                    </a:p>
                  </a:txBody>
                  <a:tcPr marL="53544" marR="5354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1139190">
                <a:tc>
                  <a:txBody>
                    <a:bodyPr/>
                    <a:lstStyle/>
                    <a:p>
                      <a:pPr>
                        <a:lnSpc>
                          <a:spcPct val="115000"/>
                        </a:lnSpc>
                        <a:spcAft>
                          <a:spcPts val="0"/>
                        </a:spcAft>
                      </a:pPr>
                      <a:r>
                        <a:rPr lang="fr-CA" sz="1200" b="1">
                          <a:latin typeface="Calibri"/>
                          <a:ea typeface="Calibri"/>
                          <a:cs typeface="Times New Roman"/>
                        </a:rPr>
                        <a:t>financiers</a:t>
                      </a:r>
                      <a:endParaRPr lang="fr-CA" sz="1400">
                        <a:latin typeface="Calibri"/>
                        <a:ea typeface="Calibri"/>
                        <a:cs typeface="Times New Roman"/>
                      </a:endParaRPr>
                    </a:p>
                  </a:txBody>
                  <a:tcPr marL="53544" marR="5354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nSpc>
                          <a:spcPct val="115000"/>
                        </a:lnSpc>
                        <a:spcAft>
                          <a:spcPts val="0"/>
                        </a:spcAft>
                      </a:pPr>
                      <a:r>
                        <a:rPr lang="fr-CA" sz="1300" kern="1200" dirty="0">
                          <a:solidFill>
                            <a:srgbClr val="1C1C34"/>
                          </a:solidFill>
                          <a:latin typeface="Calibri"/>
                          <a:ea typeface="Calibri"/>
                          <a:cs typeface="Arial"/>
                        </a:rPr>
                        <a:t>Analyse régulière de l’environnement concurrentiel,  analyse financière rigoureuse, gestion rigoureuse des flux de trésorerie, maintien de la capacité d’autofinancement, utilisation judicieuse de l’effet de levier, respect des engagements financiers, élaboration d’une stratégie de financement appropriée, suivi régulier des marges bénéficiaires par produits et services, </a:t>
                      </a:r>
                      <a:r>
                        <a:rPr lang="fr-CA" sz="1300" dirty="0">
                          <a:latin typeface="Calibri"/>
                          <a:ea typeface="Calibri"/>
                          <a:cs typeface="Times New Roman"/>
                        </a:rPr>
                        <a:t>contrôle rigoureux des coûts</a:t>
                      </a:r>
                      <a:r>
                        <a:rPr lang="fr-CA" sz="1300" kern="1200" dirty="0">
                          <a:solidFill>
                            <a:srgbClr val="1C1C34"/>
                          </a:solidFill>
                          <a:latin typeface="Calibri"/>
                          <a:ea typeface="Calibri"/>
                          <a:cs typeface="Arial"/>
                        </a:rPr>
                        <a:t> , procédures efficaces de recouvrement, efforts de diversification, …</a:t>
                      </a:r>
                      <a:endParaRPr lang="fr-CA" sz="1300" dirty="0">
                        <a:latin typeface="Calibri"/>
                        <a:ea typeface="Calibri"/>
                        <a:cs typeface="Times New Roman"/>
                      </a:endParaRPr>
                    </a:p>
                  </a:txBody>
                  <a:tcPr marL="53544" marR="5354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1115960">
                <a:tc>
                  <a:txBody>
                    <a:bodyPr/>
                    <a:lstStyle/>
                    <a:p>
                      <a:pPr>
                        <a:lnSpc>
                          <a:spcPct val="115000"/>
                        </a:lnSpc>
                        <a:spcAft>
                          <a:spcPts val="0"/>
                        </a:spcAft>
                      </a:pPr>
                      <a:r>
                        <a:rPr lang="fr-CA" sz="1200" b="1">
                          <a:latin typeface="Calibri"/>
                          <a:ea typeface="Calibri"/>
                          <a:cs typeface="Times New Roman"/>
                        </a:rPr>
                        <a:t>informationnels</a:t>
                      </a:r>
                      <a:endParaRPr lang="fr-CA" sz="1400">
                        <a:latin typeface="Calibri"/>
                        <a:ea typeface="Calibri"/>
                        <a:cs typeface="Times New Roman"/>
                      </a:endParaRPr>
                    </a:p>
                  </a:txBody>
                  <a:tcPr marL="53544" marR="5354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nSpc>
                          <a:spcPct val="115000"/>
                        </a:lnSpc>
                        <a:spcAft>
                          <a:spcPts val="0"/>
                        </a:spcAft>
                      </a:pPr>
                      <a:r>
                        <a:rPr lang="fr-CA" sz="1300" dirty="0">
                          <a:latin typeface="Calibri"/>
                          <a:ea typeface="Calibri"/>
                          <a:cs typeface="Times New Roman"/>
                        </a:rPr>
                        <a:t>Intégration des systèmes d’information de gestion, bases de données sécurisées, applications efficaces et actualisées, infrastructure  informatique performante, </a:t>
                      </a:r>
                      <a:r>
                        <a:rPr lang="fr-CA" sz="1300" kern="1200" dirty="0">
                          <a:solidFill>
                            <a:srgbClr val="1C1C34"/>
                          </a:solidFill>
                          <a:latin typeface="Calibri"/>
                          <a:ea typeface="Calibri"/>
                          <a:cs typeface="Arial"/>
                        </a:rPr>
                        <a:t>évaluation des contrôles informatisés, </a:t>
                      </a:r>
                      <a:r>
                        <a:rPr lang="fr-CA" sz="1300" dirty="0">
                          <a:latin typeface="Calibri"/>
                          <a:ea typeface="Calibri"/>
                          <a:cs typeface="Times New Roman"/>
                        </a:rPr>
                        <a:t>mise à jour régulière des systèmes comptables, amélioration des systèmes de contrôle interne, implantation d’un tableau de bord organisationnel, registres complets et précis, bases de données sécurisées, rapports en temps opportun, …</a:t>
                      </a:r>
                    </a:p>
                  </a:txBody>
                  <a:tcPr marL="53544" marR="5354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929968">
                <a:tc>
                  <a:txBody>
                    <a:bodyPr/>
                    <a:lstStyle/>
                    <a:p>
                      <a:pPr>
                        <a:lnSpc>
                          <a:spcPct val="115000"/>
                        </a:lnSpc>
                        <a:spcAft>
                          <a:spcPts val="0"/>
                        </a:spcAft>
                      </a:pPr>
                      <a:r>
                        <a:rPr lang="fr-CA" sz="1200" b="1" dirty="0">
                          <a:latin typeface="Calibri"/>
                          <a:ea typeface="Calibri"/>
                          <a:cs typeface="Times New Roman"/>
                        </a:rPr>
                        <a:t>opérationnels</a:t>
                      </a:r>
                      <a:endParaRPr lang="fr-CA" sz="1400" dirty="0">
                        <a:latin typeface="Calibri"/>
                        <a:ea typeface="Calibri"/>
                        <a:cs typeface="Times New Roman"/>
                      </a:endParaRPr>
                    </a:p>
                  </a:txBody>
                  <a:tcPr marL="53544" marR="5354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nSpc>
                          <a:spcPct val="115000"/>
                        </a:lnSpc>
                        <a:spcAft>
                          <a:spcPts val="0"/>
                        </a:spcAft>
                      </a:pPr>
                      <a:r>
                        <a:rPr lang="fr-CA" sz="1300" dirty="0">
                          <a:latin typeface="Calibri"/>
                          <a:ea typeface="Calibri"/>
                          <a:cs typeface="Times New Roman"/>
                        </a:rPr>
                        <a:t>Structure  organisationnelle judicieuse, analyse approfondie des systèmes de contrôle interne, formation rigoureuse de la main-d’œuvre, rotation des tâches, ressources adéquates, analyse des besoins de clients, élaboration de standards, v</a:t>
                      </a:r>
                      <a:r>
                        <a:rPr lang="fr-CA" sz="1300" kern="1200" dirty="0">
                          <a:solidFill>
                            <a:srgbClr val="1C1C34"/>
                          </a:solidFill>
                          <a:latin typeface="Calibri"/>
                          <a:ea typeface="Calibri"/>
                          <a:cs typeface="Arial"/>
                        </a:rPr>
                        <a:t>eille technologique, équipements performants, programmes d’entretien préventif, …</a:t>
                      </a:r>
                      <a:endParaRPr lang="fr-CA" sz="1300" dirty="0">
                        <a:latin typeface="Calibri"/>
                        <a:ea typeface="Calibri"/>
                        <a:cs typeface="Times New Roman"/>
                      </a:endParaRPr>
                    </a:p>
                  </a:txBody>
                  <a:tcPr marL="53544" marR="5354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bl>
          </a:graphicData>
        </a:graphic>
      </p:graphicFrame>
      <p:sp>
        <p:nvSpPr>
          <p:cNvPr id="46111" name="Rectangle 1"/>
          <p:cNvSpPr>
            <a:spLocks noChangeArrowheads="1"/>
          </p:cNvSpPr>
          <p:nvPr>
            <p:custDataLst>
              <p:tags r:id="rId2"/>
            </p:custDataLst>
          </p:nvPr>
        </p:nvSpPr>
        <p:spPr bwMode="auto">
          <a:xfrm>
            <a:off x="1524001" y="-323165"/>
            <a:ext cx="18473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br>
              <a:rPr lang="fr-CA" altLang="fr-FR"/>
            </a:br>
            <a:endParaRPr lang="fr-CA" altLang="fr-FR"/>
          </a:p>
        </p:txBody>
      </p:sp>
      <p:sp>
        <p:nvSpPr>
          <p:cNvPr id="46112" name="Rectangle 2"/>
          <p:cNvSpPr>
            <a:spLocks noChangeArrowheads="1"/>
          </p:cNvSpPr>
          <p:nvPr>
            <p:custDataLst>
              <p:tags r:id="rId3"/>
            </p:custDataLst>
          </p:nvPr>
        </p:nvSpPr>
        <p:spPr bwMode="auto">
          <a:xfrm>
            <a:off x="1524001" y="-180697"/>
            <a:ext cx="184731" cy="369332"/>
          </a:xfrm>
          <a:prstGeom prst="rect">
            <a:avLst/>
          </a:prstGeom>
          <a:solidFill>
            <a:srgbClr val="000000"/>
          </a:solidFill>
          <a:ln w="9525">
            <a:solidFill>
              <a:schemeClr val="tx1"/>
            </a:solidFill>
            <a:miter lim="800000"/>
            <a:headEnd/>
            <a:tailEnd/>
          </a:ln>
        </p:spPr>
        <p:txBody>
          <a:bodyPr wrap="none" anchor="ct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fr-CA" altLang="fr-FR"/>
          </a:p>
        </p:txBody>
      </p:sp>
    </p:spTree>
    <p:extLst>
      <p:ext uri="{BB962C8B-B14F-4D97-AF65-F5344CB8AC3E}">
        <p14:creationId xmlns:p14="http://schemas.microsoft.com/office/powerpoint/2010/main" val="330658347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1"/>
</p:tagLst>
</file>

<file path=ppt/tags/tag2.xml><?xml version="1.0" encoding="utf-8"?>
<p:tagLst xmlns:a="http://schemas.openxmlformats.org/drawingml/2006/main" xmlns:r="http://schemas.openxmlformats.org/officeDocument/2006/relationships" xmlns:p="http://schemas.openxmlformats.org/presentationml/2006/main">
  <p:tag name="NUM" val="2"/>
</p:tagLst>
</file>

<file path=ppt/tags/tag3.xml><?xml version="1.0" encoding="utf-8"?>
<p:tagLst xmlns:a="http://schemas.openxmlformats.org/drawingml/2006/main" xmlns:r="http://schemas.openxmlformats.org/officeDocument/2006/relationships" xmlns:p="http://schemas.openxmlformats.org/presentationml/2006/main">
  <p:tag name="NUM" val="4"/>
</p:tagLst>
</file>

<file path=ppt/tags/tag4.xml><?xml version="1.0" encoding="utf-8"?>
<p:tagLst xmlns:a="http://schemas.openxmlformats.org/drawingml/2006/main" xmlns:r="http://schemas.openxmlformats.org/officeDocument/2006/relationships" xmlns:p="http://schemas.openxmlformats.org/presentationml/2006/main">
  <p:tag name="NUM" val="3"/>
</p:tagLst>
</file>

<file path=ppt/tags/tag5.xml><?xml version="1.0" encoding="utf-8"?>
<p:tagLst xmlns:a="http://schemas.openxmlformats.org/drawingml/2006/main" xmlns:r="http://schemas.openxmlformats.org/officeDocument/2006/relationships" xmlns:p="http://schemas.openxmlformats.org/presentationml/2006/main">
  <p:tag name="NUM" val="2"/>
</p:tagLst>
</file>

<file path=ppt/tags/tag6.xml><?xml version="1.0" encoding="utf-8"?>
<p:tagLst xmlns:a="http://schemas.openxmlformats.org/drawingml/2006/main" xmlns:r="http://schemas.openxmlformats.org/officeDocument/2006/relationships" xmlns:p="http://schemas.openxmlformats.org/presentationml/2006/main">
  <p:tag name="NUM" val="6"/>
</p:tagLst>
</file>

<file path=ppt/tags/tag7.xml><?xml version="1.0" encoding="utf-8"?>
<p:tagLst xmlns:a="http://schemas.openxmlformats.org/drawingml/2006/main" xmlns:r="http://schemas.openxmlformats.org/officeDocument/2006/relationships" xmlns:p="http://schemas.openxmlformats.org/presentationml/2006/main">
  <p:tag name="NUM" val="1"/>
</p:tagLst>
</file>

<file path=ppt/tags/tag8.xml><?xml version="1.0" encoding="utf-8"?>
<p:tagLst xmlns:a="http://schemas.openxmlformats.org/drawingml/2006/main" xmlns:r="http://schemas.openxmlformats.org/officeDocument/2006/relationships" xmlns:p="http://schemas.openxmlformats.org/presentationml/2006/main">
  <p:tag name="NUM" val="2"/>
</p:tagLst>
</file>

<file path=ppt/tags/tag9.xml><?xml version="1.0" encoding="utf-8"?>
<p:tagLst xmlns:a="http://schemas.openxmlformats.org/drawingml/2006/main" xmlns:r="http://schemas.openxmlformats.org/officeDocument/2006/relationships" xmlns:p="http://schemas.openxmlformats.org/presentationml/2006/main">
  <p:tag name="NUM" val="7"/>
</p:tagLst>
</file>

<file path=ppt/tags/tag10.xml><?xml version="1.0" encoding="utf-8"?>
<p:tagLst xmlns:a="http://schemas.openxmlformats.org/drawingml/2006/main" xmlns:r="http://schemas.openxmlformats.org/officeDocument/2006/relationships" xmlns:p="http://schemas.openxmlformats.org/presentationml/2006/main">
  <p:tag name="NUM" val="1"/>
</p:tagLst>
</file>

<file path=ppt/tags/tag11.xml><?xml version="1.0" encoding="utf-8"?>
<p:tagLst xmlns:a="http://schemas.openxmlformats.org/drawingml/2006/main" xmlns:r="http://schemas.openxmlformats.org/officeDocument/2006/relationships" xmlns:p="http://schemas.openxmlformats.org/presentationml/2006/main">
  <p:tag name="NUM" val="2"/>
</p:tagLst>
</file>

<file path=ppt/tags/tag12.xml><?xml version="1.0" encoding="utf-8"?>
<p:tagLst xmlns:a="http://schemas.openxmlformats.org/drawingml/2006/main" xmlns:r="http://schemas.openxmlformats.org/officeDocument/2006/relationships" xmlns:p="http://schemas.openxmlformats.org/presentationml/2006/main">
  <p:tag name="NUM" val="3"/>
</p:tagLst>
</file>

<file path=ppt/tags/tag13.xml><?xml version="1.0" encoding="utf-8"?>
<p:tagLst xmlns:a="http://schemas.openxmlformats.org/drawingml/2006/main" xmlns:r="http://schemas.openxmlformats.org/officeDocument/2006/relationships" xmlns:p="http://schemas.openxmlformats.org/presentationml/2006/main">
  <p:tag name="NUM" val="4"/>
</p:tagLst>
</file>

<file path=ppt/tags/tag14.xml><?xml version="1.0" encoding="utf-8"?>
<p:tagLst xmlns:a="http://schemas.openxmlformats.org/drawingml/2006/main" xmlns:r="http://schemas.openxmlformats.org/officeDocument/2006/relationships" xmlns:p="http://schemas.openxmlformats.org/presentationml/2006/main">
  <p:tag name="NUM" val="5"/>
</p:tagLst>
</file>

<file path=ppt/tags/tag15.xml><?xml version="1.0" encoding="utf-8"?>
<p:tagLst xmlns:a="http://schemas.openxmlformats.org/drawingml/2006/main" xmlns:r="http://schemas.openxmlformats.org/officeDocument/2006/relationships" xmlns:p="http://schemas.openxmlformats.org/presentationml/2006/main">
  <p:tag name="NUM" val="8"/>
</p:tagLst>
</file>

<file path=ppt/tags/tag16.xml><?xml version="1.0" encoding="utf-8"?>
<p:tagLst xmlns:a="http://schemas.openxmlformats.org/drawingml/2006/main" xmlns:r="http://schemas.openxmlformats.org/officeDocument/2006/relationships" xmlns:p="http://schemas.openxmlformats.org/presentationml/2006/main">
  <p:tag name="NUM" val="1"/>
</p:tagLst>
</file>

<file path=ppt/tags/tag17.xml><?xml version="1.0" encoding="utf-8"?>
<p:tagLst xmlns:a="http://schemas.openxmlformats.org/drawingml/2006/main" xmlns:r="http://schemas.openxmlformats.org/officeDocument/2006/relationships" xmlns:p="http://schemas.openxmlformats.org/presentationml/2006/main">
  <p:tag name="NUM" val="2"/>
</p:tagLst>
</file>

<file path=ppt/tags/tag18.xml><?xml version="1.0" encoding="utf-8"?>
<p:tagLst xmlns:a="http://schemas.openxmlformats.org/drawingml/2006/main" xmlns:r="http://schemas.openxmlformats.org/officeDocument/2006/relationships" xmlns:p="http://schemas.openxmlformats.org/presentationml/2006/main">
  <p:tag name="NUM" val="3"/>
</p:tagLst>
</file>

<file path=ppt/tags/tag19.xml><?xml version="1.0" encoding="utf-8"?>
<p:tagLst xmlns:a="http://schemas.openxmlformats.org/drawingml/2006/main" xmlns:r="http://schemas.openxmlformats.org/officeDocument/2006/relationships" xmlns:p="http://schemas.openxmlformats.org/presentationml/2006/main">
  <p:tag name="NUM" val="3"/>
</p:tagLst>
</file>

<file path=ppt/tags/tag20.xml><?xml version="1.0" encoding="utf-8"?>
<p:tagLst xmlns:a="http://schemas.openxmlformats.org/drawingml/2006/main" xmlns:r="http://schemas.openxmlformats.org/officeDocument/2006/relationships" xmlns:p="http://schemas.openxmlformats.org/presentationml/2006/main">
  <p:tag name="NUM" val="1"/>
</p:tagLst>
</file>

<file path=ppt/tags/tag21.xml><?xml version="1.0" encoding="utf-8"?>
<p:tagLst xmlns:a="http://schemas.openxmlformats.org/drawingml/2006/main" xmlns:r="http://schemas.openxmlformats.org/officeDocument/2006/relationships" xmlns:p="http://schemas.openxmlformats.org/presentationml/2006/main">
  <p:tag name="NUM" val="2"/>
</p:tagLst>
</file>

<file path=ppt/tags/tag22.xml><?xml version="1.0" encoding="utf-8"?>
<p:tagLst xmlns:a="http://schemas.openxmlformats.org/drawingml/2006/main" xmlns:r="http://schemas.openxmlformats.org/officeDocument/2006/relationships" xmlns:p="http://schemas.openxmlformats.org/presentationml/2006/main">
  <p:tag name="NUM" val="5"/>
</p:tagLst>
</file>

<file path=ppt/tags/tag23.xml><?xml version="1.0" encoding="utf-8"?>
<p:tagLst xmlns:a="http://schemas.openxmlformats.org/drawingml/2006/main" xmlns:r="http://schemas.openxmlformats.org/officeDocument/2006/relationships" xmlns:p="http://schemas.openxmlformats.org/presentationml/2006/main">
  <p:tag name="NUM" val="3"/>
</p:tagLst>
</file>

<file path=ppt/tags/tag24.xml><?xml version="1.0" encoding="utf-8"?>
<p:tagLst xmlns:a="http://schemas.openxmlformats.org/drawingml/2006/main" xmlns:r="http://schemas.openxmlformats.org/officeDocument/2006/relationships" xmlns:p="http://schemas.openxmlformats.org/presentationml/2006/main">
  <p:tag name="NUM" val="1"/>
</p:tagLst>
</file>

<file path=ppt/tags/tag25.xml><?xml version="1.0" encoding="utf-8"?>
<p:tagLst xmlns:a="http://schemas.openxmlformats.org/drawingml/2006/main" xmlns:r="http://schemas.openxmlformats.org/officeDocument/2006/relationships" xmlns:p="http://schemas.openxmlformats.org/presentationml/2006/main">
  <p:tag name="NUM" val="2"/>
</p:tagLst>
</file>

<file path=ppt/tags/tag26.xml><?xml version="1.0" encoding="utf-8"?>
<p:tagLst xmlns:a="http://schemas.openxmlformats.org/drawingml/2006/main" xmlns:r="http://schemas.openxmlformats.org/officeDocument/2006/relationships" xmlns:p="http://schemas.openxmlformats.org/presentationml/2006/main">
  <p:tag name="NUM" val="3"/>
</p:tagLst>
</file>

<file path=ppt/tags/tag27.xml><?xml version="1.0" encoding="utf-8"?>
<p:tagLst xmlns:a="http://schemas.openxmlformats.org/drawingml/2006/main" xmlns:r="http://schemas.openxmlformats.org/officeDocument/2006/relationships" xmlns:p="http://schemas.openxmlformats.org/presentationml/2006/main">
  <p:tag name="NUM" val="1"/>
</p:tagLst>
</file>

<file path=ppt/tags/tag28.xml><?xml version="1.0" encoding="utf-8"?>
<p:tagLst xmlns:a="http://schemas.openxmlformats.org/drawingml/2006/main" xmlns:r="http://schemas.openxmlformats.org/officeDocument/2006/relationships" xmlns:p="http://schemas.openxmlformats.org/presentationml/2006/main">
  <p:tag name="NUM" val="2"/>
</p:tagLst>
</file>

<file path=ppt/tags/tag29.xml><?xml version="1.0" encoding="utf-8"?>
<p:tagLst xmlns:a="http://schemas.openxmlformats.org/drawingml/2006/main" xmlns:r="http://schemas.openxmlformats.org/officeDocument/2006/relationships" xmlns:p="http://schemas.openxmlformats.org/presentationml/2006/main">
  <p:tag name="NUM" val="1"/>
</p:tagLst>
</file>

<file path=ppt/tags/tag30.xml><?xml version="1.0" encoding="utf-8"?>
<p:tagLst xmlns:a="http://schemas.openxmlformats.org/drawingml/2006/main" xmlns:r="http://schemas.openxmlformats.org/officeDocument/2006/relationships" xmlns:p="http://schemas.openxmlformats.org/presentationml/2006/main">
  <p:tag name="NUM" val="3"/>
</p:tagLst>
</file>

<file path=ppt/tags/tag31.xml><?xml version="1.0" encoding="utf-8"?>
<p:tagLst xmlns:a="http://schemas.openxmlformats.org/drawingml/2006/main" xmlns:r="http://schemas.openxmlformats.org/officeDocument/2006/relationships" xmlns:p="http://schemas.openxmlformats.org/presentationml/2006/main">
  <p:tag name="NUM" val="3"/>
</p:tagLst>
</file>

<file path=ppt/tags/tag32.xml><?xml version="1.0" encoding="utf-8"?>
<p:tagLst xmlns:a="http://schemas.openxmlformats.org/drawingml/2006/main" xmlns:r="http://schemas.openxmlformats.org/officeDocument/2006/relationships" xmlns:p="http://schemas.openxmlformats.org/presentationml/2006/main">
  <p:tag name="NUM" val="1"/>
</p:tagLst>
</file>

<file path=ppt/tags/tag33.xml><?xml version="1.0" encoding="utf-8"?>
<p:tagLst xmlns:a="http://schemas.openxmlformats.org/drawingml/2006/main" xmlns:r="http://schemas.openxmlformats.org/officeDocument/2006/relationships" xmlns:p="http://schemas.openxmlformats.org/presentationml/2006/main">
  <p:tag name="NUM" val="2"/>
</p:tagLst>
</file>

<file path=ppt/tags/tag34.xml><?xml version="1.0" encoding="utf-8"?>
<p:tagLst xmlns:a="http://schemas.openxmlformats.org/drawingml/2006/main" xmlns:r="http://schemas.openxmlformats.org/officeDocument/2006/relationships" xmlns:p="http://schemas.openxmlformats.org/presentationml/2006/main">
  <p:tag name="NUM" val="3"/>
</p:tagLst>
</file>

<file path=ppt/tags/tag35.xml><?xml version="1.0" encoding="utf-8"?>
<p:tagLst xmlns:a="http://schemas.openxmlformats.org/drawingml/2006/main" xmlns:r="http://schemas.openxmlformats.org/officeDocument/2006/relationships" xmlns:p="http://schemas.openxmlformats.org/presentationml/2006/main">
  <p:tag name="NUM" val="1"/>
</p:tagLst>
</file>

<file path=ppt/tags/tag36.xml><?xml version="1.0" encoding="utf-8"?>
<p:tagLst xmlns:a="http://schemas.openxmlformats.org/drawingml/2006/main" xmlns:r="http://schemas.openxmlformats.org/officeDocument/2006/relationships" xmlns:p="http://schemas.openxmlformats.org/presentationml/2006/main">
  <p:tag name="NUM" val="2"/>
</p:tagLst>
</file>

<file path=ppt/tags/tag37.xml><?xml version="1.0" encoding="utf-8"?>
<p:tagLst xmlns:a="http://schemas.openxmlformats.org/drawingml/2006/main" xmlns:r="http://schemas.openxmlformats.org/officeDocument/2006/relationships" xmlns:p="http://schemas.openxmlformats.org/presentationml/2006/main">
  <p:tag name="NUM" val="3"/>
</p:tagLst>
</file>

<file path=ppt/tags/tag38.xml><?xml version="1.0" encoding="utf-8"?>
<p:tagLst xmlns:a="http://schemas.openxmlformats.org/drawingml/2006/main" xmlns:r="http://schemas.openxmlformats.org/officeDocument/2006/relationships" xmlns:p="http://schemas.openxmlformats.org/presentationml/2006/main">
  <p:tag name="NUM" val="1"/>
</p:tagLst>
</file>

<file path=ppt/tags/tag39.xml><?xml version="1.0" encoding="utf-8"?>
<p:tagLst xmlns:a="http://schemas.openxmlformats.org/drawingml/2006/main" xmlns:r="http://schemas.openxmlformats.org/officeDocument/2006/relationships" xmlns:p="http://schemas.openxmlformats.org/presentationml/2006/main">
  <p:tag name="NUM" val="2"/>
</p:tagLst>
</file>

<file path=ppt/tags/tag40.xml><?xml version="1.0" encoding="utf-8"?>
<p:tagLst xmlns:a="http://schemas.openxmlformats.org/drawingml/2006/main" xmlns:r="http://schemas.openxmlformats.org/officeDocument/2006/relationships" xmlns:p="http://schemas.openxmlformats.org/presentationml/2006/main">
  <p:tag name="NUM" val="3"/>
</p:tagLst>
</file>

<file path=ppt/tags/tag41.xml><?xml version="1.0" encoding="utf-8"?>
<p:tagLst xmlns:a="http://schemas.openxmlformats.org/drawingml/2006/main" xmlns:r="http://schemas.openxmlformats.org/officeDocument/2006/relationships" xmlns:p="http://schemas.openxmlformats.org/presentationml/2006/main">
  <p:tag name="NUM" val="1"/>
</p:tagLst>
</file>

<file path=ppt/tags/tag42.xml><?xml version="1.0" encoding="utf-8"?>
<p:tagLst xmlns:a="http://schemas.openxmlformats.org/drawingml/2006/main" xmlns:r="http://schemas.openxmlformats.org/officeDocument/2006/relationships" xmlns:p="http://schemas.openxmlformats.org/presentationml/2006/main">
  <p:tag name="NUM" val="2"/>
</p:tagLst>
</file>

<file path=ppt/tags/tag43.xml><?xml version="1.0" encoding="utf-8"?>
<p:tagLst xmlns:a="http://schemas.openxmlformats.org/drawingml/2006/main" xmlns:r="http://schemas.openxmlformats.org/officeDocument/2006/relationships" xmlns:p="http://schemas.openxmlformats.org/presentationml/2006/main">
  <p:tag name="NUM" val="1"/>
</p:tagLst>
</file>

<file path=ppt/tags/tag44.xml><?xml version="1.0" encoding="utf-8"?>
<p:tagLst xmlns:a="http://schemas.openxmlformats.org/drawingml/2006/main" xmlns:r="http://schemas.openxmlformats.org/officeDocument/2006/relationships" xmlns:p="http://schemas.openxmlformats.org/presentationml/2006/main">
  <p:tag name="NUM" val="2"/>
</p:tagLst>
</file>

<file path=ppt/tags/tag45.xml><?xml version="1.0" encoding="utf-8"?>
<p:tagLst xmlns:a="http://schemas.openxmlformats.org/drawingml/2006/main" xmlns:r="http://schemas.openxmlformats.org/officeDocument/2006/relationships" xmlns:p="http://schemas.openxmlformats.org/presentationml/2006/main">
  <p:tag name="NUM" val="3"/>
</p:tagLst>
</file>

<file path=ppt/tags/tag46.xml><?xml version="1.0" encoding="utf-8"?>
<p:tagLst xmlns:a="http://schemas.openxmlformats.org/drawingml/2006/main" xmlns:r="http://schemas.openxmlformats.org/officeDocument/2006/relationships" xmlns:p="http://schemas.openxmlformats.org/presentationml/2006/main">
  <p:tag name="NUM" val="4"/>
</p:tagLst>
</file>

<file path=ppt/tags/tag47.xml><?xml version="1.0" encoding="utf-8"?>
<p:tagLst xmlns:a="http://schemas.openxmlformats.org/drawingml/2006/main" xmlns:r="http://schemas.openxmlformats.org/officeDocument/2006/relationships" xmlns:p="http://schemas.openxmlformats.org/presentationml/2006/main">
  <p:tag name="NUM" val="2"/>
</p:tagLst>
</file>

<file path=ppt/tags/tag48.xml><?xml version="1.0" encoding="utf-8"?>
<p:tagLst xmlns:a="http://schemas.openxmlformats.org/drawingml/2006/main" xmlns:r="http://schemas.openxmlformats.org/officeDocument/2006/relationships" xmlns:p="http://schemas.openxmlformats.org/presentationml/2006/main">
  <p:tag name="NUM" val="3"/>
</p:tagLst>
</file>

<file path=ppt/tags/tag49.xml><?xml version="1.0" encoding="utf-8"?>
<p:tagLst xmlns:a="http://schemas.openxmlformats.org/drawingml/2006/main" xmlns:r="http://schemas.openxmlformats.org/officeDocument/2006/relationships" xmlns:p="http://schemas.openxmlformats.org/presentationml/2006/main">
  <p:tag name="NUM" val="4"/>
</p:tagLst>
</file>

<file path=ppt/tags/tag50.xml><?xml version="1.0" encoding="utf-8"?>
<p:tagLst xmlns:a="http://schemas.openxmlformats.org/drawingml/2006/main" xmlns:r="http://schemas.openxmlformats.org/officeDocument/2006/relationships" xmlns:p="http://schemas.openxmlformats.org/presentationml/2006/main">
  <p:tag name="NUM" val="7"/>
</p:tagLst>
</file>

<file path=ppt/tags/tag51.xml><?xml version="1.0" encoding="utf-8"?>
<p:tagLst xmlns:a="http://schemas.openxmlformats.org/drawingml/2006/main" xmlns:r="http://schemas.openxmlformats.org/officeDocument/2006/relationships" xmlns:p="http://schemas.openxmlformats.org/presentationml/2006/main">
  <p:tag name="NUM" val="1"/>
</p:tagLst>
</file>

<file path=ppt/tags/tag52.xml><?xml version="1.0" encoding="utf-8"?>
<p:tagLst xmlns:a="http://schemas.openxmlformats.org/drawingml/2006/main" xmlns:r="http://schemas.openxmlformats.org/officeDocument/2006/relationships" xmlns:p="http://schemas.openxmlformats.org/presentationml/2006/main">
  <p:tag name="NUM" val="2"/>
</p:tagLst>
</file>

<file path=ppt/tags/tag53.xml><?xml version="1.0" encoding="utf-8"?>
<p:tagLst xmlns:a="http://schemas.openxmlformats.org/drawingml/2006/main" xmlns:r="http://schemas.openxmlformats.org/officeDocument/2006/relationships" xmlns:p="http://schemas.openxmlformats.org/presentationml/2006/main">
  <p:tag name="NUM" val="3"/>
</p:tagLst>
</file>

<file path=ppt/tags/tag54.xml><?xml version="1.0" encoding="utf-8"?>
<p:tagLst xmlns:a="http://schemas.openxmlformats.org/drawingml/2006/main" xmlns:r="http://schemas.openxmlformats.org/officeDocument/2006/relationships" xmlns:p="http://schemas.openxmlformats.org/presentationml/2006/main">
  <p:tag name="NUM" val="4"/>
</p:tagLst>
</file>

<file path=ppt/tags/tag55.xml><?xml version="1.0" encoding="utf-8"?>
<p:tagLst xmlns:a="http://schemas.openxmlformats.org/drawingml/2006/main" xmlns:r="http://schemas.openxmlformats.org/officeDocument/2006/relationships" xmlns:p="http://schemas.openxmlformats.org/presentationml/2006/main">
  <p:tag name="NUM" val="5"/>
</p:tagLst>
</file>

<file path=ppt/tags/tag56.xml><?xml version="1.0" encoding="utf-8"?>
<p:tagLst xmlns:a="http://schemas.openxmlformats.org/drawingml/2006/main" xmlns:r="http://schemas.openxmlformats.org/officeDocument/2006/relationships" xmlns:p="http://schemas.openxmlformats.org/presentationml/2006/main">
  <p:tag name="NUM" val="6"/>
</p:tagLst>
</file>

<file path=ppt/tags/tag57.xml><?xml version="1.0" encoding="utf-8"?>
<p:tagLst xmlns:a="http://schemas.openxmlformats.org/drawingml/2006/main" xmlns:r="http://schemas.openxmlformats.org/officeDocument/2006/relationships" xmlns:p="http://schemas.openxmlformats.org/presentationml/2006/main">
  <p:tag name="NUM" val="7"/>
</p:tagLst>
</file>

<file path=ppt/tags/tag58.xml><?xml version="1.0" encoding="utf-8"?>
<p:tagLst xmlns:a="http://schemas.openxmlformats.org/drawingml/2006/main" xmlns:r="http://schemas.openxmlformats.org/officeDocument/2006/relationships" xmlns:p="http://schemas.openxmlformats.org/presentationml/2006/main">
  <p:tag name="NUM" val="8"/>
</p:tagLst>
</file>

<file path=ppt/tags/tag59.xml><?xml version="1.0" encoding="utf-8"?>
<p:tagLst xmlns:a="http://schemas.openxmlformats.org/drawingml/2006/main" xmlns:r="http://schemas.openxmlformats.org/officeDocument/2006/relationships" xmlns:p="http://schemas.openxmlformats.org/presentationml/2006/main">
  <p:tag name="NUM" val="7"/>
</p:tagLst>
</file>

<file path=ppt/tags/tag60.xml><?xml version="1.0" encoding="utf-8"?>
<p:tagLst xmlns:a="http://schemas.openxmlformats.org/drawingml/2006/main" xmlns:r="http://schemas.openxmlformats.org/officeDocument/2006/relationships" xmlns:p="http://schemas.openxmlformats.org/presentationml/2006/main">
  <p:tag name="NUM" val="2"/>
</p:tagLst>
</file>

<file path=ppt/tags/tag61.xml><?xml version="1.0" encoding="utf-8"?>
<p:tagLst xmlns:a="http://schemas.openxmlformats.org/drawingml/2006/main" xmlns:r="http://schemas.openxmlformats.org/officeDocument/2006/relationships" xmlns:p="http://schemas.openxmlformats.org/presentationml/2006/main">
  <p:tag name="NUM" val="3"/>
</p:tagLst>
</file>

<file path=ppt/tags/tag62.xml><?xml version="1.0" encoding="utf-8"?>
<p:tagLst xmlns:a="http://schemas.openxmlformats.org/drawingml/2006/main" xmlns:r="http://schemas.openxmlformats.org/officeDocument/2006/relationships" xmlns:p="http://schemas.openxmlformats.org/presentationml/2006/main">
  <p:tag name="NUM" val="4"/>
</p:tagLst>
</file>

<file path=ppt/tags/tag63.xml><?xml version="1.0" encoding="utf-8"?>
<p:tagLst xmlns:a="http://schemas.openxmlformats.org/drawingml/2006/main" xmlns:r="http://schemas.openxmlformats.org/officeDocument/2006/relationships" xmlns:p="http://schemas.openxmlformats.org/presentationml/2006/main">
  <p:tag name="NUM" val="5"/>
</p:tagLst>
</file>

<file path=ppt/tags/tag64.xml><?xml version="1.0" encoding="utf-8"?>
<p:tagLst xmlns:a="http://schemas.openxmlformats.org/drawingml/2006/main" xmlns:r="http://schemas.openxmlformats.org/officeDocument/2006/relationships" xmlns:p="http://schemas.openxmlformats.org/presentationml/2006/main">
  <p:tag name="NUM" val="7"/>
</p:tagLst>
</file>

<file path=ppt/tags/tag65.xml><?xml version="1.0" encoding="utf-8"?>
<p:tagLst xmlns:a="http://schemas.openxmlformats.org/drawingml/2006/main" xmlns:r="http://schemas.openxmlformats.org/officeDocument/2006/relationships" xmlns:p="http://schemas.openxmlformats.org/presentationml/2006/main">
  <p:tag name="NUM" val="1"/>
</p:tagLst>
</file>

<file path=ppt/tags/tag66.xml><?xml version="1.0" encoding="utf-8"?>
<p:tagLst xmlns:a="http://schemas.openxmlformats.org/drawingml/2006/main" xmlns:r="http://schemas.openxmlformats.org/officeDocument/2006/relationships" xmlns:p="http://schemas.openxmlformats.org/presentationml/2006/main">
  <p:tag name="NUM" val="2"/>
</p:tagLst>
</file>

<file path=ppt/tags/tag67.xml><?xml version="1.0" encoding="utf-8"?>
<p:tagLst xmlns:a="http://schemas.openxmlformats.org/drawingml/2006/main" xmlns:r="http://schemas.openxmlformats.org/officeDocument/2006/relationships" xmlns:p="http://schemas.openxmlformats.org/presentationml/2006/main">
  <p:tag name="NUM" val="3"/>
</p:tagLst>
</file>

<file path=ppt/tags/tag68.xml><?xml version="1.0" encoding="utf-8"?>
<p:tagLst xmlns:a="http://schemas.openxmlformats.org/drawingml/2006/main" xmlns:r="http://schemas.openxmlformats.org/officeDocument/2006/relationships" xmlns:p="http://schemas.openxmlformats.org/presentationml/2006/main">
  <p:tag name="NUM" val="4"/>
</p:tagLst>
</file>

<file path=ppt/tags/tag69.xml><?xml version="1.0" encoding="utf-8"?>
<p:tagLst xmlns:a="http://schemas.openxmlformats.org/drawingml/2006/main" xmlns:r="http://schemas.openxmlformats.org/officeDocument/2006/relationships" xmlns:p="http://schemas.openxmlformats.org/presentationml/2006/main">
  <p:tag name="NUM" val="5"/>
</p:tagLst>
</file>

<file path=ppt/tags/tag70.xml><?xml version="1.0" encoding="utf-8"?>
<p:tagLst xmlns:a="http://schemas.openxmlformats.org/drawingml/2006/main" xmlns:r="http://schemas.openxmlformats.org/officeDocument/2006/relationships" xmlns:p="http://schemas.openxmlformats.org/presentationml/2006/main">
  <p:tag name="NUM" val="6"/>
</p:tagLst>
</file>

<file path=ppt/tags/tag71.xml><?xml version="1.0" encoding="utf-8"?>
<p:tagLst xmlns:a="http://schemas.openxmlformats.org/drawingml/2006/main" xmlns:r="http://schemas.openxmlformats.org/officeDocument/2006/relationships" xmlns:p="http://schemas.openxmlformats.org/presentationml/2006/main">
  <p:tag name="NUM" val="7"/>
</p:tagLst>
</file>

<file path=ppt/tags/tag72.xml><?xml version="1.0" encoding="utf-8"?>
<p:tagLst xmlns:a="http://schemas.openxmlformats.org/drawingml/2006/main" xmlns:r="http://schemas.openxmlformats.org/officeDocument/2006/relationships" xmlns:p="http://schemas.openxmlformats.org/presentationml/2006/main">
  <p:tag name="NUM" val="1"/>
</p:tagLst>
</file>

<file path=ppt/tags/tag73.xml><?xml version="1.0" encoding="utf-8"?>
<p:tagLst xmlns:a="http://schemas.openxmlformats.org/drawingml/2006/main" xmlns:r="http://schemas.openxmlformats.org/officeDocument/2006/relationships" xmlns:p="http://schemas.openxmlformats.org/presentationml/2006/main">
  <p:tag name="NUM" val="2"/>
</p:tagLst>
</file>

<file path=ppt/tags/tag74.xml><?xml version="1.0" encoding="utf-8"?>
<p:tagLst xmlns:a="http://schemas.openxmlformats.org/drawingml/2006/main" xmlns:r="http://schemas.openxmlformats.org/officeDocument/2006/relationships" xmlns:p="http://schemas.openxmlformats.org/presentationml/2006/main">
  <p:tag name="NUM" val="3"/>
</p:tagLst>
</file>

<file path=ppt/tags/tag75.xml><?xml version="1.0" encoding="utf-8"?>
<p:tagLst xmlns:a="http://schemas.openxmlformats.org/drawingml/2006/main" xmlns:r="http://schemas.openxmlformats.org/officeDocument/2006/relationships" xmlns:p="http://schemas.openxmlformats.org/presentationml/2006/main">
  <p:tag name="NUM" val="7"/>
</p:tagLst>
</file>

<file path=ppt/tags/tag76.xml><?xml version="1.0" encoding="utf-8"?>
<p:tagLst xmlns:a="http://schemas.openxmlformats.org/drawingml/2006/main" xmlns:r="http://schemas.openxmlformats.org/officeDocument/2006/relationships" xmlns:p="http://schemas.openxmlformats.org/presentationml/2006/main">
  <p:tag name="NUM" val="2"/>
</p:tagLst>
</file>

<file path=ppt/tags/tag77.xml><?xml version="1.0" encoding="utf-8"?>
<p:tagLst xmlns:a="http://schemas.openxmlformats.org/drawingml/2006/main" xmlns:r="http://schemas.openxmlformats.org/officeDocument/2006/relationships" xmlns:p="http://schemas.openxmlformats.org/presentationml/2006/main">
  <p:tag name="NUM" val="3"/>
</p:tagLst>
</file>

<file path=ppt/tags/tag78.xml><?xml version="1.0" encoding="utf-8"?>
<p:tagLst xmlns:a="http://schemas.openxmlformats.org/drawingml/2006/main" xmlns:r="http://schemas.openxmlformats.org/officeDocument/2006/relationships" xmlns:p="http://schemas.openxmlformats.org/presentationml/2006/main">
  <p:tag name="NUM" val="7"/>
</p:tagLst>
</file>

<file path=ppt/tags/tag79.xml><?xml version="1.0" encoding="utf-8"?>
<p:tagLst xmlns:a="http://schemas.openxmlformats.org/drawingml/2006/main" xmlns:r="http://schemas.openxmlformats.org/officeDocument/2006/relationships" xmlns:p="http://schemas.openxmlformats.org/presentationml/2006/main">
  <p:tag name="NUM" val="1"/>
</p:tagLst>
</file>

<file path=ppt/tags/tag80.xml><?xml version="1.0" encoding="utf-8"?>
<p:tagLst xmlns:a="http://schemas.openxmlformats.org/drawingml/2006/main" xmlns:r="http://schemas.openxmlformats.org/officeDocument/2006/relationships" xmlns:p="http://schemas.openxmlformats.org/presentationml/2006/main">
  <p:tag name="NUM" val="2"/>
</p:tagLst>
</file>

<file path=ppt/tags/tag81.xml><?xml version="1.0" encoding="utf-8"?>
<p:tagLst xmlns:a="http://schemas.openxmlformats.org/drawingml/2006/main" xmlns:r="http://schemas.openxmlformats.org/officeDocument/2006/relationships" xmlns:p="http://schemas.openxmlformats.org/presentationml/2006/main">
  <p:tag name="NUM" val="1"/>
</p:tagLst>
</file>

<file path=ppt/tags/tag82.xml><?xml version="1.0" encoding="utf-8"?>
<p:tagLst xmlns:a="http://schemas.openxmlformats.org/drawingml/2006/main" xmlns:r="http://schemas.openxmlformats.org/officeDocument/2006/relationships" xmlns:p="http://schemas.openxmlformats.org/presentationml/2006/main">
  <p:tag name="NUM" val="1"/>
</p:tagLst>
</file>

<file path=ppt/tags/tag83.xml><?xml version="1.0" encoding="utf-8"?>
<p:tagLst xmlns:a="http://schemas.openxmlformats.org/drawingml/2006/main" xmlns:r="http://schemas.openxmlformats.org/officeDocument/2006/relationships" xmlns:p="http://schemas.openxmlformats.org/presentationml/2006/main">
  <p:tag name="NUM" val="2"/>
</p:tagLst>
</file>

<file path=ppt/tags/tag84.xml><?xml version="1.0" encoding="utf-8"?>
<p:tagLst xmlns:a="http://schemas.openxmlformats.org/drawingml/2006/main" xmlns:r="http://schemas.openxmlformats.org/officeDocument/2006/relationships" xmlns:p="http://schemas.openxmlformats.org/presentationml/2006/main">
  <p:tag name="NUM" val="3"/>
</p:tagLst>
</file>

<file path=ppt/tags/tag85.xml><?xml version="1.0" encoding="utf-8"?>
<p:tagLst xmlns:a="http://schemas.openxmlformats.org/drawingml/2006/main" xmlns:r="http://schemas.openxmlformats.org/officeDocument/2006/relationships" xmlns:p="http://schemas.openxmlformats.org/presentationml/2006/main">
  <p:tag name="NUM" val="1"/>
</p:tagLst>
</file>

<file path=ppt/tags/tag86.xml><?xml version="1.0" encoding="utf-8"?>
<p:tagLst xmlns:a="http://schemas.openxmlformats.org/drawingml/2006/main" xmlns:r="http://schemas.openxmlformats.org/officeDocument/2006/relationships" xmlns:p="http://schemas.openxmlformats.org/presentationml/2006/main">
  <p:tag name="NUM" val="2"/>
</p:tagLst>
</file>

<file path=ppt/tags/tag87.xml><?xml version="1.0" encoding="utf-8"?>
<p:tagLst xmlns:a="http://schemas.openxmlformats.org/drawingml/2006/main" xmlns:r="http://schemas.openxmlformats.org/officeDocument/2006/relationships" xmlns:p="http://schemas.openxmlformats.org/presentationml/2006/main">
  <p:tag name="NUM" val="3"/>
</p:tagLst>
</file>

<file path=ppt/theme/theme1.xml><?xml version="1.0" encoding="utf-8"?>
<a:theme xmlns:a="http://schemas.openxmlformats.org/drawingml/2006/main" name="Thème HEC">
  <a:themeElements>
    <a:clrScheme name="HEC2">
      <a:dk1>
        <a:srgbClr val="000000"/>
      </a:dk1>
      <a:lt1>
        <a:srgbClr val="FFFFFF"/>
      </a:lt1>
      <a:dk2>
        <a:srgbClr val="97999B"/>
      </a:dk2>
      <a:lt2>
        <a:srgbClr val="EFF0F0"/>
      </a:lt2>
      <a:accent1>
        <a:srgbClr val="009FDF"/>
      </a:accent1>
      <a:accent2>
        <a:srgbClr val="003C71"/>
      </a:accent2>
      <a:accent3>
        <a:srgbClr val="D40F7D"/>
      </a:accent3>
      <a:accent4>
        <a:srgbClr val="FE5000"/>
      </a:accent4>
      <a:accent5>
        <a:srgbClr val="00C1D5"/>
      </a:accent5>
      <a:accent6>
        <a:srgbClr val="005EB8"/>
      </a:accent6>
      <a:hlink>
        <a:srgbClr val="003C71"/>
      </a:hlink>
      <a:folHlink>
        <a:srgbClr val="9678D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wrap="square" lIns="91440" tIns="45720" rIns="91440" bIns="45720" rtlCol="0">
        <a:normAutofit/>
      </a:bodyPr>
      <a:lstStyle>
        <a:defPPr marL="154800" indent="-154800">
          <a:buClr>
            <a:schemeClr val="accent2"/>
          </a:buClr>
          <a:buSzPct val="125000"/>
          <a:buFont typeface="Arial" panose="020B0604020202020204" pitchFamily="34" charset="0"/>
          <a:buChar char="•"/>
          <a:defRPr sz="1670" dirty="0" smtClean="0"/>
        </a:defPPr>
      </a:lstStyle>
    </a:txDef>
  </a:objectDefaults>
  <a:extraClrSchemeLst/>
  <a:extLst>
    <a:ext uri="{05A4C25C-085E-4340-85A3-A5531E510DB2}">
      <thm15:themeFamily xmlns:thm15="http://schemas.microsoft.com/office/thememl/2012/main" name="PrésentationC" id="{7B900980-0BE7-DB46-BDD8-B5C57DA3098F}" vid="{284F6D4A-4740-A140-9287-11FBD62823B8}"/>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PrésentationC</Template>
  <TotalTime>0</TotalTime>
  <Words>2163</Words>
  <Application>Microsoft Office PowerPoint</Application>
  <PresentationFormat>Grand écran</PresentationFormat>
  <Paragraphs>362</Paragraphs>
  <Slides>28</Slides>
  <Notes>28</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28</vt:i4>
      </vt:variant>
    </vt:vector>
  </HeadingPairs>
  <TitlesOfParts>
    <vt:vector size="34" baseType="lpstr">
      <vt:lpstr>Arial</vt:lpstr>
      <vt:lpstr>Calibri</vt:lpstr>
      <vt:lpstr>Tahoma</vt:lpstr>
      <vt:lpstr>Times New Roman</vt:lpstr>
      <vt:lpstr>Wingdings</vt:lpstr>
      <vt:lpstr>Thème HEC</vt:lpstr>
      <vt:lpstr>Contrôle de gestion stratégique </vt:lpstr>
      <vt:lpstr>Gestion des risques d’entreprise</vt:lpstr>
      <vt:lpstr>Présentation PowerPoint</vt:lpstr>
      <vt:lpstr>Présentation PowerPoint</vt:lpstr>
      <vt:lpstr>Présentation PowerPoint</vt:lpstr>
      <vt:lpstr>Objectif de la gestion des risques </vt:lpstr>
      <vt:lpstr>Processus de gestion des risques</vt:lpstr>
      <vt:lpstr>Présentation PowerPoint</vt:lpstr>
      <vt:lpstr>Présentation PowerPoint</vt:lpstr>
      <vt:lpstr>Présentation PowerPoint</vt:lpstr>
      <vt:lpstr>Risques stratégiques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Rôle de la direction VS le conseil d’administration  </vt:lpstr>
      <vt:lpstr>La gestion des risques et l’examen intra</vt:lpstr>
      <vt:lpstr>Message important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2020-09-25T19:57:36Z</dcterms:created>
  <dcterms:modified xsi:type="dcterms:W3CDTF">2025-04-13T00:17:24Z</dcterms:modified>
</cp:coreProperties>
</file>